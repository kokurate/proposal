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13"/>
  </p:notesMasterIdLst>
  <p:sldIdLst>
    <p:sldId id="256" r:id="rId2"/>
    <p:sldId id="297" r:id="rId3"/>
    <p:sldId id="300" r:id="rId4"/>
    <p:sldId id="296" r:id="rId5"/>
    <p:sldId id="298" r:id="rId6"/>
    <p:sldId id="259" r:id="rId7"/>
    <p:sldId id="303" r:id="rId8"/>
    <p:sldId id="304" r:id="rId9"/>
    <p:sldId id="316" r:id="rId10"/>
    <p:sldId id="317" r:id="rId11"/>
    <p:sldId id="312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ystems" initials="n" lastIdx="1" clrIdx="0">
    <p:extLst>
      <p:ext uri="{19B8F6BF-5375-455C-9EA6-DF929625EA0E}">
        <p15:presenceInfo xmlns:p15="http://schemas.microsoft.com/office/powerpoint/2012/main" userId="noSystem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7F627C-A79C-4CEA-9F43-E7185F252452}">
  <a:tblStyle styleId="{277F627C-A79C-4CEA-9F43-E7185F252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45F09D-0C3F-4549-A737-6A49AB54CD0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3D33A9-86C8-493F-9F73-1343C19E748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F324F50-6E3E-4D8D-A57D-F731876BE8AE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endParaRPr lang="en-US" sz="1000" dirty="0"/>
        </a:p>
        <a:p>
          <a:pPr algn="just"/>
          <a:r>
            <a:rPr lang="en-US" sz="1000" dirty="0" err="1"/>
            <a:t>Pekembangan</a:t>
          </a:r>
          <a:r>
            <a:rPr lang="en-US" sz="1000" dirty="0"/>
            <a:t> </a:t>
          </a:r>
          <a:r>
            <a:rPr lang="en-US" sz="1000" dirty="0" err="1"/>
            <a:t>teknologi</a:t>
          </a:r>
          <a:r>
            <a:rPr lang="en-US" sz="1000" dirty="0"/>
            <a:t> </a:t>
          </a:r>
          <a:r>
            <a:rPr lang="en-US" sz="1000" dirty="0" err="1"/>
            <a:t>tidak</a:t>
          </a:r>
          <a:r>
            <a:rPr lang="en-US" sz="1000" dirty="0"/>
            <a:t> </a:t>
          </a:r>
          <a:r>
            <a:rPr lang="en-US" sz="1000" dirty="0" err="1"/>
            <a:t>bisa</a:t>
          </a:r>
          <a:r>
            <a:rPr lang="en-US" sz="1000" dirty="0"/>
            <a:t> </a:t>
          </a:r>
          <a:r>
            <a:rPr lang="en-US" sz="1000" dirty="0" err="1"/>
            <a:t>dipungkiri</a:t>
          </a:r>
          <a:r>
            <a:rPr lang="en-US" sz="1000" dirty="0"/>
            <a:t> </a:t>
          </a:r>
          <a:r>
            <a:rPr lang="en-US" sz="1000" dirty="0" err="1"/>
            <a:t>sampai</a:t>
          </a:r>
          <a:r>
            <a:rPr lang="en-US" sz="1000" dirty="0"/>
            <a:t> pada </a:t>
          </a:r>
          <a:r>
            <a:rPr lang="en-US" sz="1000" dirty="0" err="1"/>
            <a:t>saat</a:t>
          </a:r>
          <a:r>
            <a:rPr lang="en-US" sz="1000" dirty="0"/>
            <a:t> </a:t>
          </a:r>
          <a:r>
            <a:rPr lang="en-US" sz="1000" dirty="0" err="1"/>
            <a:t>ini</a:t>
          </a:r>
          <a:r>
            <a:rPr lang="en-US" sz="1000" dirty="0"/>
            <a:t>. </a:t>
          </a:r>
          <a:r>
            <a:rPr lang="en-US" sz="1000" dirty="0" err="1"/>
            <a:t>Adanya</a:t>
          </a:r>
          <a:r>
            <a:rPr lang="en-US" sz="1000" dirty="0"/>
            <a:t> </a:t>
          </a:r>
          <a:r>
            <a:rPr lang="en-US" sz="1000" dirty="0" err="1"/>
            <a:t>perkembangan</a:t>
          </a:r>
          <a:r>
            <a:rPr lang="en-US" sz="1000" dirty="0"/>
            <a:t> yang </a:t>
          </a:r>
          <a:r>
            <a:rPr lang="en-US" sz="1000" dirty="0" err="1"/>
            <a:t>hampir</a:t>
          </a:r>
          <a:r>
            <a:rPr lang="en-US" sz="1000" dirty="0"/>
            <a:t> </a:t>
          </a:r>
          <a:r>
            <a:rPr lang="en-US" sz="1000" dirty="0" err="1"/>
            <a:t>tiap</a:t>
          </a:r>
          <a:r>
            <a:rPr lang="en-US" sz="1000" dirty="0"/>
            <a:t> jam </a:t>
          </a:r>
          <a:r>
            <a:rPr lang="en-US" sz="1000" dirty="0" err="1"/>
            <a:t>bisa</a:t>
          </a:r>
          <a:r>
            <a:rPr lang="en-US" sz="1000" dirty="0"/>
            <a:t> </a:t>
          </a:r>
          <a:r>
            <a:rPr lang="en-US" sz="1000" dirty="0" err="1"/>
            <a:t>mengembangkan</a:t>
          </a:r>
          <a:r>
            <a:rPr lang="en-US" sz="1000" dirty="0"/>
            <a:t> </a:t>
          </a:r>
          <a:r>
            <a:rPr lang="en-US" sz="1000" dirty="0" err="1"/>
            <a:t>bahkan</a:t>
          </a:r>
          <a:r>
            <a:rPr lang="en-US" sz="1000" dirty="0"/>
            <a:t> </a:t>
          </a:r>
          <a:r>
            <a:rPr lang="en-US" sz="1000" dirty="0" err="1"/>
            <a:t>menciptakan</a:t>
          </a:r>
          <a:r>
            <a:rPr lang="en-US" sz="1000" dirty="0"/>
            <a:t> </a:t>
          </a:r>
          <a:r>
            <a:rPr lang="en-US" sz="1000" dirty="0" err="1"/>
            <a:t>aplikasi</a:t>
          </a:r>
          <a:r>
            <a:rPr lang="en-US" sz="1000" dirty="0"/>
            <a:t> </a:t>
          </a:r>
          <a:r>
            <a:rPr lang="en-US" sz="1000" dirty="0" err="1"/>
            <a:t>atau</a:t>
          </a:r>
          <a:r>
            <a:rPr lang="en-US" sz="1000" dirty="0"/>
            <a:t> </a:t>
          </a:r>
          <a:r>
            <a:rPr lang="en-US" sz="1000" dirty="0" err="1"/>
            <a:t>teknologi</a:t>
          </a:r>
          <a:r>
            <a:rPr lang="en-US" sz="1000" dirty="0"/>
            <a:t> </a:t>
          </a:r>
          <a:r>
            <a:rPr lang="en-US" sz="1000" dirty="0" err="1"/>
            <a:t>baru</a:t>
          </a:r>
          <a:r>
            <a:rPr lang="en-US" sz="1000" dirty="0"/>
            <a:t>, </a:t>
          </a:r>
          <a:r>
            <a:rPr lang="en-US" sz="1000" dirty="0" err="1"/>
            <a:t>hal</a:t>
          </a:r>
          <a:r>
            <a:rPr lang="en-US" sz="1000" dirty="0"/>
            <a:t> </a:t>
          </a:r>
          <a:r>
            <a:rPr lang="en-US" sz="1000" dirty="0" err="1"/>
            <a:t>menjadi</a:t>
          </a:r>
          <a:r>
            <a:rPr lang="en-US" sz="1000" dirty="0"/>
            <a:t> </a:t>
          </a:r>
          <a:r>
            <a:rPr lang="en-US" sz="1000" dirty="0" err="1"/>
            <a:t>tantangan</a:t>
          </a:r>
          <a:r>
            <a:rPr lang="en-US" sz="1000" dirty="0"/>
            <a:t> </a:t>
          </a:r>
          <a:r>
            <a:rPr lang="en-US" sz="1000" dirty="0" err="1"/>
            <a:t>kita</a:t>
          </a:r>
          <a:r>
            <a:rPr lang="en-US" sz="1000" dirty="0"/>
            <a:t> </a:t>
          </a:r>
          <a:r>
            <a:rPr lang="en-US" sz="1000" dirty="0" err="1"/>
            <a:t>semua</a:t>
          </a:r>
          <a:r>
            <a:rPr lang="en-US" sz="1000" dirty="0"/>
            <a:t> yang </a:t>
          </a:r>
          <a:r>
            <a:rPr lang="en-US" sz="1000" dirty="0" err="1"/>
            <a:t>hidup</a:t>
          </a:r>
          <a:r>
            <a:rPr lang="en-US" sz="1000" dirty="0"/>
            <a:t> pada zaman </a:t>
          </a:r>
          <a:r>
            <a:rPr lang="en-US" sz="1000" dirty="0" err="1"/>
            <a:t>ini</a:t>
          </a:r>
          <a:r>
            <a:rPr lang="en-US" sz="1000" dirty="0"/>
            <a:t> yang </a:t>
          </a:r>
          <a:r>
            <a:rPr lang="en-US" sz="1000" dirty="0" err="1"/>
            <a:t>mau</a:t>
          </a:r>
          <a:r>
            <a:rPr lang="en-US" sz="1000" dirty="0"/>
            <a:t> </a:t>
          </a:r>
          <a:r>
            <a:rPr lang="en-US" sz="1000" dirty="0" err="1"/>
            <a:t>tidak</a:t>
          </a:r>
          <a:r>
            <a:rPr lang="en-US" sz="1000" dirty="0"/>
            <a:t> </a:t>
          </a:r>
          <a:r>
            <a:rPr lang="en-US" sz="1000" dirty="0" err="1"/>
            <a:t>mau</a:t>
          </a:r>
          <a:r>
            <a:rPr lang="en-US" sz="1000" dirty="0"/>
            <a:t> </a:t>
          </a:r>
          <a:r>
            <a:rPr lang="en-US" sz="1000" dirty="0" err="1"/>
            <a:t>harus</a:t>
          </a:r>
          <a:r>
            <a:rPr lang="en-US" sz="1000" dirty="0"/>
            <a:t> </a:t>
          </a:r>
          <a:r>
            <a:rPr lang="en-US" sz="1000" dirty="0" err="1"/>
            <a:t>beradaptasi</a:t>
          </a:r>
          <a:r>
            <a:rPr lang="en-US" sz="1000" dirty="0"/>
            <a:t>, </a:t>
          </a:r>
          <a:r>
            <a:rPr lang="en-US" sz="1000" dirty="0" err="1"/>
            <a:t>terutama</a:t>
          </a:r>
          <a:r>
            <a:rPr lang="en-US" sz="1000" dirty="0"/>
            <a:t> di </a:t>
          </a:r>
          <a:r>
            <a:rPr lang="en-US" sz="1000" dirty="0" err="1"/>
            <a:t>dalam</a:t>
          </a:r>
          <a:r>
            <a:rPr lang="en-US" sz="1000" dirty="0"/>
            <a:t> </a:t>
          </a:r>
          <a:r>
            <a:rPr lang="en-US" sz="1000" dirty="0" err="1"/>
            <a:t>lingkup</a:t>
          </a:r>
          <a:r>
            <a:rPr lang="en-US" sz="1000" dirty="0"/>
            <a:t> </a:t>
          </a:r>
          <a:r>
            <a:rPr lang="en-US" sz="1000" dirty="0" err="1"/>
            <a:t>ruang</a:t>
          </a:r>
          <a:r>
            <a:rPr lang="en-US" sz="1000" dirty="0"/>
            <a:t> </a:t>
          </a:r>
          <a:r>
            <a:rPr lang="en-US" sz="1000" dirty="0" err="1"/>
            <a:t>kerja</a:t>
          </a:r>
          <a:r>
            <a:rPr lang="en-US" sz="1000" dirty="0"/>
            <a:t> </a:t>
          </a:r>
          <a:r>
            <a:rPr lang="en-US" sz="1000" dirty="0" err="1"/>
            <a:t>kita</a:t>
          </a:r>
          <a:r>
            <a:rPr lang="en-US" sz="1000" dirty="0"/>
            <a:t>, </a:t>
          </a:r>
          <a:r>
            <a:rPr lang="en-US" sz="1000" dirty="0" err="1"/>
            <a:t>baik</a:t>
          </a:r>
          <a:r>
            <a:rPr lang="en-US" sz="1000" dirty="0"/>
            <a:t> di </a:t>
          </a:r>
          <a:r>
            <a:rPr lang="en-US" sz="1000" dirty="0" err="1"/>
            <a:t>instansi</a:t>
          </a:r>
          <a:r>
            <a:rPr lang="en-US" sz="1000" dirty="0"/>
            <a:t>, universitas, </a:t>
          </a:r>
          <a:r>
            <a:rPr lang="en-US" sz="1000" dirty="0" err="1"/>
            <a:t>sekolah</a:t>
          </a:r>
          <a:r>
            <a:rPr lang="en-US" sz="1000" dirty="0"/>
            <a:t> </a:t>
          </a:r>
          <a:r>
            <a:rPr lang="en-US" sz="1000" dirty="0" err="1"/>
            <a:t>sampai</a:t>
          </a:r>
          <a:r>
            <a:rPr lang="en-US" sz="1000" dirty="0"/>
            <a:t> pada </a:t>
          </a:r>
          <a:r>
            <a:rPr lang="en-US" sz="1000" dirty="0" err="1"/>
            <a:t>usaha</a:t>
          </a:r>
          <a:r>
            <a:rPr lang="en-US" sz="1000" dirty="0"/>
            <a:t> – </a:t>
          </a:r>
          <a:r>
            <a:rPr lang="en-US" sz="1000" dirty="0" err="1"/>
            <a:t>usaha</a:t>
          </a:r>
          <a:r>
            <a:rPr lang="en-US" sz="1000" dirty="0"/>
            <a:t> </a:t>
          </a:r>
          <a:r>
            <a:rPr lang="en-US" sz="1000" dirty="0" err="1"/>
            <a:t>kecil</a:t>
          </a:r>
          <a:r>
            <a:rPr lang="en-US" sz="1000" dirty="0"/>
            <a:t>.</a:t>
          </a:r>
        </a:p>
      </dgm:t>
    </dgm:pt>
    <dgm:pt modelId="{3923E200-417D-4FD6-A3DD-7723CB5D8870}" type="parTrans" cxnId="{0AFB6214-A73D-4A97-9AFE-559346548075}">
      <dgm:prSet/>
      <dgm:spPr/>
      <dgm:t>
        <a:bodyPr/>
        <a:lstStyle/>
        <a:p>
          <a:endParaRPr lang="en-US"/>
        </a:p>
      </dgm:t>
    </dgm:pt>
    <dgm:pt modelId="{16F73BDD-A0F1-4734-BE3C-6252CF7930C5}" type="sibTrans" cxnId="{0AFB6214-A73D-4A97-9AFE-559346548075}">
      <dgm:prSet/>
      <dgm:spPr/>
      <dgm:t>
        <a:bodyPr/>
        <a:lstStyle/>
        <a:p>
          <a:endParaRPr lang="en-US"/>
        </a:p>
      </dgm:t>
    </dgm:pt>
    <dgm:pt modelId="{5A221081-ECD5-4D43-AC72-A7E7F6BE6267}">
      <dgm:prSet phldrT="[Text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just"/>
          <a:r>
            <a:rPr lang="en-US" sz="1000" dirty="0"/>
            <a:t>-  Data </a:t>
          </a:r>
          <a:r>
            <a:rPr lang="en-US" sz="1000" dirty="0" err="1"/>
            <a:t>arsip</a:t>
          </a:r>
          <a:r>
            <a:rPr lang="en-US" sz="1000" dirty="0"/>
            <a:t> soft copy </a:t>
          </a:r>
          <a:r>
            <a:rPr lang="en-US" sz="1000" dirty="0" err="1"/>
            <a:t>tidak</a:t>
          </a:r>
          <a:r>
            <a:rPr lang="en-US" sz="1000" dirty="0"/>
            <a:t> </a:t>
          </a:r>
          <a:r>
            <a:rPr lang="en-US" sz="1000" dirty="0" err="1"/>
            <a:t>terelasi</a:t>
          </a:r>
          <a:r>
            <a:rPr lang="en-US" sz="1000" dirty="0"/>
            <a:t> yang </a:t>
          </a:r>
          <a:r>
            <a:rPr lang="en-US" sz="1000" dirty="0" err="1"/>
            <a:t>diamana</a:t>
          </a:r>
          <a:r>
            <a:rPr lang="en-US" sz="1000" dirty="0"/>
            <a:t> </a:t>
          </a:r>
          <a:r>
            <a:rPr lang="en-US" sz="1000" dirty="0" err="1"/>
            <a:t>masih</a:t>
          </a:r>
          <a:r>
            <a:rPr lang="en-US" sz="1000" dirty="0"/>
            <a:t> </a:t>
          </a:r>
          <a:r>
            <a:rPr lang="en-US" sz="1000" dirty="0" err="1"/>
            <a:t>menggunakan</a:t>
          </a:r>
          <a:r>
            <a:rPr lang="en-US" sz="1000" dirty="0"/>
            <a:t> </a:t>
          </a:r>
          <a:r>
            <a:rPr lang="en-US" sz="1000" dirty="0" err="1"/>
            <a:t>penyimpanan</a:t>
          </a:r>
          <a:r>
            <a:rPr lang="en-US" sz="1000" dirty="0"/>
            <a:t> di sub – sub folder </a:t>
          </a:r>
          <a:r>
            <a:rPr lang="en-US" sz="1000" dirty="0" err="1"/>
            <a:t>sehingga</a:t>
          </a:r>
          <a:r>
            <a:rPr lang="en-US" sz="1000" dirty="0"/>
            <a:t> </a:t>
          </a:r>
          <a:r>
            <a:rPr lang="en-US" sz="1000" dirty="0" err="1"/>
            <a:t>menyulitkan</a:t>
          </a:r>
          <a:r>
            <a:rPr lang="en-US" sz="1000" dirty="0"/>
            <a:t> </a:t>
          </a:r>
          <a:r>
            <a:rPr lang="en-US" sz="1000" dirty="0" err="1"/>
            <a:t>pencarian</a:t>
          </a:r>
          <a:r>
            <a:rPr lang="en-US" sz="1000" dirty="0"/>
            <a:t> data </a:t>
          </a:r>
          <a:r>
            <a:rPr lang="en-US" sz="1000" dirty="0" err="1"/>
            <a:t>ketika</a:t>
          </a:r>
          <a:r>
            <a:rPr lang="en-US" sz="1000" dirty="0"/>
            <a:t> </a:t>
          </a:r>
          <a:r>
            <a:rPr lang="en-US" sz="1000" dirty="0" err="1"/>
            <a:t>diperlukan</a:t>
          </a:r>
          <a:r>
            <a:rPr lang="en-US" sz="1000" dirty="0"/>
            <a:t> </a:t>
          </a:r>
          <a:r>
            <a:rPr lang="en-US" sz="1000" dirty="0" err="1"/>
            <a:t>kembali</a:t>
          </a:r>
          <a:r>
            <a:rPr lang="en-US" sz="1000" dirty="0"/>
            <a:t>.</a:t>
          </a:r>
        </a:p>
        <a:p>
          <a:pPr algn="just"/>
          <a:r>
            <a:rPr lang="en-US" sz="1000" dirty="0"/>
            <a:t>- Data </a:t>
          </a:r>
          <a:r>
            <a:rPr lang="en-US" sz="1000" dirty="0" err="1"/>
            <a:t>dalam</a:t>
          </a:r>
          <a:r>
            <a:rPr lang="en-US" sz="1000" dirty="0"/>
            <a:t> </a:t>
          </a:r>
          <a:r>
            <a:rPr lang="en-US" sz="1000" dirty="0" err="1"/>
            <a:t>bentuk</a:t>
          </a:r>
          <a:r>
            <a:rPr lang="en-US" sz="1000" dirty="0"/>
            <a:t> excel dan </a:t>
          </a:r>
          <a:r>
            <a:rPr lang="en-US" sz="1000" dirty="0" err="1"/>
            <a:t>tidak</a:t>
          </a:r>
          <a:r>
            <a:rPr lang="en-US" sz="1000" dirty="0"/>
            <a:t> </a:t>
          </a:r>
          <a:r>
            <a:rPr lang="en-US" sz="1000" dirty="0" err="1"/>
            <a:t>terogranisir</a:t>
          </a:r>
          <a:r>
            <a:rPr lang="en-US" sz="1000" dirty="0"/>
            <a:t> </a:t>
          </a:r>
          <a:r>
            <a:rPr lang="en-US" sz="1000" dirty="0" err="1"/>
            <a:t>dengan</a:t>
          </a:r>
          <a:r>
            <a:rPr lang="en-US" sz="1000" dirty="0"/>
            <a:t> </a:t>
          </a:r>
          <a:r>
            <a:rPr lang="en-US" sz="1000" dirty="0" err="1"/>
            <a:t>baik</a:t>
          </a:r>
          <a:r>
            <a:rPr lang="en-US" sz="1000" dirty="0"/>
            <a:t> </a:t>
          </a:r>
          <a:r>
            <a:rPr lang="en-US" sz="1000" dirty="0" err="1"/>
            <a:t>sehingga</a:t>
          </a:r>
          <a:r>
            <a:rPr lang="en-US" sz="1000" dirty="0"/>
            <a:t> </a:t>
          </a:r>
          <a:r>
            <a:rPr lang="en-US" sz="1000" dirty="0" err="1"/>
            <a:t>tidak</a:t>
          </a:r>
          <a:r>
            <a:rPr lang="en-US" sz="1000" dirty="0"/>
            <a:t> </a:t>
          </a:r>
          <a:r>
            <a:rPr lang="en-US" sz="1000" dirty="0" err="1"/>
            <a:t>diketahui</a:t>
          </a:r>
          <a:r>
            <a:rPr lang="en-US" sz="1000" dirty="0"/>
            <a:t> </a:t>
          </a:r>
          <a:r>
            <a:rPr lang="en-US" sz="1000" dirty="0" err="1"/>
            <a:t>rentan</a:t>
          </a:r>
          <a:r>
            <a:rPr lang="en-US" sz="1000" dirty="0"/>
            <a:t> </a:t>
          </a:r>
          <a:r>
            <a:rPr lang="en-US" sz="1000" dirty="0" err="1"/>
            <a:t>waktu</a:t>
          </a:r>
          <a:r>
            <a:rPr lang="en-US" sz="1000" dirty="0"/>
            <a:t> </a:t>
          </a:r>
          <a:r>
            <a:rPr lang="en-US" sz="1000" dirty="0" err="1"/>
            <a:t>dalam</a:t>
          </a:r>
          <a:r>
            <a:rPr lang="en-US" sz="1000" dirty="0"/>
            <a:t> </a:t>
          </a:r>
          <a:r>
            <a:rPr lang="en-US" sz="1000" dirty="0" err="1"/>
            <a:t>memasukkan</a:t>
          </a:r>
          <a:r>
            <a:rPr lang="en-US" sz="1000" dirty="0"/>
            <a:t> </a:t>
          </a:r>
          <a:r>
            <a:rPr lang="en-US" sz="1000" dirty="0" err="1"/>
            <a:t>laporan</a:t>
          </a:r>
          <a:r>
            <a:rPr lang="en-US" sz="1000" dirty="0"/>
            <a:t>.</a:t>
          </a:r>
        </a:p>
        <a:p>
          <a:pPr algn="just"/>
          <a:r>
            <a:rPr lang="en-US" sz="1000" dirty="0"/>
            <a:t>- </a:t>
          </a:r>
          <a:r>
            <a:rPr lang="en-US" sz="1000" dirty="0" err="1"/>
            <a:t>Diperlukan</a:t>
          </a:r>
          <a:r>
            <a:rPr lang="en-US" sz="1000" dirty="0"/>
            <a:t> </a:t>
          </a:r>
          <a:r>
            <a:rPr lang="en-US" sz="1000" dirty="0" err="1"/>
            <a:t>sistem</a:t>
          </a:r>
          <a:r>
            <a:rPr lang="en-US" sz="1000" dirty="0"/>
            <a:t> yang </a:t>
          </a:r>
          <a:r>
            <a:rPr lang="en-US" sz="1000" dirty="0" err="1"/>
            <a:t>terorganisir</a:t>
          </a:r>
          <a:r>
            <a:rPr lang="en-US" sz="1000" dirty="0"/>
            <a:t> </a:t>
          </a:r>
          <a:r>
            <a:rPr lang="en-US" sz="1000" dirty="0" err="1"/>
            <a:t>serta</a:t>
          </a:r>
          <a:r>
            <a:rPr lang="en-US" sz="1000" dirty="0"/>
            <a:t> </a:t>
          </a:r>
          <a:r>
            <a:rPr lang="en-US" sz="1000" dirty="0" err="1"/>
            <a:t>terelasi</a:t>
          </a:r>
          <a:r>
            <a:rPr lang="en-US" sz="1000" dirty="0"/>
            <a:t> </a:t>
          </a:r>
          <a:r>
            <a:rPr lang="en-US" sz="1000" dirty="0" err="1"/>
            <a:t>dengan</a:t>
          </a:r>
          <a:r>
            <a:rPr lang="en-US" sz="1000" dirty="0"/>
            <a:t> </a:t>
          </a:r>
          <a:r>
            <a:rPr lang="en-US" sz="1000" dirty="0" err="1"/>
            <a:t>baik</a:t>
          </a:r>
          <a:r>
            <a:rPr lang="en-US" sz="1000" dirty="0"/>
            <a:t> </a:t>
          </a:r>
          <a:r>
            <a:rPr lang="en-US" sz="1000" dirty="0" err="1"/>
            <a:t>sehingga</a:t>
          </a:r>
          <a:r>
            <a:rPr lang="en-US" sz="1000" dirty="0"/>
            <a:t> </a:t>
          </a:r>
          <a:r>
            <a:rPr lang="en-US" sz="1000" dirty="0" err="1"/>
            <a:t>arsip</a:t>
          </a:r>
          <a:r>
            <a:rPr lang="en-US" sz="1000" dirty="0"/>
            <a:t> </a:t>
          </a:r>
          <a:r>
            <a:rPr lang="en-US" sz="1000" dirty="0" err="1"/>
            <a:t>bisa</a:t>
          </a:r>
          <a:r>
            <a:rPr lang="en-US" sz="1000" dirty="0"/>
            <a:t> di export </a:t>
          </a:r>
          <a:r>
            <a:rPr lang="en-US" sz="1000" dirty="0" err="1"/>
            <a:t>dalam</a:t>
          </a:r>
          <a:r>
            <a:rPr lang="en-US" sz="1000" dirty="0"/>
            <a:t> </a:t>
          </a:r>
          <a:r>
            <a:rPr lang="en-US" sz="1000" dirty="0" err="1"/>
            <a:t>bentuk</a:t>
          </a:r>
          <a:r>
            <a:rPr lang="en-US" sz="1000" dirty="0"/>
            <a:t> report book</a:t>
          </a:r>
        </a:p>
      </dgm:t>
    </dgm:pt>
    <dgm:pt modelId="{2DC34AF4-30CE-4C03-B49B-B4FEAE27F094}" type="parTrans" cxnId="{36CBACCE-27C5-46A8-B69E-430605D4FA7E}">
      <dgm:prSet/>
      <dgm:spPr/>
      <dgm:t>
        <a:bodyPr/>
        <a:lstStyle/>
        <a:p>
          <a:endParaRPr lang="en-US"/>
        </a:p>
      </dgm:t>
    </dgm:pt>
    <dgm:pt modelId="{6BF095BB-ED75-4BB5-9F7C-C8BF37834F4A}" type="sibTrans" cxnId="{36CBACCE-27C5-46A8-B69E-430605D4FA7E}">
      <dgm:prSet/>
      <dgm:spPr/>
      <dgm:t>
        <a:bodyPr/>
        <a:lstStyle/>
        <a:p>
          <a:endParaRPr lang="en-US"/>
        </a:p>
      </dgm:t>
    </dgm:pt>
    <dgm:pt modelId="{48002D99-8C5D-4BAF-B3A3-3FCC4DBDE160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 algn="just"/>
          <a:r>
            <a:rPr lang="en-US" sz="1000" dirty="0"/>
            <a:t>- </a:t>
          </a:r>
          <a:r>
            <a:rPr lang="en-US" sz="1000" dirty="0" err="1"/>
            <a:t>Penelitian</a:t>
          </a:r>
          <a:r>
            <a:rPr lang="en-US" sz="1000" dirty="0"/>
            <a:t> </a:t>
          </a:r>
          <a:r>
            <a:rPr lang="en-US" sz="1000" dirty="0" err="1"/>
            <a:t>ini</a:t>
          </a:r>
          <a:r>
            <a:rPr lang="en-US" sz="1000" dirty="0"/>
            <a:t> </a:t>
          </a:r>
          <a:r>
            <a:rPr lang="en-US" sz="1000" dirty="0" err="1"/>
            <a:t>berfokus</a:t>
          </a:r>
          <a:r>
            <a:rPr lang="en-US" sz="1000" dirty="0"/>
            <a:t> pada </a:t>
          </a:r>
          <a:r>
            <a:rPr lang="en-US" sz="1000" dirty="0" err="1"/>
            <a:t>pengarsipan</a:t>
          </a:r>
          <a:r>
            <a:rPr lang="en-US" sz="1000" dirty="0"/>
            <a:t> data </a:t>
          </a:r>
          <a:r>
            <a:rPr lang="en-US" sz="1000" dirty="0" err="1"/>
            <a:t>laporan</a:t>
          </a:r>
          <a:r>
            <a:rPr lang="en-US" sz="1000" dirty="0"/>
            <a:t> </a:t>
          </a:r>
          <a:r>
            <a:rPr lang="en-US" sz="1000" dirty="0" err="1"/>
            <a:t>penelitian</a:t>
          </a:r>
          <a:r>
            <a:rPr lang="en-US" sz="1000" dirty="0"/>
            <a:t> dan </a:t>
          </a:r>
          <a:r>
            <a:rPr lang="en-US" sz="1000" dirty="0" err="1"/>
            <a:t>pengabdian</a:t>
          </a:r>
          <a:r>
            <a:rPr lang="en-US" sz="1000" dirty="0"/>
            <a:t> </a:t>
          </a:r>
          <a:r>
            <a:rPr lang="en-US" sz="1000" dirty="0" err="1"/>
            <a:t>kepada</a:t>
          </a:r>
          <a:r>
            <a:rPr lang="en-US" sz="1000" dirty="0"/>
            <a:t> </a:t>
          </a:r>
          <a:r>
            <a:rPr lang="en-US" sz="1000" dirty="0" err="1"/>
            <a:t>masyarakat</a:t>
          </a:r>
          <a:r>
            <a:rPr lang="en-US" sz="1000" dirty="0"/>
            <a:t>, </a:t>
          </a:r>
          <a:r>
            <a:rPr lang="en-US" sz="1000" dirty="0" err="1"/>
            <a:t>sehingga</a:t>
          </a:r>
          <a:r>
            <a:rPr lang="en-US" sz="1000" dirty="0"/>
            <a:t> data </a:t>
          </a:r>
          <a:r>
            <a:rPr lang="en-US" sz="1000" dirty="0" err="1"/>
            <a:t>laporan</a:t>
          </a:r>
          <a:r>
            <a:rPr lang="en-US" sz="1000" dirty="0"/>
            <a:t> </a:t>
          </a:r>
          <a:r>
            <a:rPr lang="en-US" sz="1000" dirty="0" err="1"/>
            <a:t>penelitian</a:t>
          </a:r>
          <a:r>
            <a:rPr lang="en-US" sz="1000" dirty="0"/>
            <a:t> dan </a:t>
          </a:r>
          <a:r>
            <a:rPr lang="en-US" sz="1000" dirty="0" err="1"/>
            <a:t>pengabdian</a:t>
          </a:r>
          <a:r>
            <a:rPr lang="en-US" sz="1000" dirty="0"/>
            <a:t> </a:t>
          </a:r>
          <a:r>
            <a:rPr lang="en-US" sz="1000" dirty="0" err="1"/>
            <a:t>kepada</a:t>
          </a:r>
          <a:r>
            <a:rPr lang="en-US" sz="1000" dirty="0"/>
            <a:t> </a:t>
          </a:r>
          <a:r>
            <a:rPr lang="en-US" sz="1000" dirty="0" err="1"/>
            <a:t>masyarakat</a:t>
          </a:r>
          <a:r>
            <a:rPr lang="en-US" sz="1000" dirty="0"/>
            <a:t> </a:t>
          </a:r>
          <a:r>
            <a:rPr lang="en-US" sz="1000" dirty="0" err="1"/>
            <a:t>dapat</a:t>
          </a:r>
          <a:r>
            <a:rPr lang="en-US" sz="1000" dirty="0"/>
            <a:t> </a:t>
          </a:r>
          <a:r>
            <a:rPr lang="en-US" sz="1000" dirty="0" err="1"/>
            <a:t>terintegrasi</a:t>
          </a:r>
          <a:r>
            <a:rPr lang="en-US" sz="1000" dirty="0"/>
            <a:t> </a:t>
          </a:r>
          <a:r>
            <a:rPr lang="en-US" sz="1000" dirty="0" err="1"/>
            <a:t>serta</a:t>
          </a:r>
          <a:r>
            <a:rPr lang="en-US" sz="1000" dirty="0"/>
            <a:t> </a:t>
          </a:r>
          <a:r>
            <a:rPr lang="en-US" sz="1000" dirty="0" err="1"/>
            <a:t>terelasi</a:t>
          </a:r>
          <a:r>
            <a:rPr lang="en-US" sz="1000" dirty="0"/>
            <a:t>, </a:t>
          </a:r>
          <a:r>
            <a:rPr lang="en-US" sz="1000" dirty="0" err="1"/>
            <a:t>mulai</a:t>
          </a:r>
          <a:r>
            <a:rPr lang="en-US" sz="1000" dirty="0"/>
            <a:t> </a:t>
          </a:r>
          <a:r>
            <a:rPr lang="en-US" sz="1000" dirty="0" err="1"/>
            <a:t>dari</a:t>
          </a:r>
          <a:r>
            <a:rPr lang="en-US" sz="1000" dirty="0"/>
            <a:t> daftar </a:t>
          </a:r>
          <a:r>
            <a:rPr lang="en-US" sz="1000" dirty="0" err="1"/>
            <a:t>masuk</a:t>
          </a:r>
          <a:r>
            <a:rPr lang="en-US" sz="1000" dirty="0"/>
            <a:t>, </a:t>
          </a:r>
          <a:r>
            <a:rPr lang="en-US" sz="1000" dirty="0" err="1"/>
            <a:t>jumlah</a:t>
          </a:r>
          <a:r>
            <a:rPr lang="en-US" sz="1000" dirty="0"/>
            <a:t>, </a:t>
          </a:r>
          <a:r>
            <a:rPr lang="en-US" sz="1000" dirty="0" err="1"/>
            <a:t>relasi</a:t>
          </a:r>
          <a:r>
            <a:rPr lang="en-US" sz="1000" dirty="0"/>
            <a:t> </a:t>
          </a:r>
          <a:r>
            <a:rPr lang="en-US" sz="1000" dirty="0" err="1"/>
            <a:t>dengan</a:t>
          </a:r>
          <a:r>
            <a:rPr lang="en-US" sz="1000" dirty="0"/>
            <a:t> soft copy </a:t>
          </a:r>
          <a:r>
            <a:rPr lang="en-US" sz="1000" dirty="0" err="1"/>
            <a:t>laporan</a:t>
          </a:r>
          <a:r>
            <a:rPr lang="en-US" sz="1000" dirty="0"/>
            <a:t>, </a:t>
          </a:r>
          <a:r>
            <a:rPr lang="en-US" sz="1000" dirty="0" err="1"/>
            <a:t>sampai</a:t>
          </a:r>
          <a:r>
            <a:rPr lang="en-US" sz="1000" dirty="0"/>
            <a:t> </a:t>
          </a:r>
          <a:r>
            <a:rPr lang="en-US" sz="1000" dirty="0" err="1"/>
            <a:t>ke</a:t>
          </a:r>
          <a:r>
            <a:rPr lang="en-US" sz="1000" dirty="0"/>
            <a:t> </a:t>
          </a:r>
          <a:r>
            <a:rPr lang="en-US" sz="1000" dirty="0" err="1"/>
            <a:t>rekapan</a:t>
          </a:r>
          <a:r>
            <a:rPr lang="en-US" sz="1000" dirty="0"/>
            <a:t> data </a:t>
          </a:r>
          <a:r>
            <a:rPr lang="en-US" sz="1000" dirty="0" err="1"/>
            <a:t>laporan</a:t>
          </a:r>
          <a:r>
            <a:rPr lang="en-US" sz="1000" dirty="0"/>
            <a:t> </a:t>
          </a:r>
          <a:r>
            <a:rPr lang="en-US" sz="1000" dirty="0" err="1"/>
            <a:t>penelitian</a:t>
          </a:r>
          <a:r>
            <a:rPr lang="en-US" sz="1000" dirty="0"/>
            <a:t> dan </a:t>
          </a:r>
          <a:r>
            <a:rPr lang="en-US" sz="1000" dirty="0" err="1"/>
            <a:t>pengabdian</a:t>
          </a:r>
          <a:r>
            <a:rPr lang="en-US" sz="1000" dirty="0"/>
            <a:t> </a:t>
          </a:r>
          <a:r>
            <a:rPr lang="en-US" sz="1000" dirty="0" err="1"/>
            <a:t>kepada</a:t>
          </a:r>
          <a:r>
            <a:rPr lang="en-US" sz="1000" dirty="0"/>
            <a:t> </a:t>
          </a:r>
          <a:r>
            <a:rPr lang="en-US" sz="1000" dirty="0" err="1"/>
            <a:t>masyarakat</a:t>
          </a:r>
          <a:r>
            <a:rPr lang="en-US" sz="1000" dirty="0"/>
            <a:t>.</a:t>
          </a:r>
        </a:p>
      </dgm:t>
    </dgm:pt>
    <dgm:pt modelId="{0B32EDFB-14D1-44F7-BB98-D5135A1A956F}" type="parTrans" cxnId="{AF21DBA0-CAE5-4B06-9FD3-F68B424DA4D3}">
      <dgm:prSet/>
      <dgm:spPr/>
      <dgm:t>
        <a:bodyPr/>
        <a:lstStyle/>
        <a:p>
          <a:endParaRPr lang="en-US"/>
        </a:p>
      </dgm:t>
    </dgm:pt>
    <dgm:pt modelId="{94F14D40-F50B-4F20-9F33-5F9C20C5DB50}" type="sibTrans" cxnId="{AF21DBA0-CAE5-4B06-9FD3-F68B424DA4D3}">
      <dgm:prSet/>
      <dgm:spPr/>
      <dgm:t>
        <a:bodyPr/>
        <a:lstStyle/>
        <a:p>
          <a:endParaRPr lang="en-US"/>
        </a:p>
      </dgm:t>
    </dgm:pt>
    <dgm:pt modelId="{30DF03E2-4663-4415-9B80-3AFD5C928ECA}" type="pres">
      <dgm:prSet presAssocID="{653D33A9-86C8-493F-9F73-1343C19E7486}" presName="Name0" presStyleCnt="0">
        <dgm:presLayoutVars>
          <dgm:dir/>
          <dgm:resizeHandles val="exact"/>
        </dgm:presLayoutVars>
      </dgm:prSet>
      <dgm:spPr/>
    </dgm:pt>
    <dgm:pt modelId="{947F7A16-D85B-48B8-8AB6-3F05072F4B11}" type="pres">
      <dgm:prSet presAssocID="{2F324F50-6E3E-4D8D-A57D-F731876BE8AE}" presName="node" presStyleLbl="node1" presStyleIdx="0" presStyleCnt="3" custScaleX="174012" custScaleY="330942">
        <dgm:presLayoutVars>
          <dgm:bulletEnabled val="1"/>
        </dgm:presLayoutVars>
      </dgm:prSet>
      <dgm:spPr/>
    </dgm:pt>
    <dgm:pt modelId="{40B9DA13-27A3-4077-B7FE-928792D2BC5E}" type="pres">
      <dgm:prSet presAssocID="{16F73BDD-A0F1-4734-BE3C-6252CF7930C5}" presName="sibTrans" presStyleLbl="sibTrans2D1" presStyleIdx="0" presStyleCnt="2"/>
      <dgm:spPr/>
    </dgm:pt>
    <dgm:pt modelId="{65CBDBE4-5541-4E3B-8CD5-BCADEC5134DE}" type="pres">
      <dgm:prSet presAssocID="{16F73BDD-A0F1-4734-BE3C-6252CF7930C5}" presName="connectorText" presStyleLbl="sibTrans2D1" presStyleIdx="0" presStyleCnt="2"/>
      <dgm:spPr/>
    </dgm:pt>
    <dgm:pt modelId="{D6885E29-BBE1-4F1E-AA05-39574BBF3CBD}" type="pres">
      <dgm:prSet presAssocID="{5A221081-ECD5-4D43-AC72-A7E7F6BE6267}" presName="node" presStyleLbl="node1" presStyleIdx="1" presStyleCnt="3" custScaleX="172691" custScaleY="335474">
        <dgm:presLayoutVars>
          <dgm:bulletEnabled val="1"/>
        </dgm:presLayoutVars>
      </dgm:prSet>
      <dgm:spPr/>
    </dgm:pt>
    <dgm:pt modelId="{B543F2F7-B3C1-4117-99AD-F3B48177B6B8}" type="pres">
      <dgm:prSet presAssocID="{6BF095BB-ED75-4BB5-9F7C-C8BF37834F4A}" presName="sibTrans" presStyleLbl="sibTrans2D1" presStyleIdx="1" presStyleCnt="2"/>
      <dgm:spPr/>
    </dgm:pt>
    <dgm:pt modelId="{86D7CB46-908E-42CD-9FAD-FD4D144C5731}" type="pres">
      <dgm:prSet presAssocID="{6BF095BB-ED75-4BB5-9F7C-C8BF37834F4A}" presName="connectorText" presStyleLbl="sibTrans2D1" presStyleIdx="1" presStyleCnt="2"/>
      <dgm:spPr/>
    </dgm:pt>
    <dgm:pt modelId="{50FCEF5D-579F-40EC-802D-27E171B95C3D}" type="pres">
      <dgm:prSet presAssocID="{48002D99-8C5D-4BAF-B3A3-3FCC4DBDE160}" presName="node" presStyleLbl="node1" presStyleIdx="2" presStyleCnt="3" custScaleX="181469" custScaleY="338471">
        <dgm:presLayoutVars>
          <dgm:bulletEnabled val="1"/>
        </dgm:presLayoutVars>
      </dgm:prSet>
      <dgm:spPr/>
    </dgm:pt>
  </dgm:ptLst>
  <dgm:cxnLst>
    <dgm:cxn modelId="{26A44A08-36C2-490B-BBA6-A108A67AF9D9}" type="presOf" srcId="{2F324F50-6E3E-4D8D-A57D-F731876BE8AE}" destId="{947F7A16-D85B-48B8-8AB6-3F05072F4B11}" srcOrd="0" destOrd="0" presId="urn:microsoft.com/office/officeart/2005/8/layout/process1"/>
    <dgm:cxn modelId="{0AFB6214-A73D-4A97-9AFE-559346548075}" srcId="{653D33A9-86C8-493F-9F73-1343C19E7486}" destId="{2F324F50-6E3E-4D8D-A57D-F731876BE8AE}" srcOrd="0" destOrd="0" parTransId="{3923E200-417D-4FD6-A3DD-7723CB5D8870}" sibTransId="{16F73BDD-A0F1-4734-BE3C-6252CF7930C5}"/>
    <dgm:cxn modelId="{17C9C037-1A6D-460D-9E9D-2999AFD4B590}" type="presOf" srcId="{48002D99-8C5D-4BAF-B3A3-3FCC4DBDE160}" destId="{50FCEF5D-579F-40EC-802D-27E171B95C3D}" srcOrd="0" destOrd="0" presId="urn:microsoft.com/office/officeart/2005/8/layout/process1"/>
    <dgm:cxn modelId="{86BC5E38-B5BD-4778-8A75-8A98AC5D84B0}" type="presOf" srcId="{16F73BDD-A0F1-4734-BE3C-6252CF7930C5}" destId="{40B9DA13-27A3-4077-B7FE-928792D2BC5E}" srcOrd="0" destOrd="0" presId="urn:microsoft.com/office/officeart/2005/8/layout/process1"/>
    <dgm:cxn modelId="{9E3ADF73-4076-4B77-8FC9-D65D088FEE19}" type="presOf" srcId="{16F73BDD-A0F1-4734-BE3C-6252CF7930C5}" destId="{65CBDBE4-5541-4E3B-8CD5-BCADEC5134DE}" srcOrd="1" destOrd="0" presId="urn:microsoft.com/office/officeart/2005/8/layout/process1"/>
    <dgm:cxn modelId="{86F3948D-BBDD-4913-8878-61E882F8C7E2}" type="presOf" srcId="{653D33A9-86C8-493F-9F73-1343C19E7486}" destId="{30DF03E2-4663-4415-9B80-3AFD5C928ECA}" srcOrd="0" destOrd="0" presId="urn:microsoft.com/office/officeart/2005/8/layout/process1"/>
    <dgm:cxn modelId="{AF21DBA0-CAE5-4B06-9FD3-F68B424DA4D3}" srcId="{653D33A9-86C8-493F-9F73-1343C19E7486}" destId="{48002D99-8C5D-4BAF-B3A3-3FCC4DBDE160}" srcOrd="2" destOrd="0" parTransId="{0B32EDFB-14D1-44F7-BB98-D5135A1A956F}" sibTransId="{94F14D40-F50B-4F20-9F33-5F9C20C5DB50}"/>
    <dgm:cxn modelId="{6302A8C3-F666-4931-87C6-A13A7A3107C0}" type="presOf" srcId="{5A221081-ECD5-4D43-AC72-A7E7F6BE6267}" destId="{D6885E29-BBE1-4F1E-AA05-39574BBF3CBD}" srcOrd="0" destOrd="0" presId="urn:microsoft.com/office/officeart/2005/8/layout/process1"/>
    <dgm:cxn modelId="{36CBACCE-27C5-46A8-B69E-430605D4FA7E}" srcId="{653D33A9-86C8-493F-9F73-1343C19E7486}" destId="{5A221081-ECD5-4D43-AC72-A7E7F6BE6267}" srcOrd="1" destOrd="0" parTransId="{2DC34AF4-30CE-4C03-B49B-B4FEAE27F094}" sibTransId="{6BF095BB-ED75-4BB5-9F7C-C8BF37834F4A}"/>
    <dgm:cxn modelId="{0D0972F3-D42F-4C26-993C-288D49440F41}" type="presOf" srcId="{6BF095BB-ED75-4BB5-9F7C-C8BF37834F4A}" destId="{B543F2F7-B3C1-4117-99AD-F3B48177B6B8}" srcOrd="0" destOrd="0" presId="urn:microsoft.com/office/officeart/2005/8/layout/process1"/>
    <dgm:cxn modelId="{7986EAF4-4BF2-4623-B4EF-103BA0D19343}" type="presOf" srcId="{6BF095BB-ED75-4BB5-9F7C-C8BF37834F4A}" destId="{86D7CB46-908E-42CD-9FAD-FD4D144C5731}" srcOrd="1" destOrd="0" presId="urn:microsoft.com/office/officeart/2005/8/layout/process1"/>
    <dgm:cxn modelId="{EEB15999-9E01-48B4-8160-D48A29CAA7FE}" type="presParOf" srcId="{30DF03E2-4663-4415-9B80-3AFD5C928ECA}" destId="{947F7A16-D85B-48B8-8AB6-3F05072F4B11}" srcOrd="0" destOrd="0" presId="urn:microsoft.com/office/officeart/2005/8/layout/process1"/>
    <dgm:cxn modelId="{55806AC3-30E6-4237-8EEF-E3D9C69D0763}" type="presParOf" srcId="{30DF03E2-4663-4415-9B80-3AFD5C928ECA}" destId="{40B9DA13-27A3-4077-B7FE-928792D2BC5E}" srcOrd="1" destOrd="0" presId="urn:microsoft.com/office/officeart/2005/8/layout/process1"/>
    <dgm:cxn modelId="{C70EB15F-4F7E-41CD-9334-06F1635B7BC6}" type="presParOf" srcId="{40B9DA13-27A3-4077-B7FE-928792D2BC5E}" destId="{65CBDBE4-5541-4E3B-8CD5-BCADEC5134DE}" srcOrd="0" destOrd="0" presId="urn:microsoft.com/office/officeart/2005/8/layout/process1"/>
    <dgm:cxn modelId="{47456AA2-9804-4ACC-A554-82FC48AAF8AF}" type="presParOf" srcId="{30DF03E2-4663-4415-9B80-3AFD5C928ECA}" destId="{D6885E29-BBE1-4F1E-AA05-39574BBF3CBD}" srcOrd="2" destOrd="0" presId="urn:microsoft.com/office/officeart/2005/8/layout/process1"/>
    <dgm:cxn modelId="{6C5648FC-2F3F-46ED-BDC1-7E79C3872199}" type="presParOf" srcId="{30DF03E2-4663-4415-9B80-3AFD5C928ECA}" destId="{B543F2F7-B3C1-4117-99AD-F3B48177B6B8}" srcOrd="3" destOrd="0" presId="urn:microsoft.com/office/officeart/2005/8/layout/process1"/>
    <dgm:cxn modelId="{BA911F26-9AE8-4D34-968F-C9D3CE45DECC}" type="presParOf" srcId="{B543F2F7-B3C1-4117-99AD-F3B48177B6B8}" destId="{86D7CB46-908E-42CD-9FAD-FD4D144C5731}" srcOrd="0" destOrd="0" presId="urn:microsoft.com/office/officeart/2005/8/layout/process1"/>
    <dgm:cxn modelId="{9791BF99-EA4F-4C90-ABDC-E914B89EF0B8}" type="presParOf" srcId="{30DF03E2-4663-4415-9B80-3AFD5C928ECA}" destId="{50FCEF5D-579F-40EC-802D-27E171B95C3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3D33A9-86C8-493F-9F73-1343C19E748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F324F50-6E3E-4D8D-A57D-F731876BE8AE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algn="just"/>
          <a:r>
            <a:rPr lang="en-US" sz="1000" dirty="0"/>
            <a:t>- </a:t>
          </a:r>
          <a:r>
            <a:rPr lang="en-US" sz="1000" dirty="0" err="1"/>
            <a:t>Bagaimana</a:t>
          </a:r>
          <a:r>
            <a:rPr lang="en-US" sz="1000" dirty="0"/>
            <a:t> </a:t>
          </a:r>
          <a:r>
            <a:rPr lang="en-US" sz="1000" dirty="0" err="1"/>
            <a:t>mengembangkan</a:t>
          </a:r>
          <a:r>
            <a:rPr lang="en-US" sz="1000" dirty="0"/>
            <a:t> </a:t>
          </a:r>
          <a:r>
            <a:rPr lang="en-US" sz="1000" dirty="0" err="1"/>
            <a:t>sistem</a:t>
          </a:r>
          <a:r>
            <a:rPr lang="en-US" sz="1000" dirty="0"/>
            <a:t> </a:t>
          </a:r>
          <a:r>
            <a:rPr lang="en-US" sz="1000" dirty="0" err="1"/>
            <a:t>arsip</a:t>
          </a:r>
          <a:r>
            <a:rPr lang="en-US" sz="1000" dirty="0"/>
            <a:t> </a:t>
          </a:r>
          <a:r>
            <a:rPr lang="en-US" sz="1000" dirty="0" err="1"/>
            <a:t>laporan</a:t>
          </a:r>
          <a:r>
            <a:rPr lang="en-US" sz="1000" dirty="0"/>
            <a:t> </a:t>
          </a:r>
          <a:r>
            <a:rPr lang="en-US" sz="1000" dirty="0" err="1"/>
            <a:t>penelitian</a:t>
          </a:r>
          <a:r>
            <a:rPr lang="en-US" sz="1000" dirty="0"/>
            <a:t> dan </a:t>
          </a:r>
          <a:r>
            <a:rPr lang="en-US" sz="1000" dirty="0" err="1"/>
            <a:t>pengabdian</a:t>
          </a:r>
          <a:r>
            <a:rPr lang="en-US" sz="1000" dirty="0"/>
            <a:t> </a:t>
          </a:r>
          <a:r>
            <a:rPr lang="en-US" sz="1000" dirty="0" err="1"/>
            <a:t>kepada</a:t>
          </a:r>
          <a:r>
            <a:rPr lang="en-US" sz="1000" dirty="0"/>
            <a:t> </a:t>
          </a:r>
          <a:r>
            <a:rPr lang="en-US" sz="1000" dirty="0" err="1"/>
            <a:t>masyarakat</a:t>
          </a:r>
          <a:r>
            <a:rPr lang="en-US" sz="1000" dirty="0"/>
            <a:t> </a:t>
          </a:r>
          <a:r>
            <a:rPr lang="en-US" sz="1000" dirty="0" err="1"/>
            <a:t>menggunkan</a:t>
          </a:r>
          <a:r>
            <a:rPr lang="en-US" sz="1000" dirty="0"/>
            <a:t> </a:t>
          </a:r>
          <a:r>
            <a:rPr lang="en-US" sz="1000" dirty="0" err="1"/>
            <a:t>metode</a:t>
          </a:r>
          <a:r>
            <a:rPr lang="en-US" sz="1000" dirty="0"/>
            <a:t> extreme programming?</a:t>
          </a:r>
        </a:p>
      </dgm:t>
    </dgm:pt>
    <dgm:pt modelId="{3923E200-417D-4FD6-A3DD-7723CB5D8870}" type="parTrans" cxnId="{0AFB6214-A73D-4A97-9AFE-559346548075}">
      <dgm:prSet/>
      <dgm:spPr/>
      <dgm:t>
        <a:bodyPr/>
        <a:lstStyle/>
        <a:p>
          <a:endParaRPr lang="en-US"/>
        </a:p>
      </dgm:t>
    </dgm:pt>
    <dgm:pt modelId="{16F73BDD-A0F1-4734-BE3C-6252CF7930C5}" type="sibTrans" cxnId="{0AFB6214-A73D-4A97-9AFE-559346548075}">
      <dgm:prSet/>
      <dgm:spPr/>
      <dgm:t>
        <a:bodyPr/>
        <a:lstStyle/>
        <a:p>
          <a:endParaRPr lang="en-US"/>
        </a:p>
      </dgm:t>
    </dgm:pt>
    <dgm:pt modelId="{5A221081-ECD5-4D43-AC72-A7E7F6BE6267}">
      <dgm:prSet phldrT="[Text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just"/>
          <a:r>
            <a:rPr lang="en-US" sz="1000" dirty="0"/>
            <a:t>- Data </a:t>
          </a:r>
          <a:r>
            <a:rPr lang="en-US" sz="1000" dirty="0" err="1"/>
            <a:t>bisa</a:t>
          </a:r>
          <a:r>
            <a:rPr lang="en-US" sz="1000" dirty="0"/>
            <a:t> </a:t>
          </a:r>
          <a:r>
            <a:rPr lang="en-US" sz="1000" dirty="0" err="1"/>
            <a:t>ter-arsip</a:t>
          </a:r>
          <a:r>
            <a:rPr lang="en-US" sz="1000" dirty="0"/>
            <a:t> </a:t>
          </a:r>
          <a:r>
            <a:rPr lang="en-US" sz="1000" dirty="0" err="1"/>
            <a:t>dengan</a:t>
          </a:r>
          <a:r>
            <a:rPr lang="en-US" sz="1000" dirty="0"/>
            <a:t> </a:t>
          </a:r>
          <a:r>
            <a:rPr lang="en-US" sz="1000" dirty="0" err="1"/>
            <a:t>baik</a:t>
          </a:r>
          <a:r>
            <a:rPr lang="en-US" sz="1000" dirty="0"/>
            <a:t> </a:t>
          </a:r>
          <a:r>
            <a:rPr lang="en-US" sz="1000" dirty="0" err="1"/>
            <a:t>serta</a:t>
          </a:r>
          <a:r>
            <a:rPr lang="en-US" sz="1000" dirty="0"/>
            <a:t> </a:t>
          </a:r>
          <a:r>
            <a:rPr lang="en-US" sz="1000" dirty="0" err="1"/>
            <a:t>mudah</a:t>
          </a:r>
          <a:r>
            <a:rPr lang="en-US" sz="1000" dirty="0"/>
            <a:t> </a:t>
          </a:r>
          <a:r>
            <a:rPr lang="en-US" sz="1000" dirty="0" err="1"/>
            <a:t>untuk</a:t>
          </a:r>
          <a:r>
            <a:rPr lang="en-US" sz="1000" dirty="0"/>
            <a:t> di load </a:t>
          </a:r>
          <a:r>
            <a:rPr lang="en-US" sz="1000" dirty="0" err="1"/>
            <a:t>apabila</a:t>
          </a:r>
          <a:r>
            <a:rPr lang="en-US" sz="1000" dirty="0"/>
            <a:t> </a:t>
          </a:r>
          <a:r>
            <a:rPr lang="en-US" sz="1000" dirty="0" err="1"/>
            <a:t>dibutuhkan</a:t>
          </a:r>
          <a:r>
            <a:rPr lang="en-US" sz="1000" dirty="0"/>
            <a:t> </a:t>
          </a:r>
          <a:r>
            <a:rPr lang="en-US" sz="1000" dirty="0" err="1"/>
            <a:t>kembali</a:t>
          </a:r>
          <a:r>
            <a:rPr lang="en-US" sz="1000" dirty="0"/>
            <a:t>.</a:t>
          </a:r>
        </a:p>
        <a:p>
          <a:pPr algn="just"/>
          <a:r>
            <a:rPr lang="en-US" sz="1000" dirty="0"/>
            <a:t>- </a:t>
          </a:r>
          <a:r>
            <a:rPr lang="en-US" sz="1000" dirty="0" err="1"/>
            <a:t>Terdapat</a:t>
          </a:r>
          <a:r>
            <a:rPr lang="en-US" sz="1000" dirty="0"/>
            <a:t> export data, </a:t>
          </a:r>
          <a:r>
            <a:rPr lang="en-US" sz="1000" dirty="0" err="1"/>
            <a:t>serta</a:t>
          </a:r>
          <a:r>
            <a:rPr lang="en-US" sz="1000" dirty="0"/>
            <a:t> </a:t>
          </a:r>
          <a:r>
            <a:rPr lang="en-US" sz="1000" dirty="0" err="1"/>
            <a:t>mudah</a:t>
          </a:r>
          <a:r>
            <a:rPr lang="en-US" sz="1000" dirty="0"/>
            <a:t> </a:t>
          </a:r>
          <a:r>
            <a:rPr lang="en-US" sz="1000" dirty="0" err="1"/>
            <a:t>untuk</a:t>
          </a:r>
          <a:r>
            <a:rPr lang="en-US" sz="1000" dirty="0"/>
            <a:t> </a:t>
          </a:r>
          <a:r>
            <a:rPr lang="en-US" sz="1000" dirty="0" err="1"/>
            <a:t>memonitoring</a:t>
          </a:r>
          <a:r>
            <a:rPr lang="en-US" sz="1000" dirty="0"/>
            <a:t> data.</a:t>
          </a:r>
        </a:p>
      </dgm:t>
    </dgm:pt>
    <dgm:pt modelId="{2DC34AF4-30CE-4C03-B49B-B4FEAE27F094}" type="parTrans" cxnId="{36CBACCE-27C5-46A8-B69E-430605D4FA7E}">
      <dgm:prSet/>
      <dgm:spPr/>
      <dgm:t>
        <a:bodyPr/>
        <a:lstStyle/>
        <a:p>
          <a:endParaRPr lang="en-US"/>
        </a:p>
      </dgm:t>
    </dgm:pt>
    <dgm:pt modelId="{6BF095BB-ED75-4BB5-9F7C-C8BF37834F4A}" type="sibTrans" cxnId="{36CBACCE-27C5-46A8-B69E-430605D4FA7E}">
      <dgm:prSet/>
      <dgm:spPr/>
      <dgm:t>
        <a:bodyPr/>
        <a:lstStyle/>
        <a:p>
          <a:endParaRPr lang="en-US"/>
        </a:p>
      </dgm:t>
    </dgm:pt>
    <dgm:pt modelId="{48002D99-8C5D-4BAF-B3A3-3FCC4DBDE160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 algn="just"/>
          <a:r>
            <a:rPr lang="en-US" sz="1000" dirty="0"/>
            <a:t>- </a:t>
          </a:r>
          <a:r>
            <a:rPr lang="en-US" sz="1000" dirty="0" err="1"/>
            <a:t>Dengan</a:t>
          </a:r>
          <a:r>
            <a:rPr lang="en-US" sz="1000" dirty="0"/>
            <a:t> </a:t>
          </a:r>
          <a:r>
            <a:rPr lang="en-US" sz="1000" dirty="0" err="1"/>
            <a:t>menerapkan</a:t>
          </a:r>
          <a:r>
            <a:rPr lang="en-US" sz="1000" dirty="0"/>
            <a:t> </a:t>
          </a:r>
          <a:r>
            <a:rPr lang="en-US" sz="1000" dirty="0" err="1"/>
            <a:t>sistem</a:t>
          </a:r>
          <a:r>
            <a:rPr lang="en-US" sz="1000" dirty="0"/>
            <a:t> database </a:t>
          </a:r>
          <a:r>
            <a:rPr lang="en-US" sz="1000" dirty="0" err="1"/>
            <a:t>serta</a:t>
          </a:r>
          <a:r>
            <a:rPr lang="en-US" sz="1000" dirty="0"/>
            <a:t> </a:t>
          </a:r>
          <a:r>
            <a:rPr lang="en-US" sz="1000" dirty="0" err="1"/>
            <a:t>fitur</a:t>
          </a:r>
          <a:r>
            <a:rPr lang="en-US" sz="1000" dirty="0"/>
            <a:t> – </a:t>
          </a:r>
          <a:r>
            <a:rPr lang="en-US" sz="1000" dirty="0" err="1"/>
            <a:t>fitur</a:t>
          </a:r>
          <a:r>
            <a:rPr lang="en-US" sz="1000" dirty="0"/>
            <a:t> yang </a:t>
          </a:r>
          <a:r>
            <a:rPr lang="en-US" sz="1000" dirty="0" err="1"/>
            <a:t>diperlukan</a:t>
          </a:r>
          <a:r>
            <a:rPr lang="en-US" sz="1000" dirty="0"/>
            <a:t> </a:t>
          </a:r>
          <a:r>
            <a:rPr lang="en-US" sz="1000" dirty="0" err="1"/>
            <a:t>dalam</a:t>
          </a:r>
          <a:r>
            <a:rPr lang="en-US" sz="1000" dirty="0"/>
            <a:t> </a:t>
          </a:r>
          <a:r>
            <a:rPr lang="en-US" sz="1000" dirty="0" err="1"/>
            <a:t>arsip</a:t>
          </a:r>
          <a:r>
            <a:rPr lang="en-US" sz="1000" dirty="0"/>
            <a:t> data </a:t>
          </a:r>
          <a:r>
            <a:rPr lang="en-US" sz="1000" dirty="0" err="1"/>
            <a:t>laporan</a:t>
          </a:r>
          <a:r>
            <a:rPr lang="en-US" sz="1000" dirty="0"/>
            <a:t> </a:t>
          </a:r>
          <a:r>
            <a:rPr lang="en-US" sz="1000" dirty="0" err="1"/>
            <a:t>penelitian</a:t>
          </a:r>
          <a:r>
            <a:rPr lang="en-US" sz="1000" dirty="0"/>
            <a:t> dan </a:t>
          </a:r>
          <a:r>
            <a:rPr lang="en-US" sz="1000" dirty="0" err="1"/>
            <a:t>pengabdian</a:t>
          </a:r>
          <a:r>
            <a:rPr lang="en-US" sz="1000" dirty="0"/>
            <a:t> </a:t>
          </a:r>
          <a:r>
            <a:rPr lang="en-US" sz="1000" dirty="0" err="1"/>
            <a:t>kepada</a:t>
          </a:r>
          <a:r>
            <a:rPr lang="en-US" sz="1000" dirty="0"/>
            <a:t> </a:t>
          </a:r>
          <a:r>
            <a:rPr lang="en-US" sz="1000" dirty="0" err="1"/>
            <a:t>masyarakat</a:t>
          </a:r>
          <a:r>
            <a:rPr lang="en-US" sz="1000" dirty="0"/>
            <a:t>, </a:t>
          </a:r>
          <a:r>
            <a:rPr lang="en-US" sz="1000" dirty="0" err="1"/>
            <a:t>maka</a:t>
          </a:r>
          <a:r>
            <a:rPr lang="en-US" sz="1000" dirty="0"/>
            <a:t> </a:t>
          </a:r>
          <a:r>
            <a:rPr lang="en-US" sz="1000" dirty="0" err="1"/>
            <a:t>hal</a:t>
          </a:r>
          <a:r>
            <a:rPr lang="en-US" sz="1000" dirty="0"/>
            <a:t> </a:t>
          </a:r>
          <a:r>
            <a:rPr lang="en-US" sz="1000" dirty="0" err="1"/>
            <a:t>ini</a:t>
          </a:r>
          <a:r>
            <a:rPr lang="en-US" sz="1000" dirty="0"/>
            <a:t> sangat </a:t>
          </a:r>
          <a:r>
            <a:rPr lang="en-US" sz="1000" dirty="0" err="1"/>
            <a:t>memudahkan</a:t>
          </a:r>
          <a:r>
            <a:rPr lang="en-US" sz="1000" dirty="0"/>
            <a:t> administrator </a:t>
          </a:r>
          <a:r>
            <a:rPr lang="en-US" sz="1000" dirty="0" err="1"/>
            <a:t>dalam</a:t>
          </a:r>
          <a:r>
            <a:rPr lang="en-US" sz="1000" dirty="0"/>
            <a:t> </a:t>
          </a:r>
          <a:r>
            <a:rPr lang="en-US" sz="1000" dirty="0" err="1"/>
            <a:t>mengaudit</a:t>
          </a:r>
          <a:r>
            <a:rPr lang="en-US" sz="1000" dirty="0"/>
            <a:t> data.</a:t>
          </a:r>
        </a:p>
      </dgm:t>
    </dgm:pt>
    <dgm:pt modelId="{0B32EDFB-14D1-44F7-BB98-D5135A1A956F}" type="parTrans" cxnId="{AF21DBA0-CAE5-4B06-9FD3-F68B424DA4D3}">
      <dgm:prSet/>
      <dgm:spPr/>
      <dgm:t>
        <a:bodyPr/>
        <a:lstStyle/>
        <a:p>
          <a:endParaRPr lang="en-US"/>
        </a:p>
      </dgm:t>
    </dgm:pt>
    <dgm:pt modelId="{94F14D40-F50B-4F20-9F33-5F9C20C5DB50}" type="sibTrans" cxnId="{AF21DBA0-CAE5-4B06-9FD3-F68B424DA4D3}">
      <dgm:prSet/>
      <dgm:spPr/>
      <dgm:t>
        <a:bodyPr/>
        <a:lstStyle/>
        <a:p>
          <a:endParaRPr lang="en-US"/>
        </a:p>
      </dgm:t>
    </dgm:pt>
    <dgm:pt modelId="{30DF03E2-4663-4415-9B80-3AFD5C928ECA}" type="pres">
      <dgm:prSet presAssocID="{653D33A9-86C8-493F-9F73-1343C19E7486}" presName="Name0" presStyleCnt="0">
        <dgm:presLayoutVars>
          <dgm:dir/>
          <dgm:resizeHandles val="exact"/>
        </dgm:presLayoutVars>
      </dgm:prSet>
      <dgm:spPr/>
    </dgm:pt>
    <dgm:pt modelId="{947F7A16-D85B-48B8-8AB6-3F05072F4B11}" type="pres">
      <dgm:prSet presAssocID="{2F324F50-6E3E-4D8D-A57D-F731876BE8AE}" presName="node" presStyleLbl="node1" presStyleIdx="0" presStyleCnt="3" custScaleX="174012" custScaleY="330942">
        <dgm:presLayoutVars>
          <dgm:bulletEnabled val="1"/>
        </dgm:presLayoutVars>
      </dgm:prSet>
      <dgm:spPr/>
    </dgm:pt>
    <dgm:pt modelId="{40B9DA13-27A3-4077-B7FE-928792D2BC5E}" type="pres">
      <dgm:prSet presAssocID="{16F73BDD-A0F1-4734-BE3C-6252CF7930C5}" presName="sibTrans" presStyleLbl="sibTrans2D1" presStyleIdx="0" presStyleCnt="2"/>
      <dgm:spPr/>
    </dgm:pt>
    <dgm:pt modelId="{65CBDBE4-5541-4E3B-8CD5-BCADEC5134DE}" type="pres">
      <dgm:prSet presAssocID="{16F73BDD-A0F1-4734-BE3C-6252CF7930C5}" presName="connectorText" presStyleLbl="sibTrans2D1" presStyleIdx="0" presStyleCnt="2"/>
      <dgm:spPr/>
    </dgm:pt>
    <dgm:pt modelId="{D6885E29-BBE1-4F1E-AA05-39574BBF3CBD}" type="pres">
      <dgm:prSet presAssocID="{5A221081-ECD5-4D43-AC72-A7E7F6BE6267}" presName="node" presStyleLbl="node1" presStyleIdx="1" presStyleCnt="3" custScaleX="172691" custScaleY="335474">
        <dgm:presLayoutVars>
          <dgm:bulletEnabled val="1"/>
        </dgm:presLayoutVars>
      </dgm:prSet>
      <dgm:spPr/>
    </dgm:pt>
    <dgm:pt modelId="{B543F2F7-B3C1-4117-99AD-F3B48177B6B8}" type="pres">
      <dgm:prSet presAssocID="{6BF095BB-ED75-4BB5-9F7C-C8BF37834F4A}" presName="sibTrans" presStyleLbl="sibTrans2D1" presStyleIdx="1" presStyleCnt="2"/>
      <dgm:spPr/>
    </dgm:pt>
    <dgm:pt modelId="{86D7CB46-908E-42CD-9FAD-FD4D144C5731}" type="pres">
      <dgm:prSet presAssocID="{6BF095BB-ED75-4BB5-9F7C-C8BF37834F4A}" presName="connectorText" presStyleLbl="sibTrans2D1" presStyleIdx="1" presStyleCnt="2"/>
      <dgm:spPr/>
    </dgm:pt>
    <dgm:pt modelId="{50FCEF5D-579F-40EC-802D-27E171B95C3D}" type="pres">
      <dgm:prSet presAssocID="{48002D99-8C5D-4BAF-B3A3-3FCC4DBDE160}" presName="node" presStyleLbl="node1" presStyleIdx="2" presStyleCnt="3" custScaleX="181469" custScaleY="338471">
        <dgm:presLayoutVars>
          <dgm:bulletEnabled val="1"/>
        </dgm:presLayoutVars>
      </dgm:prSet>
      <dgm:spPr/>
    </dgm:pt>
  </dgm:ptLst>
  <dgm:cxnLst>
    <dgm:cxn modelId="{26A44A08-36C2-490B-BBA6-A108A67AF9D9}" type="presOf" srcId="{2F324F50-6E3E-4D8D-A57D-F731876BE8AE}" destId="{947F7A16-D85B-48B8-8AB6-3F05072F4B11}" srcOrd="0" destOrd="0" presId="urn:microsoft.com/office/officeart/2005/8/layout/process1"/>
    <dgm:cxn modelId="{0AFB6214-A73D-4A97-9AFE-559346548075}" srcId="{653D33A9-86C8-493F-9F73-1343C19E7486}" destId="{2F324F50-6E3E-4D8D-A57D-F731876BE8AE}" srcOrd="0" destOrd="0" parTransId="{3923E200-417D-4FD6-A3DD-7723CB5D8870}" sibTransId="{16F73BDD-A0F1-4734-BE3C-6252CF7930C5}"/>
    <dgm:cxn modelId="{17C9C037-1A6D-460D-9E9D-2999AFD4B590}" type="presOf" srcId="{48002D99-8C5D-4BAF-B3A3-3FCC4DBDE160}" destId="{50FCEF5D-579F-40EC-802D-27E171B95C3D}" srcOrd="0" destOrd="0" presId="urn:microsoft.com/office/officeart/2005/8/layout/process1"/>
    <dgm:cxn modelId="{86BC5E38-B5BD-4778-8A75-8A98AC5D84B0}" type="presOf" srcId="{16F73BDD-A0F1-4734-BE3C-6252CF7930C5}" destId="{40B9DA13-27A3-4077-B7FE-928792D2BC5E}" srcOrd="0" destOrd="0" presId="urn:microsoft.com/office/officeart/2005/8/layout/process1"/>
    <dgm:cxn modelId="{9E3ADF73-4076-4B77-8FC9-D65D088FEE19}" type="presOf" srcId="{16F73BDD-A0F1-4734-BE3C-6252CF7930C5}" destId="{65CBDBE4-5541-4E3B-8CD5-BCADEC5134DE}" srcOrd="1" destOrd="0" presId="urn:microsoft.com/office/officeart/2005/8/layout/process1"/>
    <dgm:cxn modelId="{86F3948D-BBDD-4913-8878-61E882F8C7E2}" type="presOf" srcId="{653D33A9-86C8-493F-9F73-1343C19E7486}" destId="{30DF03E2-4663-4415-9B80-3AFD5C928ECA}" srcOrd="0" destOrd="0" presId="urn:microsoft.com/office/officeart/2005/8/layout/process1"/>
    <dgm:cxn modelId="{AF21DBA0-CAE5-4B06-9FD3-F68B424DA4D3}" srcId="{653D33A9-86C8-493F-9F73-1343C19E7486}" destId="{48002D99-8C5D-4BAF-B3A3-3FCC4DBDE160}" srcOrd="2" destOrd="0" parTransId="{0B32EDFB-14D1-44F7-BB98-D5135A1A956F}" sibTransId="{94F14D40-F50B-4F20-9F33-5F9C20C5DB50}"/>
    <dgm:cxn modelId="{6302A8C3-F666-4931-87C6-A13A7A3107C0}" type="presOf" srcId="{5A221081-ECD5-4D43-AC72-A7E7F6BE6267}" destId="{D6885E29-BBE1-4F1E-AA05-39574BBF3CBD}" srcOrd="0" destOrd="0" presId="urn:microsoft.com/office/officeart/2005/8/layout/process1"/>
    <dgm:cxn modelId="{36CBACCE-27C5-46A8-B69E-430605D4FA7E}" srcId="{653D33A9-86C8-493F-9F73-1343C19E7486}" destId="{5A221081-ECD5-4D43-AC72-A7E7F6BE6267}" srcOrd="1" destOrd="0" parTransId="{2DC34AF4-30CE-4C03-B49B-B4FEAE27F094}" sibTransId="{6BF095BB-ED75-4BB5-9F7C-C8BF37834F4A}"/>
    <dgm:cxn modelId="{0D0972F3-D42F-4C26-993C-288D49440F41}" type="presOf" srcId="{6BF095BB-ED75-4BB5-9F7C-C8BF37834F4A}" destId="{B543F2F7-B3C1-4117-99AD-F3B48177B6B8}" srcOrd="0" destOrd="0" presId="urn:microsoft.com/office/officeart/2005/8/layout/process1"/>
    <dgm:cxn modelId="{7986EAF4-4BF2-4623-B4EF-103BA0D19343}" type="presOf" srcId="{6BF095BB-ED75-4BB5-9F7C-C8BF37834F4A}" destId="{86D7CB46-908E-42CD-9FAD-FD4D144C5731}" srcOrd="1" destOrd="0" presId="urn:microsoft.com/office/officeart/2005/8/layout/process1"/>
    <dgm:cxn modelId="{EEB15999-9E01-48B4-8160-D48A29CAA7FE}" type="presParOf" srcId="{30DF03E2-4663-4415-9B80-3AFD5C928ECA}" destId="{947F7A16-D85B-48B8-8AB6-3F05072F4B11}" srcOrd="0" destOrd="0" presId="urn:microsoft.com/office/officeart/2005/8/layout/process1"/>
    <dgm:cxn modelId="{55806AC3-30E6-4237-8EEF-E3D9C69D0763}" type="presParOf" srcId="{30DF03E2-4663-4415-9B80-3AFD5C928ECA}" destId="{40B9DA13-27A3-4077-B7FE-928792D2BC5E}" srcOrd="1" destOrd="0" presId="urn:microsoft.com/office/officeart/2005/8/layout/process1"/>
    <dgm:cxn modelId="{C70EB15F-4F7E-41CD-9334-06F1635B7BC6}" type="presParOf" srcId="{40B9DA13-27A3-4077-B7FE-928792D2BC5E}" destId="{65CBDBE4-5541-4E3B-8CD5-BCADEC5134DE}" srcOrd="0" destOrd="0" presId="urn:microsoft.com/office/officeart/2005/8/layout/process1"/>
    <dgm:cxn modelId="{47456AA2-9804-4ACC-A554-82FC48AAF8AF}" type="presParOf" srcId="{30DF03E2-4663-4415-9B80-3AFD5C928ECA}" destId="{D6885E29-BBE1-4F1E-AA05-39574BBF3CBD}" srcOrd="2" destOrd="0" presId="urn:microsoft.com/office/officeart/2005/8/layout/process1"/>
    <dgm:cxn modelId="{6C5648FC-2F3F-46ED-BDC1-7E79C3872199}" type="presParOf" srcId="{30DF03E2-4663-4415-9B80-3AFD5C928ECA}" destId="{B543F2F7-B3C1-4117-99AD-F3B48177B6B8}" srcOrd="3" destOrd="0" presId="urn:microsoft.com/office/officeart/2005/8/layout/process1"/>
    <dgm:cxn modelId="{BA911F26-9AE8-4D34-968F-C9D3CE45DECC}" type="presParOf" srcId="{B543F2F7-B3C1-4117-99AD-F3B48177B6B8}" destId="{86D7CB46-908E-42CD-9FAD-FD4D144C5731}" srcOrd="0" destOrd="0" presId="urn:microsoft.com/office/officeart/2005/8/layout/process1"/>
    <dgm:cxn modelId="{9791BF99-EA4F-4C90-ABDC-E914B89EF0B8}" type="presParOf" srcId="{30DF03E2-4663-4415-9B80-3AFD5C928ECA}" destId="{50FCEF5D-579F-40EC-802D-27E171B95C3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7F7A16-D85B-48B8-8AB6-3F05072F4B11}">
      <dsp:nvSpPr>
        <dsp:cNvPr id="0" name=""/>
        <dsp:cNvSpPr/>
      </dsp:nvSpPr>
      <dsp:spPr>
        <a:xfrm>
          <a:off x="6290" y="0"/>
          <a:ext cx="2102993" cy="3300854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 dirty="0"/>
        </a:p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/>
            <a:t>Pekembangan</a:t>
          </a:r>
          <a:r>
            <a:rPr lang="en-US" sz="1000" kern="1200" dirty="0"/>
            <a:t> </a:t>
          </a:r>
          <a:r>
            <a:rPr lang="en-US" sz="1000" kern="1200" dirty="0" err="1"/>
            <a:t>teknologi</a:t>
          </a:r>
          <a:r>
            <a:rPr lang="en-US" sz="1000" kern="1200" dirty="0"/>
            <a:t> </a:t>
          </a:r>
          <a:r>
            <a:rPr lang="en-US" sz="1000" kern="1200" dirty="0" err="1"/>
            <a:t>tidak</a:t>
          </a:r>
          <a:r>
            <a:rPr lang="en-US" sz="1000" kern="1200" dirty="0"/>
            <a:t> </a:t>
          </a:r>
          <a:r>
            <a:rPr lang="en-US" sz="1000" kern="1200" dirty="0" err="1"/>
            <a:t>bisa</a:t>
          </a:r>
          <a:r>
            <a:rPr lang="en-US" sz="1000" kern="1200" dirty="0"/>
            <a:t> </a:t>
          </a:r>
          <a:r>
            <a:rPr lang="en-US" sz="1000" kern="1200" dirty="0" err="1"/>
            <a:t>dipungkiri</a:t>
          </a:r>
          <a:r>
            <a:rPr lang="en-US" sz="1000" kern="1200" dirty="0"/>
            <a:t> </a:t>
          </a:r>
          <a:r>
            <a:rPr lang="en-US" sz="1000" kern="1200" dirty="0" err="1"/>
            <a:t>sampai</a:t>
          </a:r>
          <a:r>
            <a:rPr lang="en-US" sz="1000" kern="1200" dirty="0"/>
            <a:t> pada </a:t>
          </a:r>
          <a:r>
            <a:rPr lang="en-US" sz="1000" kern="1200" dirty="0" err="1"/>
            <a:t>saat</a:t>
          </a:r>
          <a:r>
            <a:rPr lang="en-US" sz="1000" kern="1200" dirty="0"/>
            <a:t> </a:t>
          </a:r>
          <a:r>
            <a:rPr lang="en-US" sz="1000" kern="1200" dirty="0" err="1"/>
            <a:t>ini</a:t>
          </a:r>
          <a:r>
            <a:rPr lang="en-US" sz="1000" kern="1200" dirty="0"/>
            <a:t>. </a:t>
          </a:r>
          <a:r>
            <a:rPr lang="en-US" sz="1000" kern="1200" dirty="0" err="1"/>
            <a:t>Adanya</a:t>
          </a:r>
          <a:r>
            <a:rPr lang="en-US" sz="1000" kern="1200" dirty="0"/>
            <a:t> </a:t>
          </a:r>
          <a:r>
            <a:rPr lang="en-US" sz="1000" kern="1200" dirty="0" err="1"/>
            <a:t>perkembangan</a:t>
          </a:r>
          <a:r>
            <a:rPr lang="en-US" sz="1000" kern="1200" dirty="0"/>
            <a:t> yang </a:t>
          </a:r>
          <a:r>
            <a:rPr lang="en-US" sz="1000" kern="1200" dirty="0" err="1"/>
            <a:t>hampir</a:t>
          </a:r>
          <a:r>
            <a:rPr lang="en-US" sz="1000" kern="1200" dirty="0"/>
            <a:t> </a:t>
          </a:r>
          <a:r>
            <a:rPr lang="en-US" sz="1000" kern="1200" dirty="0" err="1"/>
            <a:t>tiap</a:t>
          </a:r>
          <a:r>
            <a:rPr lang="en-US" sz="1000" kern="1200" dirty="0"/>
            <a:t> jam </a:t>
          </a:r>
          <a:r>
            <a:rPr lang="en-US" sz="1000" kern="1200" dirty="0" err="1"/>
            <a:t>bisa</a:t>
          </a:r>
          <a:r>
            <a:rPr lang="en-US" sz="1000" kern="1200" dirty="0"/>
            <a:t> </a:t>
          </a:r>
          <a:r>
            <a:rPr lang="en-US" sz="1000" kern="1200" dirty="0" err="1"/>
            <a:t>mengembangkan</a:t>
          </a:r>
          <a:r>
            <a:rPr lang="en-US" sz="1000" kern="1200" dirty="0"/>
            <a:t> </a:t>
          </a:r>
          <a:r>
            <a:rPr lang="en-US" sz="1000" kern="1200" dirty="0" err="1"/>
            <a:t>bahkan</a:t>
          </a:r>
          <a:r>
            <a:rPr lang="en-US" sz="1000" kern="1200" dirty="0"/>
            <a:t> </a:t>
          </a:r>
          <a:r>
            <a:rPr lang="en-US" sz="1000" kern="1200" dirty="0" err="1"/>
            <a:t>menciptakan</a:t>
          </a:r>
          <a:r>
            <a:rPr lang="en-US" sz="1000" kern="1200" dirty="0"/>
            <a:t> </a:t>
          </a:r>
          <a:r>
            <a:rPr lang="en-US" sz="1000" kern="1200" dirty="0" err="1"/>
            <a:t>aplikasi</a:t>
          </a:r>
          <a:r>
            <a:rPr lang="en-US" sz="1000" kern="1200" dirty="0"/>
            <a:t> </a:t>
          </a:r>
          <a:r>
            <a:rPr lang="en-US" sz="1000" kern="1200" dirty="0" err="1"/>
            <a:t>atau</a:t>
          </a:r>
          <a:r>
            <a:rPr lang="en-US" sz="1000" kern="1200" dirty="0"/>
            <a:t> </a:t>
          </a:r>
          <a:r>
            <a:rPr lang="en-US" sz="1000" kern="1200" dirty="0" err="1"/>
            <a:t>teknologi</a:t>
          </a:r>
          <a:r>
            <a:rPr lang="en-US" sz="1000" kern="1200" dirty="0"/>
            <a:t> </a:t>
          </a:r>
          <a:r>
            <a:rPr lang="en-US" sz="1000" kern="1200" dirty="0" err="1"/>
            <a:t>baru</a:t>
          </a:r>
          <a:r>
            <a:rPr lang="en-US" sz="1000" kern="1200" dirty="0"/>
            <a:t>, </a:t>
          </a:r>
          <a:r>
            <a:rPr lang="en-US" sz="1000" kern="1200" dirty="0" err="1"/>
            <a:t>hal</a:t>
          </a:r>
          <a:r>
            <a:rPr lang="en-US" sz="1000" kern="1200" dirty="0"/>
            <a:t> </a:t>
          </a:r>
          <a:r>
            <a:rPr lang="en-US" sz="1000" kern="1200" dirty="0" err="1"/>
            <a:t>menjadi</a:t>
          </a:r>
          <a:r>
            <a:rPr lang="en-US" sz="1000" kern="1200" dirty="0"/>
            <a:t> </a:t>
          </a:r>
          <a:r>
            <a:rPr lang="en-US" sz="1000" kern="1200" dirty="0" err="1"/>
            <a:t>tantangan</a:t>
          </a:r>
          <a:r>
            <a:rPr lang="en-US" sz="1000" kern="1200" dirty="0"/>
            <a:t> </a:t>
          </a:r>
          <a:r>
            <a:rPr lang="en-US" sz="1000" kern="1200" dirty="0" err="1"/>
            <a:t>kita</a:t>
          </a:r>
          <a:r>
            <a:rPr lang="en-US" sz="1000" kern="1200" dirty="0"/>
            <a:t> </a:t>
          </a:r>
          <a:r>
            <a:rPr lang="en-US" sz="1000" kern="1200" dirty="0" err="1"/>
            <a:t>semua</a:t>
          </a:r>
          <a:r>
            <a:rPr lang="en-US" sz="1000" kern="1200" dirty="0"/>
            <a:t> yang </a:t>
          </a:r>
          <a:r>
            <a:rPr lang="en-US" sz="1000" kern="1200" dirty="0" err="1"/>
            <a:t>hidup</a:t>
          </a:r>
          <a:r>
            <a:rPr lang="en-US" sz="1000" kern="1200" dirty="0"/>
            <a:t> pada zaman </a:t>
          </a:r>
          <a:r>
            <a:rPr lang="en-US" sz="1000" kern="1200" dirty="0" err="1"/>
            <a:t>ini</a:t>
          </a:r>
          <a:r>
            <a:rPr lang="en-US" sz="1000" kern="1200" dirty="0"/>
            <a:t> yang </a:t>
          </a:r>
          <a:r>
            <a:rPr lang="en-US" sz="1000" kern="1200" dirty="0" err="1"/>
            <a:t>mau</a:t>
          </a:r>
          <a:r>
            <a:rPr lang="en-US" sz="1000" kern="1200" dirty="0"/>
            <a:t> </a:t>
          </a:r>
          <a:r>
            <a:rPr lang="en-US" sz="1000" kern="1200" dirty="0" err="1"/>
            <a:t>tidak</a:t>
          </a:r>
          <a:r>
            <a:rPr lang="en-US" sz="1000" kern="1200" dirty="0"/>
            <a:t> </a:t>
          </a:r>
          <a:r>
            <a:rPr lang="en-US" sz="1000" kern="1200" dirty="0" err="1"/>
            <a:t>mau</a:t>
          </a:r>
          <a:r>
            <a:rPr lang="en-US" sz="1000" kern="1200" dirty="0"/>
            <a:t> </a:t>
          </a:r>
          <a:r>
            <a:rPr lang="en-US" sz="1000" kern="1200" dirty="0" err="1"/>
            <a:t>harus</a:t>
          </a:r>
          <a:r>
            <a:rPr lang="en-US" sz="1000" kern="1200" dirty="0"/>
            <a:t> </a:t>
          </a:r>
          <a:r>
            <a:rPr lang="en-US" sz="1000" kern="1200" dirty="0" err="1"/>
            <a:t>beradaptasi</a:t>
          </a:r>
          <a:r>
            <a:rPr lang="en-US" sz="1000" kern="1200" dirty="0"/>
            <a:t>, </a:t>
          </a:r>
          <a:r>
            <a:rPr lang="en-US" sz="1000" kern="1200" dirty="0" err="1"/>
            <a:t>terutama</a:t>
          </a:r>
          <a:r>
            <a:rPr lang="en-US" sz="1000" kern="1200" dirty="0"/>
            <a:t> di </a:t>
          </a:r>
          <a:r>
            <a:rPr lang="en-US" sz="1000" kern="1200" dirty="0" err="1"/>
            <a:t>dalam</a:t>
          </a:r>
          <a:r>
            <a:rPr lang="en-US" sz="1000" kern="1200" dirty="0"/>
            <a:t> </a:t>
          </a:r>
          <a:r>
            <a:rPr lang="en-US" sz="1000" kern="1200" dirty="0" err="1"/>
            <a:t>lingkup</a:t>
          </a:r>
          <a:r>
            <a:rPr lang="en-US" sz="1000" kern="1200" dirty="0"/>
            <a:t> </a:t>
          </a:r>
          <a:r>
            <a:rPr lang="en-US" sz="1000" kern="1200" dirty="0" err="1"/>
            <a:t>ruang</a:t>
          </a:r>
          <a:r>
            <a:rPr lang="en-US" sz="1000" kern="1200" dirty="0"/>
            <a:t> </a:t>
          </a:r>
          <a:r>
            <a:rPr lang="en-US" sz="1000" kern="1200" dirty="0" err="1"/>
            <a:t>kerja</a:t>
          </a:r>
          <a:r>
            <a:rPr lang="en-US" sz="1000" kern="1200" dirty="0"/>
            <a:t> </a:t>
          </a:r>
          <a:r>
            <a:rPr lang="en-US" sz="1000" kern="1200" dirty="0" err="1"/>
            <a:t>kita</a:t>
          </a:r>
          <a:r>
            <a:rPr lang="en-US" sz="1000" kern="1200" dirty="0"/>
            <a:t>, </a:t>
          </a:r>
          <a:r>
            <a:rPr lang="en-US" sz="1000" kern="1200" dirty="0" err="1"/>
            <a:t>baik</a:t>
          </a:r>
          <a:r>
            <a:rPr lang="en-US" sz="1000" kern="1200" dirty="0"/>
            <a:t> di </a:t>
          </a:r>
          <a:r>
            <a:rPr lang="en-US" sz="1000" kern="1200" dirty="0" err="1"/>
            <a:t>instansi</a:t>
          </a:r>
          <a:r>
            <a:rPr lang="en-US" sz="1000" kern="1200" dirty="0"/>
            <a:t>, universitas, </a:t>
          </a:r>
          <a:r>
            <a:rPr lang="en-US" sz="1000" kern="1200" dirty="0" err="1"/>
            <a:t>sekolah</a:t>
          </a:r>
          <a:r>
            <a:rPr lang="en-US" sz="1000" kern="1200" dirty="0"/>
            <a:t> </a:t>
          </a:r>
          <a:r>
            <a:rPr lang="en-US" sz="1000" kern="1200" dirty="0" err="1"/>
            <a:t>sampai</a:t>
          </a:r>
          <a:r>
            <a:rPr lang="en-US" sz="1000" kern="1200" dirty="0"/>
            <a:t> pada </a:t>
          </a:r>
          <a:r>
            <a:rPr lang="en-US" sz="1000" kern="1200" dirty="0" err="1"/>
            <a:t>usaha</a:t>
          </a:r>
          <a:r>
            <a:rPr lang="en-US" sz="1000" kern="1200" dirty="0"/>
            <a:t> – </a:t>
          </a:r>
          <a:r>
            <a:rPr lang="en-US" sz="1000" kern="1200" dirty="0" err="1"/>
            <a:t>usaha</a:t>
          </a:r>
          <a:r>
            <a:rPr lang="en-US" sz="1000" kern="1200" dirty="0"/>
            <a:t> </a:t>
          </a:r>
          <a:r>
            <a:rPr lang="en-US" sz="1000" kern="1200" dirty="0" err="1"/>
            <a:t>kecil</a:t>
          </a:r>
          <a:r>
            <a:rPr lang="en-US" sz="1000" kern="1200" dirty="0"/>
            <a:t>.</a:t>
          </a:r>
        </a:p>
      </dsp:txBody>
      <dsp:txXfrm>
        <a:off x="67885" y="61595"/>
        <a:ext cx="1979803" cy="3177664"/>
      </dsp:txXfrm>
    </dsp:sp>
    <dsp:sp modelId="{40B9DA13-27A3-4077-B7FE-928792D2BC5E}">
      <dsp:nvSpPr>
        <dsp:cNvPr id="0" name=""/>
        <dsp:cNvSpPr/>
      </dsp:nvSpPr>
      <dsp:spPr>
        <a:xfrm>
          <a:off x="2230137" y="1500568"/>
          <a:ext cx="256209" cy="2997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230137" y="1560511"/>
        <a:ext cx="179346" cy="179830"/>
      </dsp:txXfrm>
    </dsp:sp>
    <dsp:sp modelId="{D6885E29-BBE1-4F1E-AA05-39574BBF3CBD}">
      <dsp:nvSpPr>
        <dsp:cNvPr id="0" name=""/>
        <dsp:cNvSpPr/>
      </dsp:nvSpPr>
      <dsp:spPr>
        <a:xfrm>
          <a:off x="2592697" y="-22601"/>
          <a:ext cx="2087028" cy="3346056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-  Data </a:t>
          </a:r>
          <a:r>
            <a:rPr lang="en-US" sz="1000" kern="1200" dirty="0" err="1"/>
            <a:t>arsip</a:t>
          </a:r>
          <a:r>
            <a:rPr lang="en-US" sz="1000" kern="1200" dirty="0"/>
            <a:t> soft copy </a:t>
          </a:r>
          <a:r>
            <a:rPr lang="en-US" sz="1000" kern="1200" dirty="0" err="1"/>
            <a:t>tidak</a:t>
          </a:r>
          <a:r>
            <a:rPr lang="en-US" sz="1000" kern="1200" dirty="0"/>
            <a:t> </a:t>
          </a:r>
          <a:r>
            <a:rPr lang="en-US" sz="1000" kern="1200" dirty="0" err="1"/>
            <a:t>terelasi</a:t>
          </a:r>
          <a:r>
            <a:rPr lang="en-US" sz="1000" kern="1200" dirty="0"/>
            <a:t> yang </a:t>
          </a:r>
          <a:r>
            <a:rPr lang="en-US" sz="1000" kern="1200" dirty="0" err="1"/>
            <a:t>diamana</a:t>
          </a:r>
          <a:r>
            <a:rPr lang="en-US" sz="1000" kern="1200" dirty="0"/>
            <a:t> </a:t>
          </a:r>
          <a:r>
            <a:rPr lang="en-US" sz="1000" kern="1200" dirty="0" err="1"/>
            <a:t>masih</a:t>
          </a:r>
          <a:r>
            <a:rPr lang="en-US" sz="1000" kern="1200" dirty="0"/>
            <a:t> </a:t>
          </a:r>
          <a:r>
            <a:rPr lang="en-US" sz="1000" kern="1200" dirty="0" err="1"/>
            <a:t>menggunakan</a:t>
          </a:r>
          <a:r>
            <a:rPr lang="en-US" sz="1000" kern="1200" dirty="0"/>
            <a:t> </a:t>
          </a:r>
          <a:r>
            <a:rPr lang="en-US" sz="1000" kern="1200" dirty="0" err="1"/>
            <a:t>penyimpanan</a:t>
          </a:r>
          <a:r>
            <a:rPr lang="en-US" sz="1000" kern="1200" dirty="0"/>
            <a:t> di sub – sub folder </a:t>
          </a:r>
          <a:r>
            <a:rPr lang="en-US" sz="1000" kern="1200" dirty="0" err="1"/>
            <a:t>sehingga</a:t>
          </a:r>
          <a:r>
            <a:rPr lang="en-US" sz="1000" kern="1200" dirty="0"/>
            <a:t> </a:t>
          </a:r>
          <a:r>
            <a:rPr lang="en-US" sz="1000" kern="1200" dirty="0" err="1"/>
            <a:t>menyulitkan</a:t>
          </a:r>
          <a:r>
            <a:rPr lang="en-US" sz="1000" kern="1200" dirty="0"/>
            <a:t> </a:t>
          </a:r>
          <a:r>
            <a:rPr lang="en-US" sz="1000" kern="1200" dirty="0" err="1"/>
            <a:t>pencarian</a:t>
          </a:r>
          <a:r>
            <a:rPr lang="en-US" sz="1000" kern="1200" dirty="0"/>
            <a:t> data </a:t>
          </a:r>
          <a:r>
            <a:rPr lang="en-US" sz="1000" kern="1200" dirty="0" err="1"/>
            <a:t>ketika</a:t>
          </a:r>
          <a:r>
            <a:rPr lang="en-US" sz="1000" kern="1200" dirty="0"/>
            <a:t> </a:t>
          </a:r>
          <a:r>
            <a:rPr lang="en-US" sz="1000" kern="1200" dirty="0" err="1"/>
            <a:t>diperlukan</a:t>
          </a:r>
          <a:r>
            <a:rPr lang="en-US" sz="1000" kern="1200" dirty="0"/>
            <a:t> </a:t>
          </a:r>
          <a:r>
            <a:rPr lang="en-US" sz="1000" kern="1200" dirty="0" err="1"/>
            <a:t>kembali</a:t>
          </a:r>
          <a:r>
            <a:rPr lang="en-US" sz="1000" kern="1200" dirty="0"/>
            <a:t>.</a:t>
          </a:r>
        </a:p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- Data </a:t>
          </a:r>
          <a:r>
            <a:rPr lang="en-US" sz="1000" kern="1200" dirty="0" err="1"/>
            <a:t>dalam</a:t>
          </a:r>
          <a:r>
            <a:rPr lang="en-US" sz="1000" kern="1200" dirty="0"/>
            <a:t> </a:t>
          </a:r>
          <a:r>
            <a:rPr lang="en-US" sz="1000" kern="1200" dirty="0" err="1"/>
            <a:t>bentuk</a:t>
          </a:r>
          <a:r>
            <a:rPr lang="en-US" sz="1000" kern="1200" dirty="0"/>
            <a:t> excel dan </a:t>
          </a:r>
          <a:r>
            <a:rPr lang="en-US" sz="1000" kern="1200" dirty="0" err="1"/>
            <a:t>tidak</a:t>
          </a:r>
          <a:r>
            <a:rPr lang="en-US" sz="1000" kern="1200" dirty="0"/>
            <a:t> </a:t>
          </a:r>
          <a:r>
            <a:rPr lang="en-US" sz="1000" kern="1200" dirty="0" err="1"/>
            <a:t>terogranisir</a:t>
          </a:r>
          <a:r>
            <a:rPr lang="en-US" sz="1000" kern="1200" dirty="0"/>
            <a:t> </a:t>
          </a:r>
          <a:r>
            <a:rPr lang="en-US" sz="1000" kern="1200" dirty="0" err="1"/>
            <a:t>dengan</a:t>
          </a:r>
          <a:r>
            <a:rPr lang="en-US" sz="1000" kern="1200" dirty="0"/>
            <a:t> </a:t>
          </a:r>
          <a:r>
            <a:rPr lang="en-US" sz="1000" kern="1200" dirty="0" err="1"/>
            <a:t>baik</a:t>
          </a:r>
          <a:r>
            <a:rPr lang="en-US" sz="1000" kern="1200" dirty="0"/>
            <a:t> </a:t>
          </a:r>
          <a:r>
            <a:rPr lang="en-US" sz="1000" kern="1200" dirty="0" err="1"/>
            <a:t>sehingga</a:t>
          </a:r>
          <a:r>
            <a:rPr lang="en-US" sz="1000" kern="1200" dirty="0"/>
            <a:t> </a:t>
          </a:r>
          <a:r>
            <a:rPr lang="en-US" sz="1000" kern="1200" dirty="0" err="1"/>
            <a:t>tidak</a:t>
          </a:r>
          <a:r>
            <a:rPr lang="en-US" sz="1000" kern="1200" dirty="0"/>
            <a:t> </a:t>
          </a:r>
          <a:r>
            <a:rPr lang="en-US" sz="1000" kern="1200" dirty="0" err="1"/>
            <a:t>diketahui</a:t>
          </a:r>
          <a:r>
            <a:rPr lang="en-US" sz="1000" kern="1200" dirty="0"/>
            <a:t> </a:t>
          </a:r>
          <a:r>
            <a:rPr lang="en-US" sz="1000" kern="1200" dirty="0" err="1"/>
            <a:t>rentan</a:t>
          </a:r>
          <a:r>
            <a:rPr lang="en-US" sz="1000" kern="1200" dirty="0"/>
            <a:t> </a:t>
          </a:r>
          <a:r>
            <a:rPr lang="en-US" sz="1000" kern="1200" dirty="0" err="1"/>
            <a:t>waktu</a:t>
          </a:r>
          <a:r>
            <a:rPr lang="en-US" sz="1000" kern="1200" dirty="0"/>
            <a:t> </a:t>
          </a:r>
          <a:r>
            <a:rPr lang="en-US" sz="1000" kern="1200" dirty="0" err="1"/>
            <a:t>dalam</a:t>
          </a:r>
          <a:r>
            <a:rPr lang="en-US" sz="1000" kern="1200" dirty="0"/>
            <a:t> </a:t>
          </a:r>
          <a:r>
            <a:rPr lang="en-US" sz="1000" kern="1200" dirty="0" err="1"/>
            <a:t>memasukkan</a:t>
          </a:r>
          <a:r>
            <a:rPr lang="en-US" sz="1000" kern="1200" dirty="0"/>
            <a:t> </a:t>
          </a:r>
          <a:r>
            <a:rPr lang="en-US" sz="1000" kern="1200" dirty="0" err="1"/>
            <a:t>laporan</a:t>
          </a:r>
          <a:r>
            <a:rPr lang="en-US" sz="1000" kern="1200" dirty="0"/>
            <a:t>.</a:t>
          </a:r>
        </a:p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- </a:t>
          </a:r>
          <a:r>
            <a:rPr lang="en-US" sz="1000" kern="1200" dirty="0" err="1"/>
            <a:t>Diperlukan</a:t>
          </a:r>
          <a:r>
            <a:rPr lang="en-US" sz="1000" kern="1200" dirty="0"/>
            <a:t> </a:t>
          </a:r>
          <a:r>
            <a:rPr lang="en-US" sz="1000" kern="1200" dirty="0" err="1"/>
            <a:t>sistem</a:t>
          </a:r>
          <a:r>
            <a:rPr lang="en-US" sz="1000" kern="1200" dirty="0"/>
            <a:t> yang </a:t>
          </a:r>
          <a:r>
            <a:rPr lang="en-US" sz="1000" kern="1200" dirty="0" err="1"/>
            <a:t>terorganisir</a:t>
          </a:r>
          <a:r>
            <a:rPr lang="en-US" sz="1000" kern="1200" dirty="0"/>
            <a:t> </a:t>
          </a:r>
          <a:r>
            <a:rPr lang="en-US" sz="1000" kern="1200" dirty="0" err="1"/>
            <a:t>serta</a:t>
          </a:r>
          <a:r>
            <a:rPr lang="en-US" sz="1000" kern="1200" dirty="0"/>
            <a:t> </a:t>
          </a:r>
          <a:r>
            <a:rPr lang="en-US" sz="1000" kern="1200" dirty="0" err="1"/>
            <a:t>terelasi</a:t>
          </a:r>
          <a:r>
            <a:rPr lang="en-US" sz="1000" kern="1200" dirty="0"/>
            <a:t> </a:t>
          </a:r>
          <a:r>
            <a:rPr lang="en-US" sz="1000" kern="1200" dirty="0" err="1"/>
            <a:t>dengan</a:t>
          </a:r>
          <a:r>
            <a:rPr lang="en-US" sz="1000" kern="1200" dirty="0"/>
            <a:t> </a:t>
          </a:r>
          <a:r>
            <a:rPr lang="en-US" sz="1000" kern="1200" dirty="0" err="1"/>
            <a:t>baik</a:t>
          </a:r>
          <a:r>
            <a:rPr lang="en-US" sz="1000" kern="1200" dirty="0"/>
            <a:t> </a:t>
          </a:r>
          <a:r>
            <a:rPr lang="en-US" sz="1000" kern="1200" dirty="0" err="1"/>
            <a:t>sehingga</a:t>
          </a:r>
          <a:r>
            <a:rPr lang="en-US" sz="1000" kern="1200" dirty="0"/>
            <a:t> </a:t>
          </a:r>
          <a:r>
            <a:rPr lang="en-US" sz="1000" kern="1200" dirty="0" err="1"/>
            <a:t>arsip</a:t>
          </a:r>
          <a:r>
            <a:rPr lang="en-US" sz="1000" kern="1200" dirty="0"/>
            <a:t> </a:t>
          </a:r>
          <a:r>
            <a:rPr lang="en-US" sz="1000" kern="1200" dirty="0" err="1"/>
            <a:t>bisa</a:t>
          </a:r>
          <a:r>
            <a:rPr lang="en-US" sz="1000" kern="1200" dirty="0"/>
            <a:t> di export </a:t>
          </a:r>
          <a:r>
            <a:rPr lang="en-US" sz="1000" kern="1200" dirty="0" err="1"/>
            <a:t>dalam</a:t>
          </a:r>
          <a:r>
            <a:rPr lang="en-US" sz="1000" kern="1200" dirty="0"/>
            <a:t> </a:t>
          </a:r>
          <a:r>
            <a:rPr lang="en-US" sz="1000" kern="1200" dirty="0" err="1"/>
            <a:t>bentuk</a:t>
          </a:r>
          <a:r>
            <a:rPr lang="en-US" sz="1000" kern="1200" dirty="0"/>
            <a:t> report book</a:t>
          </a:r>
        </a:p>
      </dsp:txBody>
      <dsp:txXfrm>
        <a:off x="2653824" y="38526"/>
        <a:ext cx="1964774" cy="3223802"/>
      </dsp:txXfrm>
    </dsp:sp>
    <dsp:sp modelId="{B543F2F7-B3C1-4117-99AD-F3B48177B6B8}">
      <dsp:nvSpPr>
        <dsp:cNvPr id="0" name=""/>
        <dsp:cNvSpPr/>
      </dsp:nvSpPr>
      <dsp:spPr>
        <a:xfrm>
          <a:off x="4800578" y="1500568"/>
          <a:ext cx="256209" cy="2997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800578" y="1560511"/>
        <a:ext cx="179346" cy="179830"/>
      </dsp:txXfrm>
    </dsp:sp>
    <dsp:sp modelId="{50FCEF5D-579F-40EC-802D-27E171B95C3D}">
      <dsp:nvSpPr>
        <dsp:cNvPr id="0" name=""/>
        <dsp:cNvSpPr/>
      </dsp:nvSpPr>
      <dsp:spPr>
        <a:xfrm>
          <a:off x="5163138" y="-37547"/>
          <a:ext cx="2193113" cy="3375949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- </a:t>
          </a:r>
          <a:r>
            <a:rPr lang="en-US" sz="1000" kern="1200" dirty="0" err="1"/>
            <a:t>Penelitian</a:t>
          </a:r>
          <a:r>
            <a:rPr lang="en-US" sz="1000" kern="1200" dirty="0"/>
            <a:t> </a:t>
          </a:r>
          <a:r>
            <a:rPr lang="en-US" sz="1000" kern="1200" dirty="0" err="1"/>
            <a:t>ini</a:t>
          </a:r>
          <a:r>
            <a:rPr lang="en-US" sz="1000" kern="1200" dirty="0"/>
            <a:t> </a:t>
          </a:r>
          <a:r>
            <a:rPr lang="en-US" sz="1000" kern="1200" dirty="0" err="1"/>
            <a:t>berfokus</a:t>
          </a:r>
          <a:r>
            <a:rPr lang="en-US" sz="1000" kern="1200" dirty="0"/>
            <a:t> pada </a:t>
          </a:r>
          <a:r>
            <a:rPr lang="en-US" sz="1000" kern="1200" dirty="0" err="1"/>
            <a:t>pengarsipan</a:t>
          </a:r>
          <a:r>
            <a:rPr lang="en-US" sz="1000" kern="1200" dirty="0"/>
            <a:t> data </a:t>
          </a:r>
          <a:r>
            <a:rPr lang="en-US" sz="1000" kern="1200" dirty="0" err="1"/>
            <a:t>laporan</a:t>
          </a:r>
          <a:r>
            <a:rPr lang="en-US" sz="1000" kern="1200" dirty="0"/>
            <a:t> </a:t>
          </a:r>
          <a:r>
            <a:rPr lang="en-US" sz="1000" kern="1200" dirty="0" err="1"/>
            <a:t>penelitian</a:t>
          </a:r>
          <a:r>
            <a:rPr lang="en-US" sz="1000" kern="1200" dirty="0"/>
            <a:t> dan </a:t>
          </a:r>
          <a:r>
            <a:rPr lang="en-US" sz="1000" kern="1200" dirty="0" err="1"/>
            <a:t>pengabdian</a:t>
          </a:r>
          <a:r>
            <a:rPr lang="en-US" sz="1000" kern="1200" dirty="0"/>
            <a:t> </a:t>
          </a:r>
          <a:r>
            <a:rPr lang="en-US" sz="1000" kern="1200" dirty="0" err="1"/>
            <a:t>kepada</a:t>
          </a:r>
          <a:r>
            <a:rPr lang="en-US" sz="1000" kern="1200" dirty="0"/>
            <a:t> </a:t>
          </a:r>
          <a:r>
            <a:rPr lang="en-US" sz="1000" kern="1200" dirty="0" err="1"/>
            <a:t>masyarakat</a:t>
          </a:r>
          <a:r>
            <a:rPr lang="en-US" sz="1000" kern="1200" dirty="0"/>
            <a:t>, </a:t>
          </a:r>
          <a:r>
            <a:rPr lang="en-US" sz="1000" kern="1200" dirty="0" err="1"/>
            <a:t>sehingga</a:t>
          </a:r>
          <a:r>
            <a:rPr lang="en-US" sz="1000" kern="1200" dirty="0"/>
            <a:t> data </a:t>
          </a:r>
          <a:r>
            <a:rPr lang="en-US" sz="1000" kern="1200" dirty="0" err="1"/>
            <a:t>laporan</a:t>
          </a:r>
          <a:r>
            <a:rPr lang="en-US" sz="1000" kern="1200" dirty="0"/>
            <a:t> </a:t>
          </a:r>
          <a:r>
            <a:rPr lang="en-US" sz="1000" kern="1200" dirty="0" err="1"/>
            <a:t>penelitian</a:t>
          </a:r>
          <a:r>
            <a:rPr lang="en-US" sz="1000" kern="1200" dirty="0"/>
            <a:t> dan </a:t>
          </a:r>
          <a:r>
            <a:rPr lang="en-US" sz="1000" kern="1200" dirty="0" err="1"/>
            <a:t>pengabdian</a:t>
          </a:r>
          <a:r>
            <a:rPr lang="en-US" sz="1000" kern="1200" dirty="0"/>
            <a:t> </a:t>
          </a:r>
          <a:r>
            <a:rPr lang="en-US" sz="1000" kern="1200" dirty="0" err="1"/>
            <a:t>kepada</a:t>
          </a:r>
          <a:r>
            <a:rPr lang="en-US" sz="1000" kern="1200" dirty="0"/>
            <a:t> </a:t>
          </a:r>
          <a:r>
            <a:rPr lang="en-US" sz="1000" kern="1200" dirty="0" err="1"/>
            <a:t>masyarakat</a:t>
          </a:r>
          <a:r>
            <a:rPr lang="en-US" sz="1000" kern="1200" dirty="0"/>
            <a:t> </a:t>
          </a:r>
          <a:r>
            <a:rPr lang="en-US" sz="1000" kern="1200" dirty="0" err="1"/>
            <a:t>dapat</a:t>
          </a:r>
          <a:r>
            <a:rPr lang="en-US" sz="1000" kern="1200" dirty="0"/>
            <a:t> </a:t>
          </a:r>
          <a:r>
            <a:rPr lang="en-US" sz="1000" kern="1200" dirty="0" err="1"/>
            <a:t>terintegrasi</a:t>
          </a:r>
          <a:r>
            <a:rPr lang="en-US" sz="1000" kern="1200" dirty="0"/>
            <a:t> </a:t>
          </a:r>
          <a:r>
            <a:rPr lang="en-US" sz="1000" kern="1200" dirty="0" err="1"/>
            <a:t>serta</a:t>
          </a:r>
          <a:r>
            <a:rPr lang="en-US" sz="1000" kern="1200" dirty="0"/>
            <a:t> </a:t>
          </a:r>
          <a:r>
            <a:rPr lang="en-US" sz="1000" kern="1200" dirty="0" err="1"/>
            <a:t>terelasi</a:t>
          </a:r>
          <a:r>
            <a:rPr lang="en-US" sz="1000" kern="1200" dirty="0"/>
            <a:t>, </a:t>
          </a:r>
          <a:r>
            <a:rPr lang="en-US" sz="1000" kern="1200" dirty="0" err="1"/>
            <a:t>mulai</a:t>
          </a:r>
          <a:r>
            <a:rPr lang="en-US" sz="1000" kern="1200" dirty="0"/>
            <a:t> </a:t>
          </a:r>
          <a:r>
            <a:rPr lang="en-US" sz="1000" kern="1200" dirty="0" err="1"/>
            <a:t>dari</a:t>
          </a:r>
          <a:r>
            <a:rPr lang="en-US" sz="1000" kern="1200" dirty="0"/>
            <a:t> daftar </a:t>
          </a:r>
          <a:r>
            <a:rPr lang="en-US" sz="1000" kern="1200" dirty="0" err="1"/>
            <a:t>masuk</a:t>
          </a:r>
          <a:r>
            <a:rPr lang="en-US" sz="1000" kern="1200" dirty="0"/>
            <a:t>, </a:t>
          </a:r>
          <a:r>
            <a:rPr lang="en-US" sz="1000" kern="1200" dirty="0" err="1"/>
            <a:t>jumlah</a:t>
          </a:r>
          <a:r>
            <a:rPr lang="en-US" sz="1000" kern="1200" dirty="0"/>
            <a:t>, </a:t>
          </a:r>
          <a:r>
            <a:rPr lang="en-US" sz="1000" kern="1200" dirty="0" err="1"/>
            <a:t>relasi</a:t>
          </a:r>
          <a:r>
            <a:rPr lang="en-US" sz="1000" kern="1200" dirty="0"/>
            <a:t> </a:t>
          </a:r>
          <a:r>
            <a:rPr lang="en-US" sz="1000" kern="1200" dirty="0" err="1"/>
            <a:t>dengan</a:t>
          </a:r>
          <a:r>
            <a:rPr lang="en-US" sz="1000" kern="1200" dirty="0"/>
            <a:t> soft copy </a:t>
          </a:r>
          <a:r>
            <a:rPr lang="en-US" sz="1000" kern="1200" dirty="0" err="1"/>
            <a:t>laporan</a:t>
          </a:r>
          <a:r>
            <a:rPr lang="en-US" sz="1000" kern="1200" dirty="0"/>
            <a:t>, </a:t>
          </a:r>
          <a:r>
            <a:rPr lang="en-US" sz="1000" kern="1200" dirty="0" err="1"/>
            <a:t>sampai</a:t>
          </a:r>
          <a:r>
            <a:rPr lang="en-US" sz="1000" kern="1200" dirty="0"/>
            <a:t> </a:t>
          </a:r>
          <a:r>
            <a:rPr lang="en-US" sz="1000" kern="1200" dirty="0" err="1"/>
            <a:t>ke</a:t>
          </a:r>
          <a:r>
            <a:rPr lang="en-US" sz="1000" kern="1200" dirty="0"/>
            <a:t> </a:t>
          </a:r>
          <a:r>
            <a:rPr lang="en-US" sz="1000" kern="1200" dirty="0" err="1"/>
            <a:t>rekapan</a:t>
          </a:r>
          <a:r>
            <a:rPr lang="en-US" sz="1000" kern="1200" dirty="0"/>
            <a:t> data </a:t>
          </a:r>
          <a:r>
            <a:rPr lang="en-US" sz="1000" kern="1200" dirty="0" err="1"/>
            <a:t>laporan</a:t>
          </a:r>
          <a:r>
            <a:rPr lang="en-US" sz="1000" kern="1200" dirty="0"/>
            <a:t> </a:t>
          </a:r>
          <a:r>
            <a:rPr lang="en-US" sz="1000" kern="1200" dirty="0" err="1"/>
            <a:t>penelitian</a:t>
          </a:r>
          <a:r>
            <a:rPr lang="en-US" sz="1000" kern="1200" dirty="0"/>
            <a:t> dan </a:t>
          </a:r>
          <a:r>
            <a:rPr lang="en-US" sz="1000" kern="1200" dirty="0" err="1"/>
            <a:t>pengabdian</a:t>
          </a:r>
          <a:r>
            <a:rPr lang="en-US" sz="1000" kern="1200" dirty="0"/>
            <a:t> </a:t>
          </a:r>
          <a:r>
            <a:rPr lang="en-US" sz="1000" kern="1200" dirty="0" err="1"/>
            <a:t>kepada</a:t>
          </a:r>
          <a:r>
            <a:rPr lang="en-US" sz="1000" kern="1200" dirty="0"/>
            <a:t> </a:t>
          </a:r>
          <a:r>
            <a:rPr lang="en-US" sz="1000" kern="1200" dirty="0" err="1"/>
            <a:t>masyarakat</a:t>
          </a:r>
          <a:r>
            <a:rPr lang="en-US" sz="1000" kern="1200" dirty="0"/>
            <a:t>.</a:t>
          </a:r>
        </a:p>
      </dsp:txBody>
      <dsp:txXfrm>
        <a:off x="5227372" y="26687"/>
        <a:ext cx="2064645" cy="32474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7F7A16-D85B-48B8-8AB6-3F05072F4B11}">
      <dsp:nvSpPr>
        <dsp:cNvPr id="0" name=""/>
        <dsp:cNvSpPr/>
      </dsp:nvSpPr>
      <dsp:spPr>
        <a:xfrm>
          <a:off x="2698" y="449390"/>
          <a:ext cx="2105048" cy="2402072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- </a:t>
          </a:r>
          <a:r>
            <a:rPr lang="en-US" sz="1000" kern="1200" dirty="0" err="1"/>
            <a:t>Bagaimana</a:t>
          </a:r>
          <a:r>
            <a:rPr lang="en-US" sz="1000" kern="1200" dirty="0"/>
            <a:t> </a:t>
          </a:r>
          <a:r>
            <a:rPr lang="en-US" sz="1000" kern="1200" dirty="0" err="1"/>
            <a:t>mengembangkan</a:t>
          </a:r>
          <a:r>
            <a:rPr lang="en-US" sz="1000" kern="1200" dirty="0"/>
            <a:t> </a:t>
          </a:r>
          <a:r>
            <a:rPr lang="en-US" sz="1000" kern="1200" dirty="0" err="1"/>
            <a:t>sistem</a:t>
          </a:r>
          <a:r>
            <a:rPr lang="en-US" sz="1000" kern="1200" dirty="0"/>
            <a:t> </a:t>
          </a:r>
          <a:r>
            <a:rPr lang="en-US" sz="1000" kern="1200" dirty="0" err="1"/>
            <a:t>arsip</a:t>
          </a:r>
          <a:r>
            <a:rPr lang="en-US" sz="1000" kern="1200" dirty="0"/>
            <a:t> </a:t>
          </a:r>
          <a:r>
            <a:rPr lang="en-US" sz="1000" kern="1200" dirty="0" err="1"/>
            <a:t>laporan</a:t>
          </a:r>
          <a:r>
            <a:rPr lang="en-US" sz="1000" kern="1200" dirty="0"/>
            <a:t> </a:t>
          </a:r>
          <a:r>
            <a:rPr lang="en-US" sz="1000" kern="1200" dirty="0" err="1"/>
            <a:t>penelitian</a:t>
          </a:r>
          <a:r>
            <a:rPr lang="en-US" sz="1000" kern="1200" dirty="0"/>
            <a:t> dan </a:t>
          </a:r>
          <a:r>
            <a:rPr lang="en-US" sz="1000" kern="1200" dirty="0" err="1"/>
            <a:t>pengabdian</a:t>
          </a:r>
          <a:r>
            <a:rPr lang="en-US" sz="1000" kern="1200" dirty="0"/>
            <a:t> </a:t>
          </a:r>
          <a:r>
            <a:rPr lang="en-US" sz="1000" kern="1200" dirty="0" err="1"/>
            <a:t>kepada</a:t>
          </a:r>
          <a:r>
            <a:rPr lang="en-US" sz="1000" kern="1200" dirty="0"/>
            <a:t> </a:t>
          </a:r>
          <a:r>
            <a:rPr lang="en-US" sz="1000" kern="1200" dirty="0" err="1"/>
            <a:t>masyarakat</a:t>
          </a:r>
          <a:r>
            <a:rPr lang="en-US" sz="1000" kern="1200" dirty="0"/>
            <a:t> </a:t>
          </a:r>
          <a:r>
            <a:rPr lang="en-US" sz="1000" kern="1200" dirty="0" err="1"/>
            <a:t>menggunkan</a:t>
          </a:r>
          <a:r>
            <a:rPr lang="en-US" sz="1000" kern="1200" dirty="0"/>
            <a:t> </a:t>
          </a:r>
          <a:r>
            <a:rPr lang="en-US" sz="1000" kern="1200" dirty="0" err="1"/>
            <a:t>metode</a:t>
          </a:r>
          <a:r>
            <a:rPr lang="en-US" sz="1000" kern="1200" dirty="0"/>
            <a:t> extreme programming?</a:t>
          </a:r>
        </a:p>
      </dsp:txBody>
      <dsp:txXfrm>
        <a:off x="64353" y="511045"/>
        <a:ext cx="1981738" cy="2278762"/>
      </dsp:txXfrm>
    </dsp:sp>
    <dsp:sp modelId="{40B9DA13-27A3-4077-B7FE-928792D2BC5E}">
      <dsp:nvSpPr>
        <dsp:cNvPr id="0" name=""/>
        <dsp:cNvSpPr/>
      </dsp:nvSpPr>
      <dsp:spPr>
        <a:xfrm>
          <a:off x="2228718" y="1500422"/>
          <a:ext cx="256459" cy="3000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228718" y="1560424"/>
        <a:ext cx="179521" cy="180005"/>
      </dsp:txXfrm>
    </dsp:sp>
    <dsp:sp modelId="{D6885E29-BBE1-4F1E-AA05-39574BBF3CBD}">
      <dsp:nvSpPr>
        <dsp:cNvPr id="0" name=""/>
        <dsp:cNvSpPr/>
      </dsp:nvSpPr>
      <dsp:spPr>
        <a:xfrm>
          <a:off x="2591633" y="432943"/>
          <a:ext cx="2089068" cy="2434966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- Data </a:t>
          </a:r>
          <a:r>
            <a:rPr lang="en-US" sz="1000" kern="1200" dirty="0" err="1"/>
            <a:t>bisa</a:t>
          </a:r>
          <a:r>
            <a:rPr lang="en-US" sz="1000" kern="1200" dirty="0"/>
            <a:t> </a:t>
          </a:r>
          <a:r>
            <a:rPr lang="en-US" sz="1000" kern="1200" dirty="0" err="1"/>
            <a:t>ter-arsip</a:t>
          </a:r>
          <a:r>
            <a:rPr lang="en-US" sz="1000" kern="1200" dirty="0"/>
            <a:t> </a:t>
          </a:r>
          <a:r>
            <a:rPr lang="en-US" sz="1000" kern="1200" dirty="0" err="1"/>
            <a:t>dengan</a:t>
          </a:r>
          <a:r>
            <a:rPr lang="en-US" sz="1000" kern="1200" dirty="0"/>
            <a:t> </a:t>
          </a:r>
          <a:r>
            <a:rPr lang="en-US" sz="1000" kern="1200" dirty="0" err="1"/>
            <a:t>baik</a:t>
          </a:r>
          <a:r>
            <a:rPr lang="en-US" sz="1000" kern="1200" dirty="0"/>
            <a:t> </a:t>
          </a:r>
          <a:r>
            <a:rPr lang="en-US" sz="1000" kern="1200" dirty="0" err="1"/>
            <a:t>serta</a:t>
          </a:r>
          <a:r>
            <a:rPr lang="en-US" sz="1000" kern="1200" dirty="0"/>
            <a:t> </a:t>
          </a:r>
          <a:r>
            <a:rPr lang="en-US" sz="1000" kern="1200" dirty="0" err="1"/>
            <a:t>mudah</a:t>
          </a:r>
          <a:r>
            <a:rPr lang="en-US" sz="1000" kern="1200" dirty="0"/>
            <a:t> </a:t>
          </a:r>
          <a:r>
            <a:rPr lang="en-US" sz="1000" kern="1200" dirty="0" err="1"/>
            <a:t>untuk</a:t>
          </a:r>
          <a:r>
            <a:rPr lang="en-US" sz="1000" kern="1200" dirty="0"/>
            <a:t> di load </a:t>
          </a:r>
          <a:r>
            <a:rPr lang="en-US" sz="1000" kern="1200" dirty="0" err="1"/>
            <a:t>apabila</a:t>
          </a:r>
          <a:r>
            <a:rPr lang="en-US" sz="1000" kern="1200" dirty="0"/>
            <a:t> </a:t>
          </a:r>
          <a:r>
            <a:rPr lang="en-US" sz="1000" kern="1200" dirty="0" err="1"/>
            <a:t>dibutuhkan</a:t>
          </a:r>
          <a:r>
            <a:rPr lang="en-US" sz="1000" kern="1200" dirty="0"/>
            <a:t> </a:t>
          </a:r>
          <a:r>
            <a:rPr lang="en-US" sz="1000" kern="1200" dirty="0" err="1"/>
            <a:t>kembali</a:t>
          </a:r>
          <a:r>
            <a:rPr lang="en-US" sz="1000" kern="1200" dirty="0"/>
            <a:t>.</a:t>
          </a:r>
        </a:p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- </a:t>
          </a:r>
          <a:r>
            <a:rPr lang="en-US" sz="1000" kern="1200" dirty="0" err="1"/>
            <a:t>Terdapat</a:t>
          </a:r>
          <a:r>
            <a:rPr lang="en-US" sz="1000" kern="1200" dirty="0"/>
            <a:t> export data, </a:t>
          </a:r>
          <a:r>
            <a:rPr lang="en-US" sz="1000" kern="1200" dirty="0" err="1"/>
            <a:t>serta</a:t>
          </a:r>
          <a:r>
            <a:rPr lang="en-US" sz="1000" kern="1200" dirty="0"/>
            <a:t> </a:t>
          </a:r>
          <a:r>
            <a:rPr lang="en-US" sz="1000" kern="1200" dirty="0" err="1"/>
            <a:t>mudah</a:t>
          </a:r>
          <a:r>
            <a:rPr lang="en-US" sz="1000" kern="1200" dirty="0"/>
            <a:t> </a:t>
          </a:r>
          <a:r>
            <a:rPr lang="en-US" sz="1000" kern="1200" dirty="0" err="1"/>
            <a:t>untuk</a:t>
          </a:r>
          <a:r>
            <a:rPr lang="en-US" sz="1000" kern="1200" dirty="0"/>
            <a:t> </a:t>
          </a:r>
          <a:r>
            <a:rPr lang="en-US" sz="1000" kern="1200" dirty="0" err="1"/>
            <a:t>memonitoring</a:t>
          </a:r>
          <a:r>
            <a:rPr lang="en-US" sz="1000" kern="1200" dirty="0"/>
            <a:t> data.</a:t>
          </a:r>
        </a:p>
      </dsp:txBody>
      <dsp:txXfrm>
        <a:off x="2652820" y="494130"/>
        <a:ext cx="1966694" cy="2312592"/>
      </dsp:txXfrm>
    </dsp:sp>
    <dsp:sp modelId="{B543F2F7-B3C1-4117-99AD-F3B48177B6B8}">
      <dsp:nvSpPr>
        <dsp:cNvPr id="0" name=""/>
        <dsp:cNvSpPr/>
      </dsp:nvSpPr>
      <dsp:spPr>
        <a:xfrm>
          <a:off x="4801672" y="1500422"/>
          <a:ext cx="256459" cy="3000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801672" y="1560424"/>
        <a:ext cx="179521" cy="180005"/>
      </dsp:txXfrm>
    </dsp:sp>
    <dsp:sp modelId="{50FCEF5D-579F-40EC-802D-27E171B95C3D}">
      <dsp:nvSpPr>
        <dsp:cNvPr id="0" name=""/>
        <dsp:cNvSpPr/>
      </dsp:nvSpPr>
      <dsp:spPr>
        <a:xfrm>
          <a:off x="5164587" y="422066"/>
          <a:ext cx="2195257" cy="2456720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- </a:t>
          </a:r>
          <a:r>
            <a:rPr lang="en-US" sz="1000" kern="1200" dirty="0" err="1"/>
            <a:t>Dengan</a:t>
          </a:r>
          <a:r>
            <a:rPr lang="en-US" sz="1000" kern="1200" dirty="0"/>
            <a:t> </a:t>
          </a:r>
          <a:r>
            <a:rPr lang="en-US" sz="1000" kern="1200" dirty="0" err="1"/>
            <a:t>menerapkan</a:t>
          </a:r>
          <a:r>
            <a:rPr lang="en-US" sz="1000" kern="1200" dirty="0"/>
            <a:t> </a:t>
          </a:r>
          <a:r>
            <a:rPr lang="en-US" sz="1000" kern="1200" dirty="0" err="1"/>
            <a:t>sistem</a:t>
          </a:r>
          <a:r>
            <a:rPr lang="en-US" sz="1000" kern="1200" dirty="0"/>
            <a:t> database </a:t>
          </a:r>
          <a:r>
            <a:rPr lang="en-US" sz="1000" kern="1200" dirty="0" err="1"/>
            <a:t>serta</a:t>
          </a:r>
          <a:r>
            <a:rPr lang="en-US" sz="1000" kern="1200" dirty="0"/>
            <a:t> </a:t>
          </a:r>
          <a:r>
            <a:rPr lang="en-US" sz="1000" kern="1200" dirty="0" err="1"/>
            <a:t>fitur</a:t>
          </a:r>
          <a:r>
            <a:rPr lang="en-US" sz="1000" kern="1200" dirty="0"/>
            <a:t> – </a:t>
          </a:r>
          <a:r>
            <a:rPr lang="en-US" sz="1000" kern="1200" dirty="0" err="1"/>
            <a:t>fitur</a:t>
          </a:r>
          <a:r>
            <a:rPr lang="en-US" sz="1000" kern="1200" dirty="0"/>
            <a:t> yang </a:t>
          </a:r>
          <a:r>
            <a:rPr lang="en-US" sz="1000" kern="1200" dirty="0" err="1"/>
            <a:t>diperlukan</a:t>
          </a:r>
          <a:r>
            <a:rPr lang="en-US" sz="1000" kern="1200" dirty="0"/>
            <a:t> </a:t>
          </a:r>
          <a:r>
            <a:rPr lang="en-US" sz="1000" kern="1200" dirty="0" err="1"/>
            <a:t>dalam</a:t>
          </a:r>
          <a:r>
            <a:rPr lang="en-US" sz="1000" kern="1200" dirty="0"/>
            <a:t> </a:t>
          </a:r>
          <a:r>
            <a:rPr lang="en-US" sz="1000" kern="1200" dirty="0" err="1"/>
            <a:t>arsip</a:t>
          </a:r>
          <a:r>
            <a:rPr lang="en-US" sz="1000" kern="1200" dirty="0"/>
            <a:t> data </a:t>
          </a:r>
          <a:r>
            <a:rPr lang="en-US" sz="1000" kern="1200" dirty="0" err="1"/>
            <a:t>laporan</a:t>
          </a:r>
          <a:r>
            <a:rPr lang="en-US" sz="1000" kern="1200" dirty="0"/>
            <a:t> </a:t>
          </a:r>
          <a:r>
            <a:rPr lang="en-US" sz="1000" kern="1200" dirty="0" err="1"/>
            <a:t>penelitian</a:t>
          </a:r>
          <a:r>
            <a:rPr lang="en-US" sz="1000" kern="1200" dirty="0"/>
            <a:t> dan </a:t>
          </a:r>
          <a:r>
            <a:rPr lang="en-US" sz="1000" kern="1200" dirty="0" err="1"/>
            <a:t>pengabdian</a:t>
          </a:r>
          <a:r>
            <a:rPr lang="en-US" sz="1000" kern="1200" dirty="0"/>
            <a:t> </a:t>
          </a:r>
          <a:r>
            <a:rPr lang="en-US" sz="1000" kern="1200" dirty="0" err="1"/>
            <a:t>kepada</a:t>
          </a:r>
          <a:r>
            <a:rPr lang="en-US" sz="1000" kern="1200" dirty="0"/>
            <a:t> </a:t>
          </a:r>
          <a:r>
            <a:rPr lang="en-US" sz="1000" kern="1200" dirty="0" err="1"/>
            <a:t>masyarakat</a:t>
          </a:r>
          <a:r>
            <a:rPr lang="en-US" sz="1000" kern="1200" dirty="0"/>
            <a:t>, </a:t>
          </a:r>
          <a:r>
            <a:rPr lang="en-US" sz="1000" kern="1200" dirty="0" err="1"/>
            <a:t>maka</a:t>
          </a:r>
          <a:r>
            <a:rPr lang="en-US" sz="1000" kern="1200" dirty="0"/>
            <a:t> </a:t>
          </a:r>
          <a:r>
            <a:rPr lang="en-US" sz="1000" kern="1200" dirty="0" err="1"/>
            <a:t>hal</a:t>
          </a:r>
          <a:r>
            <a:rPr lang="en-US" sz="1000" kern="1200" dirty="0"/>
            <a:t> </a:t>
          </a:r>
          <a:r>
            <a:rPr lang="en-US" sz="1000" kern="1200" dirty="0" err="1"/>
            <a:t>ini</a:t>
          </a:r>
          <a:r>
            <a:rPr lang="en-US" sz="1000" kern="1200" dirty="0"/>
            <a:t> sangat </a:t>
          </a:r>
          <a:r>
            <a:rPr lang="en-US" sz="1000" kern="1200" dirty="0" err="1"/>
            <a:t>memudahkan</a:t>
          </a:r>
          <a:r>
            <a:rPr lang="en-US" sz="1000" kern="1200" dirty="0"/>
            <a:t> administrator </a:t>
          </a:r>
          <a:r>
            <a:rPr lang="en-US" sz="1000" kern="1200" dirty="0" err="1"/>
            <a:t>dalam</a:t>
          </a:r>
          <a:r>
            <a:rPr lang="en-US" sz="1000" kern="1200" dirty="0"/>
            <a:t> </a:t>
          </a:r>
          <a:r>
            <a:rPr lang="en-US" sz="1000" kern="1200" dirty="0" err="1"/>
            <a:t>mengaudit</a:t>
          </a:r>
          <a:r>
            <a:rPr lang="en-US" sz="1000" kern="1200" dirty="0"/>
            <a:t> data.</a:t>
          </a:r>
        </a:p>
      </dsp:txBody>
      <dsp:txXfrm>
        <a:off x="5228884" y="486363"/>
        <a:ext cx="2066663" cy="23281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 flipH="1">
            <a:off x="3919993" y="3977033"/>
            <a:ext cx="1303500" cy="112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2"/>
          <p:cNvSpPr/>
          <p:nvPr/>
        </p:nvSpPr>
        <p:spPr>
          <a:xfrm rot="5400000">
            <a:off x="3809057" y="-81000"/>
            <a:ext cx="1525500" cy="176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400175" y="1991825"/>
            <a:ext cx="63435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rot="10800000" flipH="1">
            <a:off x="2809875" y="-172875"/>
            <a:ext cx="1111500" cy="9624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 flipH="1">
            <a:off x="3602723" y="1360109"/>
            <a:ext cx="493800" cy="427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10800000" flipH="1">
            <a:off x="5278915" y="855279"/>
            <a:ext cx="944700" cy="818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10800000" flipH="1">
            <a:off x="5365799" y="352324"/>
            <a:ext cx="493800" cy="4272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5549153" y="1029780"/>
            <a:ext cx="404640" cy="374059"/>
            <a:chOff x="5975075" y="2327500"/>
            <a:chExt cx="420100" cy="388350"/>
          </a:xfrm>
        </p:grpSpPr>
        <p:sp>
          <p:nvSpPr>
            <p:cNvPr id="18" name="Google Shape;18;p2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/>
          <p:nvPr/>
        </p:nvSpPr>
        <p:spPr>
          <a:xfrm>
            <a:off x="3253021" y="113273"/>
            <a:ext cx="225085" cy="38996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oogle Shape;21;p2"/>
          <p:cNvGrpSpPr/>
          <p:nvPr/>
        </p:nvGrpSpPr>
        <p:grpSpPr>
          <a:xfrm>
            <a:off x="4380526" y="515192"/>
            <a:ext cx="382958" cy="607111"/>
            <a:chOff x="6718575" y="2318625"/>
            <a:chExt cx="256950" cy="407375"/>
          </a:xfrm>
        </p:grpSpPr>
        <p:sp>
          <p:nvSpPr>
            <p:cNvPr id="22" name="Google Shape;22;p2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199464" y="902959"/>
            <a:ext cx="395018" cy="403297"/>
            <a:chOff x="3951850" y="2985350"/>
            <a:chExt cx="407950" cy="416500"/>
          </a:xfrm>
        </p:grpSpPr>
        <p:sp>
          <p:nvSpPr>
            <p:cNvPr id="31" name="Google Shape;31;p2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/>
          <p:nvPr/>
        </p:nvSpPr>
        <p:spPr>
          <a:xfrm rot="10800000" flipH="1">
            <a:off x="5010533" y="4576648"/>
            <a:ext cx="1032900" cy="8946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 rot="10800000" flipH="1">
            <a:off x="5133679" y="4056450"/>
            <a:ext cx="540000" cy="4674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 rot="10800000" flipH="1">
            <a:off x="3101709" y="3629719"/>
            <a:ext cx="1032900" cy="8940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 rot="10800000" flipH="1">
            <a:off x="3530384" y="4576662"/>
            <a:ext cx="452100" cy="3912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370705" y="4867761"/>
            <a:ext cx="312503" cy="312484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2"/>
          <p:cNvGrpSpPr/>
          <p:nvPr/>
        </p:nvGrpSpPr>
        <p:grpSpPr>
          <a:xfrm>
            <a:off x="5772009" y="4056440"/>
            <a:ext cx="573943" cy="550550"/>
            <a:chOff x="5241175" y="4959100"/>
            <a:chExt cx="539775" cy="517775"/>
          </a:xfrm>
        </p:grpSpPr>
        <p:sp>
          <p:nvSpPr>
            <p:cNvPr id="41" name="Google Shape;41;p2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2"/>
          <p:cNvSpPr/>
          <p:nvPr/>
        </p:nvSpPr>
        <p:spPr>
          <a:xfrm>
            <a:off x="3429208" y="3904791"/>
            <a:ext cx="377839" cy="343685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 rot="10800000" flipH="1">
            <a:off x="-94969" y="303826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3"/>
          <p:cNvSpPr/>
          <p:nvPr/>
        </p:nvSpPr>
        <p:spPr>
          <a:xfrm rot="5400000">
            <a:off x="559400" y="1538825"/>
            <a:ext cx="1788000" cy="2064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3"/>
          <p:cNvSpPr txBox="1">
            <a:spLocks noGrp="1"/>
          </p:cNvSpPr>
          <p:nvPr>
            <p:ph type="ctrTitle"/>
          </p:nvPr>
        </p:nvSpPr>
        <p:spPr>
          <a:xfrm>
            <a:off x="2743200" y="1735750"/>
            <a:ext cx="5638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subTitle" idx="1"/>
          </p:nvPr>
        </p:nvSpPr>
        <p:spPr>
          <a:xfrm>
            <a:off x="2743200" y="2821004"/>
            <a:ext cx="5696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"/>
          <p:cNvSpPr/>
          <p:nvPr/>
        </p:nvSpPr>
        <p:spPr>
          <a:xfrm rot="10800000" flipH="1">
            <a:off x="66674" y="313542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 rot="10800000" flipH="1">
            <a:off x="828675" y="351655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 rot="10800000" flipH="1">
            <a:off x="761999" y="8779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 rot="10800000" flipH="1">
            <a:off x="793851" y="4692801"/>
            <a:ext cx="517500" cy="4479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" name="Google Shape;57;p3"/>
          <p:cNvGrpSpPr/>
          <p:nvPr/>
        </p:nvGrpSpPr>
        <p:grpSpPr>
          <a:xfrm>
            <a:off x="996359" y="1070668"/>
            <a:ext cx="351204" cy="324661"/>
            <a:chOff x="5975075" y="2327500"/>
            <a:chExt cx="420100" cy="388350"/>
          </a:xfrm>
        </p:grpSpPr>
        <p:sp>
          <p:nvSpPr>
            <p:cNvPr id="58" name="Google Shape;58;p3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3"/>
          <p:cNvSpPr/>
          <p:nvPr/>
        </p:nvSpPr>
        <p:spPr>
          <a:xfrm>
            <a:off x="393600" y="334662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3"/>
          <p:cNvGrpSpPr/>
          <p:nvPr/>
        </p:nvGrpSpPr>
        <p:grpSpPr>
          <a:xfrm>
            <a:off x="305253" y="553856"/>
            <a:ext cx="247469" cy="392302"/>
            <a:chOff x="6718575" y="2318625"/>
            <a:chExt cx="256950" cy="407375"/>
          </a:xfrm>
        </p:grpSpPr>
        <p:sp>
          <p:nvSpPr>
            <p:cNvPr id="62" name="Google Shape;62;p3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70;p3"/>
          <p:cNvGrpSpPr/>
          <p:nvPr/>
        </p:nvGrpSpPr>
        <p:grpSpPr>
          <a:xfrm>
            <a:off x="1419984" y="3634331"/>
            <a:ext cx="342882" cy="350068"/>
            <a:chOff x="3951850" y="2985350"/>
            <a:chExt cx="407950" cy="416500"/>
          </a:xfrm>
        </p:grpSpPr>
        <p:sp>
          <p:nvSpPr>
            <p:cNvPr id="71" name="Google Shape;71;p3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3"/>
          <p:cNvSpPr/>
          <p:nvPr/>
        </p:nvSpPr>
        <p:spPr>
          <a:xfrm rot="10800000" flipH="1">
            <a:off x="733424" y="393602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 rot="10800000" flipH="1">
            <a:off x="738525" y="10085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 rot="10800000" flipH="1">
            <a:off x="-291325" y="4148475"/>
            <a:ext cx="1182300" cy="10236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 rot="10800000" flipH="1">
            <a:off x="420725" y="-652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019338" y="416705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3"/>
          <p:cNvGrpSpPr/>
          <p:nvPr/>
        </p:nvGrpSpPr>
        <p:grpSpPr>
          <a:xfrm>
            <a:off x="-50285" y="1452794"/>
            <a:ext cx="624844" cy="599376"/>
            <a:chOff x="5241175" y="4959100"/>
            <a:chExt cx="539775" cy="517775"/>
          </a:xfrm>
        </p:grpSpPr>
        <p:sp>
          <p:nvSpPr>
            <p:cNvPr id="81" name="Google Shape;81;p3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3"/>
          <p:cNvSpPr/>
          <p:nvPr/>
        </p:nvSpPr>
        <p:spPr>
          <a:xfrm>
            <a:off x="47199" y="4430470"/>
            <a:ext cx="505231" cy="459562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 rot="10800000" flipH="1">
            <a:off x="-94969" y="619169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4"/>
          <p:cNvSpPr/>
          <p:nvPr/>
        </p:nvSpPr>
        <p:spPr>
          <a:xfrm rot="5400000">
            <a:off x="499599" y="1905237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4"/>
          <p:cNvSpPr txBox="1">
            <a:spLocks noGrp="1"/>
          </p:cNvSpPr>
          <p:nvPr>
            <p:ph type="body" idx="1"/>
          </p:nvPr>
        </p:nvSpPr>
        <p:spPr>
          <a:xfrm>
            <a:off x="2051200" y="2085600"/>
            <a:ext cx="62823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Font typeface="Nixie One"/>
              <a:buChar char="◇"/>
              <a:defRPr sz="2400">
                <a:latin typeface="Nixie One"/>
                <a:ea typeface="Nixie One"/>
                <a:cs typeface="Nixie One"/>
                <a:sym typeface="Nixie One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￭"/>
              <a:defRPr sz="2400">
                <a:latin typeface="Nixie One"/>
                <a:ea typeface="Nixie One"/>
                <a:cs typeface="Nixie One"/>
                <a:sym typeface="Nixie One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￮"/>
              <a:defRPr sz="2400">
                <a:latin typeface="Nixie One"/>
                <a:ea typeface="Nixie One"/>
                <a:cs typeface="Nixie One"/>
                <a:sym typeface="Nixie One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●"/>
              <a:defRPr sz="2400">
                <a:latin typeface="Nixie One"/>
                <a:ea typeface="Nixie One"/>
                <a:cs typeface="Nixie One"/>
                <a:sym typeface="Nixie One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○"/>
              <a:defRPr sz="2400">
                <a:latin typeface="Nixie One"/>
                <a:ea typeface="Nixie One"/>
                <a:cs typeface="Nixie One"/>
                <a:sym typeface="Nixie One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■"/>
              <a:defRPr sz="2400">
                <a:latin typeface="Nixie One"/>
                <a:ea typeface="Nixie One"/>
                <a:cs typeface="Nixie One"/>
                <a:sym typeface="Nixie One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●"/>
              <a:defRPr sz="2400">
                <a:latin typeface="Nixie One"/>
                <a:ea typeface="Nixie One"/>
                <a:cs typeface="Nixie One"/>
                <a:sym typeface="Nixie One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○"/>
              <a:defRPr sz="2400">
                <a:latin typeface="Nixie One"/>
                <a:ea typeface="Nixie One"/>
                <a:cs typeface="Nixie One"/>
                <a:sym typeface="Nixie One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■"/>
              <a:defRPr sz="240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92" name="Google Shape;92;p4"/>
          <p:cNvSpPr/>
          <p:nvPr/>
        </p:nvSpPr>
        <p:spPr>
          <a:xfrm rot="10800000" flipH="1">
            <a:off x="-123826" y="28115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 rot="10800000" flipH="1">
            <a:off x="638175" y="3192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 rot="10800000" flipH="1">
            <a:off x="752474" y="120180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 rot="10800000" flipH="1">
            <a:off x="657225" y="4380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4"/>
          <p:cNvGrpSpPr/>
          <p:nvPr/>
        </p:nvGrpSpPr>
        <p:grpSpPr>
          <a:xfrm>
            <a:off x="986834" y="1394518"/>
            <a:ext cx="351204" cy="324661"/>
            <a:chOff x="5975075" y="2327500"/>
            <a:chExt cx="420100" cy="388350"/>
          </a:xfrm>
        </p:grpSpPr>
        <p:sp>
          <p:nvSpPr>
            <p:cNvPr id="97" name="Google Shape;97;p4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4"/>
          <p:cNvSpPr/>
          <p:nvPr/>
        </p:nvSpPr>
        <p:spPr>
          <a:xfrm>
            <a:off x="203100" y="30227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4"/>
          <p:cNvGrpSpPr/>
          <p:nvPr/>
        </p:nvGrpSpPr>
        <p:grpSpPr>
          <a:xfrm>
            <a:off x="295728" y="877706"/>
            <a:ext cx="247469" cy="392302"/>
            <a:chOff x="6718575" y="2318625"/>
            <a:chExt cx="256950" cy="407375"/>
          </a:xfrm>
        </p:grpSpPr>
        <p:sp>
          <p:nvSpPr>
            <p:cNvPr id="101" name="Google Shape;101;p4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4"/>
          <p:cNvGrpSpPr/>
          <p:nvPr/>
        </p:nvGrpSpPr>
        <p:grpSpPr>
          <a:xfrm>
            <a:off x="1229484" y="3310481"/>
            <a:ext cx="342882" cy="350068"/>
            <a:chOff x="3951850" y="2985350"/>
            <a:chExt cx="407950" cy="416500"/>
          </a:xfrm>
        </p:grpSpPr>
        <p:sp>
          <p:nvSpPr>
            <p:cNvPr id="110" name="Google Shape;110;p4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4"/>
          <p:cNvSpPr/>
          <p:nvPr/>
        </p:nvSpPr>
        <p:spPr>
          <a:xfrm rot="10800000" flipH="1">
            <a:off x="542924" y="36121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 rot="10800000" flipH="1">
            <a:off x="729000" y="424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 rot="10800000" flipH="1">
            <a:off x="-115052" y="3996025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 rot="10800000" flipH="1">
            <a:off x="411200" y="2586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828838" y="38432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4"/>
          <p:cNvGrpSpPr/>
          <p:nvPr/>
        </p:nvGrpSpPr>
        <p:grpSpPr>
          <a:xfrm>
            <a:off x="67092" y="1681690"/>
            <a:ext cx="455624" cy="437054"/>
            <a:chOff x="5241175" y="4959100"/>
            <a:chExt cx="539775" cy="517775"/>
          </a:xfrm>
        </p:grpSpPr>
        <p:sp>
          <p:nvSpPr>
            <p:cNvPr id="120" name="Google Shape;120;p4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4"/>
          <p:cNvSpPr/>
          <p:nvPr/>
        </p:nvSpPr>
        <p:spPr>
          <a:xfrm>
            <a:off x="144926" y="4214500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94000" y="1929581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FFFFFF"/>
                </a:solidFill>
                <a:latin typeface="Nixie One"/>
                <a:ea typeface="Nixie One"/>
                <a:cs typeface="Nixie One"/>
                <a:sym typeface="Nixie One"/>
              </a:rPr>
              <a:t>“</a:t>
            </a:r>
            <a:endParaRPr sz="12000">
              <a:solidFill>
                <a:srgbClr val="FFFFFF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128" name="Google Shape;128;p4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 rot="10800000" flipH="1">
            <a:off x="7663675" y="3684808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5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5"/>
          <p:cNvSpPr txBox="1">
            <a:spLocks noGrp="1"/>
          </p:cNvSpPr>
          <p:nvPr>
            <p:ph type="body" idx="1"/>
          </p:nvPr>
        </p:nvSpPr>
        <p:spPr>
          <a:xfrm>
            <a:off x="1732700" y="2255125"/>
            <a:ext cx="4944300" cy="16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Font typeface="Muli"/>
              <a:buChar char="◇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￭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￮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34" name="Google Shape;134;p5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"/>
          <p:cNvSpPr/>
          <p:nvPr/>
        </p:nvSpPr>
        <p:spPr>
          <a:xfrm rot="10800000" flipH="1">
            <a:off x="8486774" y="42307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"/>
          <p:cNvSpPr/>
          <p:nvPr/>
        </p:nvSpPr>
        <p:spPr>
          <a:xfrm rot="10800000" flipH="1">
            <a:off x="8124824" y="4615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 rot="10800000" flipH="1">
            <a:off x="7821348" y="2935400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"/>
          <p:cNvSpPr/>
          <p:nvPr/>
        </p:nvSpPr>
        <p:spPr>
          <a:xfrm rot="10800000" flipH="1">
            <a:off x="8486775" y="3512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5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143" name="Google Shape;143;p5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5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8772688" y="44618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" name="Google Shape;147;p5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148" name="Google Shape;148;p5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" name="Google Shape;154;p5"/>
          <p:cNvSpPr/>
          <p:nvPr/>
        </p:nvSpPr>
        <p:spPr>
          <a:xfrm>
            <a:off x="8081326" y="3153875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5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156" name="Google Shape;156;p5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5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165" name="Google Shape;165;p5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5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 rot="10800000" flipH="1">
            <a:off x="7663675" y="3684808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6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6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6"/>
          <p:cNvSpPr txBox="1">
            <a:spLocks noGrp="1"/>
          </p:cNvSpPr>
          <p:nvPr>
            <p:ph type="body" idx="1"/>
          </p:nvPr>
        </p:nvSpPr>
        <p:spPr>
          <a:xfrm>
            <a:off x="1734000" y="2414450"/>
            <a:ext cx="26673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6"/>
          <p:cNvSpPr txBox="1">
            <a:spLocks noGrp="1"/>
          </p:cNvSpPr>
          <p:nvPr>
            <p:ph type="body" idx="2"/>
          </p:nvPr>
        </p:nvSpPr>
        <p:spPr>
          <a:xfrm>
            <a:off x="4562088" y="2414450"/>
            <a:ext cx="26673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6" name="Google Shape;176;p6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" name="Google Shape;180;p6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181" name="Google Shape;181;p6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6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" name="Google Shape;184;p6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185" name="Google Shape;185;p6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" name="Google Shape;193;p6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194" name="Google Shape;194;p6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198;p6"/>
          <p:cNvSpPr/>
          <p:nvPr/>
        </p:nvSpPr>
        <p:spPr>
          <a:xfrm rot="10800000" flipH="1">
            <a:off x="8486774" y="42307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"/>
          <p:cNvSpPr/>
          <p:nvPr/>
        </p:nvSpPr>
        <p:spPr>
          <a:xfrm rot="10800000" flipH="1">
            <a:off x="8124824" y="4615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"/>
          <p:cNvSpPr/>
          <p:nvPr/>
        </p:nvSpPr>
        <p:spPr>
          <a:xfrm rot="10800000" flipH="1">
            <a:off x="7821348" y="2935400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"/>
          <p:cNvSpPr/>
          <p:nvPr/>
        </p:nvSpPr>
        <p:spPr>
          <a:xfrm rot="10800000" flipH="1">
            <a:off x="8486775" y="3512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8772688" y="44618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6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204" name="Google Shape;204;p6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6"/>
          <p:cNvSpPr/>
          <p:nvPr/>
        </p:nvSpPr>
        <p:spPr>
          <a:xfrm>
            <a:off x="8081326" y="3153875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6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0E293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732700" y="2255125"/>
            <a:ext cx="4944300" cy="16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◇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￭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￮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●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○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■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●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○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■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 txBox="1">
            <a:spLocks noGrp="1"/>
          </p:cNvSpPr>
          <p:nvPr>
            <p:ph type="ctrTitle"/>
          </p:nvPr>
        </p:nvSpPr>
        <p:spPr>
          <a:xfrm>
            <a:off x="1400249" y="1909992"/>
            <a:ext cx="63435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SISTEM ARSIP LAPORAN PENELITIAN DAN PENGABDIAN KEPADA MASYARAKAT BERBASIS DESKTOP DENGAN METODE EXTREME PROGRAMMING</a:t>
            </a:r>
            <a:br>
              <a:rPr lang="en" sz="2000" b="1" dirty="0"/>
            </a:br>
            <a:r>
              <a:rPr lang="en" sz="2000" b="1" dirty="0"/>
              <a:t>(STUDI KASUS : LPPM UNIMA)</a:t>
            </a:r>
            <a:endParaRPr sz="2000" b="1" dirty="0"/>
          </a:p>
        </p:txBody>
      </p:sp>
      <p:sp>
        <p:nvSpPr>
          <p:cNvPr id="4" name="Google Shape;337;p11">
            <a:extLst>
              <a:ext uri="{FF2B5EF4-FFF2-40B4-BE49-F238E27FC236}">
                <a16:creationId xmlns:a16="http://schemas.microsoft.com/office/drawing/2014/main" id="{7D769FB3-BD9F-46C8-87A8-41EDFF890A6D}"/>
              </a:ext>
            </a:extLst>
          </p:cNvPr>
          <p:cNvSpPr txBox="1">
            <a:spLocks/>
          </p:cNvSpPr>
          <p:nvPr/>
        </p:nvSpPr>
        <p:spPr>
          <a:xfrm>
            <a:off x="1400249" y="2696441"/>
            <a:ext cx="63435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</a:rPr>
              <a:t>FEBRIANSYAH DIRGANTARA AMU, 18 210 026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CEE5-51B3-4D1E-A1BA-9DD8DEF51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700" y="1067006"/>
            <a:ext cx="4944300" cy="645300"/>
          </a:xfrm>
        </p:spPr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7E6F6-AB58-457B-9494-B48DD3329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6225" y="2006132"/>
            <a:ext cx="5535561" cy="2634693"/>
          </a:xfrm>
        </p:spPr>
        <p:txBody>
          <a:bodyPr/>
          <a:lstStyle/>
          <a:p>
            <a:r>
              <a:rPr lang="en-US" sz="1600" dirty="0"/>
              <a:t>LATAR BELAKANG MASALAH</a:t>
            </a:r>
          </a:p>
          <a:p>
            <a:r>
              <a:rPr lang="en-US" sz="1600" dirty="0"/>
              <a:t>IDENTIFIKASI MASALAH</a:t>
            </a:r>
          </a:p>
          <a:p>
            <a:r>
              <a:rPr lang="en-US" sz="1600" dirty="0"/>
              <a:t>BATASAN MASALAH</a:t>
            </a:r>
          </a:p>
          <a:p>
            <a:r>
              <a:rPr lang="en-US" sz="1600" dirty="0"/>
              <a:t>RUMUSAN MASALAH</a:t>
            </a:r>
          </a:p>
          <a:p>
            <a:r>
              <a:rPr lang="en-US" sz="1600" dirty="0"/>
              <a:t>TUJUAN PENULISAN</a:t>
            </a:r>
          </a:p>
          <a:p>
            <a:r>
              <a:rPr lang="en-US" sz="1600" dirty="0"/>
              <a:t>MANFAAT PENULISAN</a:t>
            </a:r>
          </a:p>
          <a:p>
            <a:r>
              <a:rPr lang="en-US" sz="1600" dirty="0"/>
              <a:t>METODE PENELITIAN</a:t>
            </a:r>
          </a:p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ED811-3C92-4457-A99C-0FAFBC03D1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1030A60A-9C86-44C1-96B3-6D4467B5CAC3}"/>
              </a:ext>
            </a:extLst>
          </p:cNvPr>
          <p:cNvSpPr/>
          <p:nvPr/>
        </p:nvSpPr>
        <p:spPr>
          <a:xfrm rot="3701106">
            <a:off x="1814617" y="2152673"/>
            <a:ext cx="690098" cy="598177"/>
          </a:xfrm>
          <a:prstGeom prst="hex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B0E10DC7-7B8E-4157-BE2C-B34E26DF20B5}"/>
              </a:ext>
            </a:extLst>
          </p:cNvPr>
          <p:cNvSpPr/>
          <p:nvPr/>
        </p:nvSpPr>
        <p:spPr>
          <a:xfrm rot="3701106">
            <a:off x="1814616" y="2892128"/>
            <a:ext cx="690098" cy="598177"/>
          </a:xfrm>
          <a:prstGeom prst="hex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AF9323C7-3A6F-4F09-95F5-9792FA9E20CB}"/>
              </a:ext>
            </a:extLst>
          </p:cNvPr>
          <p:cNvSpPr/>
          <p:nvPr/>
        </p:nvSpPr>
        <p:spPr>
          <a:xfrm rot="3701106">
            <a:off x="1238117" y="2497661"/>
            <a:ext cx="690098" cy="598177"/>
          </a:xfrm>
          <a:prstGeom prst="hex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8FB7E174-1BAB-41A8-B4EE-C139B3D76EC1}"/>
              </a:ext>
            </a:extLst>
          </p:cNvPr>
          <p:cNvSpPr/>
          <p:nvPr/>
        </p:nvSpPr>
        <p:spPr>
          <a:xfrm rot="3701106">
            <a:off x="1238117" y="3237117"/>
            <a:ext cx="690098" cy="598177"/>
          </a:xfrm>
          <a:prstGeom prst="hex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A547A829-7403-4517-8834-DFDEE9DDEA68}"/>
              </a:ext>
            </a:extLst>
          </p:cNvPr>
          <p:cNvSpPr/>
          <p:nvPr/>
        </p:nvSpPr>
        <p:spPr>
          <a:xfrm rot="3701106">
            <a:off x="1848283" y="3549088"/>
            <a:ext cx="631088" cy="598177"/>
          </a:xfrm>
          <a:prstGeom prst="hex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2775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72E1-0EA6-43AE-BCD0-C10AF97D1C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E4F6B3-CE4B-4264-B358-9323A3D9CC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Google Shape;361;p14">
            <a:extLst>
              <a:ext uri="{FF2B5EF4-FFF2-40B4-BE49-F238E27FC236}">
                <a16:creationId xmlns:a16="http://schemas.microsoft.com/office/drawing/2014/main" id="{41821629-3CCF-4F3F-A150-D4554863A3BD}"/>
              </a:ext>
            </a:extLst>
          </p:cNvPr>
          <p:cNvSpPr txBox="1"/>
          <p:nvPr/>
        </p:nvSpPr>
        <p:spPr>
          <a:xfrm>
            <a:off x="409575" y="1676400"/>
            <a:ext cx="20670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rgbClr val="FFFFFF"/>
                </a:solidFill>
                <a:latin typeface="Nixie One"/>
                <a:ea typeface="Nixie One"/>
                <a:cs typeface="Nixie One"/>
                <a:sym typeface="Nixie One"/>
              </a:rPr>
              <a:t>1</a:t>
            </a:r>
            <a:endParaRPr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07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2F0B-EF09-41D9-958D-6A6537185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971" y="309923"/>
            <a:ext cx="4944300" cy="6453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954F6-3924-4D51-90B3-41F18F66CF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428FD04-C6F9-4DA3-9571-52809CF0B1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6353655"/>
              </p:ext>
            </p:extLst>
          </p:nvPr>
        </p:nvGraphicFramePr>
        <p:xfrm>
          <a:off x="640914" y="1484671"/>
          <a:ext cx="7362543" cy="3300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71FA99B-BFF3-4561-B1BD-4540DFB5B3C2}"/>
              </a:ext>
            </a:extLst>
          </p:cNvPr>
          <p:cNvSpPr/>
          <p:nvPr/>
        </p:nvSpPr>
        <p:spPr>
          <a:xfrm>
            <a:off x="855406" y="1750140"/>
            <a:ext cx="1651819" cy="2654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LATAR BELAKANG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2B9D227-1ED3-4333-BF5B-166E35EFF7D3}"/>
              </a:ext>
            </a:extLst>
          </p:cNvPr>
          <p:cNvSpPr/>
          <p:nvPr/>
        </p:nvSpPr>
        <p:spPr>
          <a:xfrm>
            <a:off x="3469690" y="1750140"/>
            <a:ext cx="1704990" cy="265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IDENTIFIKASI MASALAH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1986250-EC59-4054-83E4-088E7F4304E1}"/>
              </a:ext>
            </a:extLst>
          </p:cNvPr>
          <p:cNvSpPr/>
          <p:nvPr/>
        </p:nvSpPr>
        <p:spPr>
          <a:xfrm>
            <a:off x="6137145" y="1750139"/>
            <a:ext cx="1704990" cy="26547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BATASAN MASALAH</a:t>
            </a:r>
          </a:p>
        </p:txBody>
      </p:sp>
    </p:spTree>
    <p:extLst>
      <p:ext uri="{BB962C8B-B14F-4D97-AF65-F5344CB8AC3E}">
        <p14:creationId xmlns:p14="http://schemas.microsoft.com/office/powerpoint/2010/main" val="225037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62C4B-87A3-4745-97A1-4FD3626A1E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1BD86EF3-9A04-4C39-8FF7-9774502999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8355747"/>
              </p:ext>
            </p:extLst>
          </p:nvPr>
        </p:nvGraphicFramePr>
        <p:xfrm>
          <a:off x="640914" y="1484671"/>
          <a:ext cx="7362543" cy="3300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DAF4450-C9E9-42F1-9F34-32B23F17C381}"/>
              </a:ext>
            </a:extLst>
          </p:cNvPr>
          <p:cNvSpPr/>
          <p:nvPr/>
        </p:nvSpPr>
        <p:spPr>
          <a:xfrm>
            <a:off x="855406" y="2138512"/>
            <a:ext cx="1651819" cy="2654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RUMUSAN MASALAH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4FC2FAD-4277-4384-B454-33067F805C66}"/>
              </a:ext>
            </a:extLst>
          </p:cNvPr>
          <p:cNvSpPr/>
          <p:nvPr/>
        </p:nvSpPr>
        <p:spPr>
          <a:xfrm>
            <a:off x="3417617" y="2148346"/>
            <a:ext cx="1704990" cy="265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TUJUAN PENULISAN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9DFEE6D-B797-47D1-891E-5BF508B07FFE}"/>
              </a:ext>
            </a:extLst>
          </p:cNvPr>
          <p:cNvSpPr/>
          <p:nvPr/>
        </p:nvSpPr>
        <p:spPr>
          <a:xfrm>
            <a:off x="6032999" y="2138511"/>
            <a:ext cx="1704990" cy="26547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MANFAAT PENULISAN</a:t>
            </a:r>
          </a:p>
        </p:txBody>
      </p:sp>
    </p:spTree>
    <p:extLst>
      <p:ext uri="{BB962C8B-B14F-4D97-AF65-F5344CB8AC3E}">
        <p14:creationId xmlns:p14="http://schemas.microsoft.com/office/powerpoint/2010/main" val="2328150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 txBox="1">
            <a:spLocks noGrp="1"/>
          </p:cNvSpPr>
          <p:nvPr>
            <p:ph type="ctrTitle"/>
          </p:nvPr>
        </p:nvSpPr>
        <p:spPr>
          <a:xfrm>
            <a:off x="2743200" y="1735750"/>
            <a:ext cx="5638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METODE PENELITIAN</a:t>
            </a:r>
            <a:endParaRPr dirty="0"/>
          </a:p>
        </p:txBody>
      </p:sp>
      <p:sp>
        <p:nvSpPr>
          <p:cNvPr id="360" name="Google Shape;360;p14"/>
          <p:cNvSpPr txBox="1">
            <a:spLocks noGrp="1"/>
          </p:cNvSpPr>
          <p:nvPr>
            <p:ph type="subTitle" idx="1"/>
          </p:nvPr>
        </p:nvSpPr>
        <p:spPr>
          <a:xfrm>
            <a:off x="2743200" y="2821004"/>
            <a:ext cx="5696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p14"/>
          <p:cNvSpPr txBox="1"/>
          <p:nvPr/>
        </p:nvSpPr>
        <p:spPr>
          <a:xfrm>
            <a:off x="409575" y="1676400"/>
            <a:ext cx="20670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rgbClr val="FFFFFF"/>
                </a:solidFill>
                <a:latin typeface="Nixie One"/>
                <a:sym typeface="Nixie One"/>
              </a:rPr>
              <a:t>2</a:t>
            </a:r>
            <a:endParaRPr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EBB1-BC36-4C34-BC1C-8676483D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Extreme Programing Modeling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6BD56-3594-47FF-9E31-ABC257481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 algn="just">
              <a:buNone/>
            </a:pPr>
            <a:r>
              <a:rPr lang="en-US" sz="1200" b="1" i="0" dirty="0">
                <a:solidFill>
                  <a:schemeClr val="tx1"/>
                </a:solidFill>
                <a:effectLst/>
              </a:rPr>
              <a:t>Extreme Programming (XP) 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merupakan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salah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satu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metodologi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dalam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rekayasa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perangkat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lunak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dan juga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merupakan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satu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dari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beberapa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 </a:t>
            </a:r>
            <a:r>
              <a:rPr lang="en-US" sz="1200" b="0" i="1" dirty="0">
                <a:solidFill>
                  <a:schemeClr val="tx1"/>
                </a:solidFill>
                <a:effectLst/>
              </a:rPr>
              <a:t>agile software development methodologies 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yang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berfokus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pada </a:t>
            </a:r>
            <a:r>
              <a:rPr lang="en-US" sz="1200" b="0" i="1" dirty="0">
                <a:solidFill>
                  <a:schemeClr val="tx1"/>
                </a:solidFill>
                <a:effectLst/>
              </a:rPr>
              <a:t>coding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 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sebagai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aktivitas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utama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di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semua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tahap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pada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siklus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pengembangan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perangkat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lunak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(</a:t>
            </a:r>
            <a:r>
              <a:rPr lang="en-US" sz="1200" b="0" i="1" dirty="0">
                <a:solidFill>
                  <a:schemeClr val="tx1"/>
                </a:solidFill>
                <a:effectLst/>
              </a:rPr>
              <a:t>software development lifecycle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).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02FE8-DE26-4E3F-BCAF-09A79CD05BD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 algn="just">
              <a:buNone/>
            </a:pPr>
            <a:r>
              <a:rPr lang="en-US" sz="1200" b="0" i="0" dirty="0">
                <a:solidFill>
                  <a:schemeClr val="tx1"/>
                </a:solidFill>
                <a:effectLst/>
              </a:rPr>
              <a:t>Extreme Programming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muncul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menawarkan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sebuah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disiplin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baru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dalam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pengembangan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software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secara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 </a:t>
            </a:r>
            <a:r>
              <a:rPr lang="en-US" sz="1200" b="0" i="1" dirty="0">
                <a:solidFill>
                  <a:schemeClr val="tx1"/>
                </a:solidFill>
                <a:effectLst/>
              </a:rPr>
              <a:t>agile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. Nilai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dasar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yang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terkandung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di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dalam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Extreme Programming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adalah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: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Komunikasi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(</a:t>
            </a:r>
            <a:r>
              <a:rPr lang="en-US" sz="1200" b="1" i="1" dirty="0">
                <a:solidFill>
                  <a:schemeClr val="tx1"/>
                </a:solidFill>
                <a:effectLst/>
              </a:rPr>
              <a:t>Communication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),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Kesederhanaan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(</a:t>
            </a:r>
            <a:r>
              <a:rPr lang="en-US" sz="1200" b="1" i="1" dirty="0">
                <a:solidFill>
                  <a:schemeClr val="tx1"/>
                </a:solidFill>
                <a:effectLst/>
              </a:rPr>
              <a:t>Simplicity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),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Umpan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balik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(</a:t>
            </a:r>
            <a:r>
              <a:rPr lang="en-US" sz="1200" b="1" i="1" dirty="0">
                <a:solidFill>
                  <a:schemeClr val="tx1"/>
                </a:solidFill>
                <a:effectLst/>
              </a:rPr>
              <a:t>Feedback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)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Keberanian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(</a:t>
            </a:r>
            <a:r>
              <a:rPr lang="en-US" sz="1200" b="1" i="1" dirty="0">
                <a:solidFill>
                  <a:schemeClr val="tx1"/>
                </a:solidFill>
                <a:effectLst/>
              </a:rPr>
              <a:t>Courage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) dan </a:t>
            </a:r>
            <a:r>
              <a:rPr lang="en-US" sz="1200" b="0" i="0" dirty="0" err="1">
                <a:solidFill>
                  <a:schemeClr val="tx1"/>
                </a:solidFill>
                <a:effectLst/>
              </a:rPr>
              <a:t>menghormati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 (</a:t>
            </a:r>
            <a:r>
              <a:rPr lang="en-US" sz="1200" b="1" i="1" dirty="0">
                <a:solidFill>
                  <a:schemeClr val="tx1"/>
                </a:solidFill>
                <a:effectLst/>
              </a:rPr>
              <a:t>Respect</a:t>
            </a:r>
            <a:r>
              <a:rPr lang="en-US" sz="1200" b="0" i="0" dirty="0">
                <a:solidFill>
                  <a:schemeClr val="tx1"/>
                </a:solidFill>
                <a:effectLst/>
              </a:rPr>
              <a:t>).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6EB5A-AA78-49E3-A18E-DC054B03E1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1233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E434C-82B8-4604-868C-33700A7C2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218" y="332827"/>
            <a:ext cx="4944300" cy="6453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D2567-6B06-484A-BD4C-B893CE65AB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155719-E720-409F-84C9-5BB86F590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239" y="1162598"/>
            <a:ext cx="55054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936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F54E-DEFE-4862-AD30-9E65FD5B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000" y="1226445"/>
            <a:ext cx="5030482" cy="645300"/>
          </a:xfrm>
        </p:spPr>
        <p:txBody>
          <a:bodyPr/>
          <a:lstStyle/>
          <a:p>
            <a:r>
              <a:rPr lang="en-US" sz="2800" dirty="0"/>
              <a:t>WHY EXTREME PROGRAMMING?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D197B-A2EB-46E8-B171-D38818EE9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4000" y="2121825"/>
            <a:ext cx="5362991" cy="2663700"/>
          </a:xfrm>
        </p:spPr>
        <p:txBody>
          <a:bodyPr/>
          <a:lstStyle/>
          <a:p>
            <a:pPr algn="just"/>
            <a:r>
              <a:rPr lang="en-US" sz="1200" dirty="0" err="1"/>
              <a:t>Penulis</a:t>
            </a:r>
            <a:r>
              <a:rPr lang="en-US" sz="1200" dirty="0"/>
              <a:t> </a:t>
            </a:r>
            <a:r>
              <a:rPr lang="en-US" sz="1200" dirty="0" err="1"/>
              <a:t>memilih</a:t>
            </a:r>
            <a:r>
              <a:rPr lang="en-US" sz="1200" dirty="0"/>
              <a:t> extreme programming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metode</a:t>
            </a:r>
            <a:r>
              <a:rPr lang="en-US" sz="1200" dirty="0"/>
              <a:t> pada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, </a:t>
            </a:r>
            <a:r>
              <a:rPr lang="en-US" sz="1200" dirty="0" err="1"/>
              <a:t>hal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disebabkan</a:t>
            </a:r>
            <a:r>
              <a:rPr lang="en-US" sz="1200" dirty="0"/>
              <a:t> Extreme Programming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dasar</a:t>
            </a:r>
            <a:r>
              <a:rPr lang="en-US" sz="1200" dirty="0"/>
              <a:t> yang </a:t>
            </a:r>
            <a:r>
              <a:rPr lang="en-US" sz="1200" dirty="0" err="1"/>
              <a:t>terkandung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(Communication), </a:t>
            </a:r>
            <a:r>
              <a:rPr lang="en-US" sz="1200" dirty="0" err="1"/>
              <a:t>Kesederhanaan</a:t>
            </a:r>
            <a:r>
              <a:rPr lang="en-US" sz="1200" dirty="0"/>
              <a:t> (Simplicity), </a:t>
            </a:r>
            <a:r>
              <a:rPr lang="en-US" sz="1200" dirty="0" err="1"/>
              <a:t>Umpan</a:t>
            </a:r>
            <a:r>
              <a:rPr lang="en-US" sz="1200" dirty="0"/>
              <a:t> </a:t>
            </a:r>
            <a:r>
              <a:rPr lang="en-US" sz="1200" dirty="0" err="1"/>
              <a:t>balik</a:t>
            </a:r>
            <a:r>
              <a:rPr lang="en-US" sz="1200" dirty="0"/>
              <a:t> (Feedback) </a:t>
            </a:r>
            <a:r>
              <a:rPr lang="en-US" sz="1200" dirty="0" err="1"/>
              <a:t>Keberanian</a:t>
            </a:r>
            <a:r>
              <a:rPr lang="en-US" sz="1200" dirty="0"/>
              <a:t> (Courage) dan </a:t>
            </a:r>
            <a:r>
              <a:rPr lang="en-US" sz="1200" dirty="0" err="1"/>
              <a:t>menghormati</a:t>
            </a:r>
            <a:r>
              <a:rPr lang="en-US" sz="1200" dirty="0"/>
              <a:t> (Respect). Hal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tentu</a:t>
            </a:r>
            <a:r>
              <a:rPr lang="en-US" sz="1200" dirty="0"/>
              <a:t> </a:t>
            </a:r>
            <a:r>
              <a:rPr lang="en-US" sz="1200" dirty="0" err="1"/>
              <a:t>saja</a:t>
            </a:r>
            <a:r>
              <a:rPr lang="en-US" sz="1200" dirty="0"/>
              <a:t> sangat </a:t>
            </a:r>
            <a:r>
              <a:rPr lang="en-US" sz="1200" dirty="0" err="1"/>
              <a:t>bagus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pengembagan</a:t>
            </a:r>
            <a:r>
              <a:rPr lang="en-US" sz="1200" dirty="0"/>
              <a:t> </a:t>
            </a:r>
            <a:r>
              <a:rPr lang="en-US" sz="1200" dirty="0" err="1"/>
              <a:t>sistem</a:t>
            </a:r>
            <a:r>
              <a:rPr lang="en-US" sz="1200" dirty="0"/>
              <a:t> </a:t>
            </a:r>
            <a:r>
              <a:rPr lang="en-US" sz="1200" dirty="0" err="1"/>
              <a:t>jangka</a:t>
            </a:r>
            <a:r>
              <a:rPr lang="en-US" sz="1200" dirty="0"/>
              <a:t> </a:t>
            </a:r>
            <a:r>
              <a:rPr lang="en-US" sz="1200" dirty="0" err="1"/>
              <a:t>pendek</a:t>
            </a:r>
            <a:r>
              <a:rPr lang="en-US" sz="1200" dirty="0"/>
              <a:t>, dan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melakukan</a:t>
            </a:r>
            <a:r>
              <a:rPr lang="en-US" sz="1200" dirty="0"/>
              <a:t> </a:t>
            </a:r>
            <a:r>
              <a:rPr lang="en-US" sz="1200" dirty="0" err="1"/>
              <a:t>pendekatan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client </a:t>
            </a:r>
            <a:r>
              <a:rPr lang="en-US" sz="1200" dirty="0" err="1"/>
              <a:t>membuat</a:t>
            </a:r>
            <a:r>
              <a:rPr lang="en-US" sz="1200" dirty="0"/>
              <a:t> </a:t>
            </a:r>
            <a:r>
              <a:rPr lang="en-US" sz="1200" dirty="0" err="1"/>
              <a:t>sistem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responsive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keinginan</a:t>
            </a:r>
            <a:r>
              <a:rPr lang="en-US" sz="1200" dirty="0"/>
              <a:t> client.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63400-A482-4976-818C-36798E5979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3276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3EB3-13D3-43AF-ACF8-9BC741331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000" y="956282"/>
            <a:ext cx="4944300" cy="645300"/>
          </a:xfrm>
        </p:spPr>
        <p:txBody>
          <a:bodyPr/>
          <a:lstStyle/>
          <a:p>
            <a:r>
              <a:rPr lang="en-US" dirty="0"/>
              <a:t>Hardware &amp; Software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3187A-50A5-4C23-91DF-D13753FE2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2218" y="1822168"/>
            <a:ext cx="3279082" cy="3152168"/>
          </a:xfrm>
        </p:spPr>
        <p:txBody>
          <a:bodyPr/>
          <a:lstStyle/>
          <a:p>
            <a:r>
              <a:rPr lang="en-US" dirty="0" err="1"/>
              <a:t>Spesifikasi</a:t>
            </a:r>
            <a:r>
              <a:rPr lang="en-US" dirty="0"/>
              <a:t> Device</a:t>
            </a:r>
          </a:p>
          <a:p>
            <a:r>
              <a:rPr lang="en-US" dirty="0"/>
              <a:t>Intel(R) Core-i5-7200U CPU</a:t>
            </a:r>
          </a:p>
          <a:p>
            <a:r>
              <a:rPr lang="en-US" dirty="0"/>
              <a:t>8GB Ram</a:t>
            </a:r>
          </a:p>
          <a:p>
            <a:r>
              <a:rPr lang="en-US" dirty="0"/>
              <a:t>500GB HDD</a:t>
            </a:r>
          </a:p>
          <a:p>
            <a:r>
              <a:rPr lang="en-US" dirty="0"/>
              <a:t>128 Additional  SSD </a:t>
            </a:r>
            <a:r>
              <a:rPr lang="en-US" dirty="0" err="1"/>
              <a:t>Nvme</a:t>
            </a:r>
            <a:endParaRPr lang="en-US" dirty="0"/>
          </a:p>
          <a:p>
            <a:r>
              <a:rPr lang="en-US" dirty="0" err="1"/>
              <a:t>Nvdia</a:t>
            </a:r>
            <a:r>
              <a:rPr lang="en-US" dirty="0"/>
              <a:t> 940MX </a:t>
            </a:r>
            <a:r>
              <a:rPr lang="en-US" dirty="0" err="1"/>
              <a:t>Grapic</a:t>
            </a:r>
            <a:r>
              <a:rPr lang="en-US" dirty="0"/>
              <a:t> Card	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CC74A-E2D9-442B-A9C5-AFE41016555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0" y="1822167"/>
            <a:ext cx="3279082" cy="3152167"/>
          </a:xfrm>
        </p:spPr>
        <p:txBody>
          <a:bodyPr/>
          <a:lstStyle/>
          <a:p>
            <a:r>
              <a:rPr lang="en-US" dirty="0"/>
              <a:t>Software</a:t>
            </a:r>
          </a:p>
          <a:p>
            <a:r>
              <a:rPr lang="en-US" dirty="0"/>
              <a:t>Microsoft Visual Studio IDE</a:t>
            </a:r>
          </a:p>
          <a:p>
            <a:r>
              <a:rPr lang="en-US" dirty="0"/>
              <a:t>NET Framework</a:t>
            </a:r>
          </a:p>
          <a:p>
            <a:r>
              <a:rPr lang="en-US" dirty="0" err="1"/>
              <a:t>Mysql</a:t>
            </a:r>
            <a:r>
              <a:rPr lang="en-US" dirty="0"/>
              <a:t> Server</a:t>
            </a:r>
          </a:p>
          <a:p>
            <a:r>
              <a:rPr lang="en-US" dirty="0" err="1"/>
              <a:t>Mysql</a:t>
            </a:r>
            <a:r>
              <a:rPr lang="en-US" dirty="0"/>
              <a:t> </a:t>
            </a:r>
            <a:r>
              <a:rPr lang="en-US" dirty="0" err="1"/>
              <a:t>Workbeanch</a:t>
            </a:r>
            <a:endParaRPr lang="en-US" dirty="0"/>
          </a:p>
          <a:p>
            <a:r>
              <a:rPr lang="en-US" dirty="0" err="1"/>
              <a:t>Bunifu</a:t>
            </a:r>
            <a:r>
              <a:rPr lang="en-US" dirty="0"/>
              <a:t>  Framework UI </a:t>
            </a:r>
          </a:p>
          <a:p>
            <a:r>
              <a:rPr lang="en-US" dirty="0"/>
              <a:t>Font Awesome Icon Framework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F84A3-56D4-4A86-AA10-0FC89518E6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32843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65A53C-0403-4291-8414-4FF99F164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SEKIAN &amp; TERIMA KASIH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490F02-B15D-4857-A2E3-CB8217D227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27438769"/>
      </p:ext>
    </p:extLst>
  </p:cSld>
  <p:clrMapOvr>
    <a:masterClrMapping/>
  </p:clrMapOvr>
</p:sld>
</file>

<file path=ppt/theme/theme1.xml><?xml version="1.0" encoding="utf-8"?>
<a:theme xmlns:a="http://schemas.openxmlformats.org/drawingml/2006/main" name="Imogen template">
  <a:themeElements>
    <a:clrScheme name="Custom 347">
      <a:dk1>
        <a:srgbClr val="FFFFFF"/>
      </a:dk1>
      <a:lt1>
        <a:srgbClr val="0E293C"/>
      </a:lt1>
      <a:dk2>
        <a:srgbClr val="BBC9D3"/>
      </a:dk2>
      <a:lt2>
        <a:srgbClr val="184769"/>
      </a:lt2>
      <a:accent1>
        <a:srgbClr val="00E1C6"/>
      </a:accent1>
      <a:accent2>
        <a:srgbClr val="19BBD5"/>
      </a:accent2>
      <a:accent3>
        <a:srgbClr val="2C9DDE"/>
      </a:accent3>
      <a:accent4>
        <a:srgbClr val="3274E1"/>
      </a:accent4>
      <a:accent5>
        <a:srgbClr val="4C4ED5"/>
      </a:accent5>
      <a:accent6>
        <a:srgbClr val="5CF55F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530</Words>
  <Application>Microsoft Office PowerPoint</Application>
  <PresentationFormat>On-screen Show (16:9)</PresentationFormat>
  <Paragraphs>58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Helvetica Neue</vt:lpstr>
      <vt:lpstr>Muli</vt:lpstr>
      <vt:lpstr>Nixie One</vt:lpstr>
      <vt:lpstr>Imogen template</vt:lpstr>
      <vt:lpstr>SISTEM ARSIP LAPORAN PENELITIAN DAN PENGABDIAN KEPADA MASYARAKAT BERBASIS DESKTOP DENGAN METODE EXTREME PROGRAMMING (STUDI KASUS : LPPM UNIMA)</vt:lpstr>
      <vt:lpstr>TOPICS</vt:lpstr>
      <vt:lpstr>INTRODUCTION</vt:lpstr>
      <vt:lpstr>PowerPoint Presentation</vt:lpstr>
      <vt:lpstr>PowerPoint Presentation</vt:lpstr>
      <vt:lpstr>METODE PENELITIAN</vt:lpstr>
      <vt:lpstr>Extreme Programing Modeling</vt:lpstr>
      <vt:lpstr>PowerPoint Presentation</vt:lpstr>
      <vt:lpstr>WHY EXTREME PROGRAMMING?</vt:lpstr>
      <vt:lpstr>Hardware &amp; Software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ARSIP LAPORAN PENELITIAN DAN PENGABDIAN KEPADA MASYARAKAT  BERBASIS DESKTOP DI LPPM UNIMA</dc:title>
  <dc:creator>noSystems</dc:creator>
  <cp:lastModifiedBy>noSystems</cp:lastModifiedBy>
  <cp:revision>21</cp:revision>
  <dcterms:modified xsi:type="dcterms:W3CDTF">2022-02-23T08:25:59Z</dcterms:modified>
</cp:coreProperties>
</file>