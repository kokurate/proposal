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8"/>
  </p:notesMasterIdLst>
  <p:sldIdLst>
    <p:sldId id="256" r:id="rId2"/>
    <p:sldId id="313" r:id="rId3"/>
    <p:sldId id="314" r:id="rId4"/>
    <p:sldId id="326" r:id="rId5"/>
    <p:sldId id="31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7" r:id="rId14"/>
    <p:sldId id="292" r:id="rId15"/>
    <p:sldId id="293" r:id="rId16"/>
    <p:sldId id="325" r:id="rId17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9"/>
    </p:embeddedFont>
    <p:embeddedFont>
      <p:font typeface="Cairo" panose="020B0604020202020204" charset="-78"/>
      <p:regular r:id="rId20"/>
      <p:bold r:id="rId21"/>
    </p:embeddedFont>
    <p:embeddedFont>
      <p:font typeface="Roboto Condensed Light" panose="02000000000000000000" pitchFamily="2" charset="0"/>
      <p:regular r:id="rId22"/>
      <p:italic r:id="rId23"/>
    </p:embeddedFont>
    <p:embeddedFont>
      <p:font typeface="Staatliches" pitchFamily="2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3CB73E-F58C-4283-A087-8C436862532F}">
  <a:tblStyle styleId="{B23CB73E-F58C-4283-A087-8C43686253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 autoAdjust="0"/>
    <p:restoredTop sz="92791" autoAdjust="0"/>
  </p:normalViewPr>
  <p:slideViewPr>
    <p:cSldViewPr snapToGrid="0">
      <p:cViewPr varScale="1">
        <p:scale>
          <a:sx n="80" d="100"/>
          <a:sy n="80" d="100"/>
        </p:scale>
        <p:origin x="1038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d9d240c1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d9d240c1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459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612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7b2dad823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7b2dad823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204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7b349e6ee3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7b349e6ee3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5031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7b349e6ee3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7b349e6ee3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8469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7b349e6ee3_0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1" name="Google Shape;2311;g7b349e6ee3_0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948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3676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0475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983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g7b2dad8238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7" name="Google Shape;2597;g7b2dad8238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g7b2dad8238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5" name="Google Shape;2745;g7b2dad8238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g7b2dad8238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5" name="Google Shape;2745;g7b2dad8238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2926700"/>
            <a:ext cx="42870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121" y="3679025"/>
            <a:ext cx="4287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713125" y="988675"/>
            <a:ext cx="2493000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23371" y="3705937"/>
            <a:ext cx="932693" cy="1513429"/>
            <a:chOff x="5252475" y="3372998"/>
            <a:chExt cx="758596" cy="1230930"/>
          </a:xfrm>
        </p:grpSpPr>
        <p:sp>
          <p:nvSpPr>
            <p:cNvPr id="13" name="Google Shape;13;p2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954775" y="1572750"/>
            <a:ext cx="2506800" cy="75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756850" y="2261800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1954775" y="2855850"/>
            <a:ext cx="2357700" cy="71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208529" y="-112438"/>
            <a:ext cx="932693" cy="1513429"/>
            <a:chOff x="5252475" y="3372998"/>
            <a:chExt cx="758596" cy="1230930"/>
          </a:xfrm>
        </p:grpSpPr>
        <p:sp>
          <p:nvSpPr>
            <p:cNvPr id="29" name="Google Shape;29;p3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3"/>
          <p:cNvSpPr/>
          <p:nvPr/>
        </p:nvSpPr>
        <p:spPr>
          <a:xfrm rot="900065">
            <a:off x="8592165" y="250406"/>
            <a:ext cx="276795" cy="27679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8231650" y="135450"/>
            <a:ext cx="370803" cy="370803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491165" y="963340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558122" y="360806"/>
            <a:ext cx="488934" cy="488914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 rot="8004877">
            <a:off x="49922" y="4150935"/>
            <a:ext cx="206704" cy="207855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 rot="8004877">
            <a:off x="36585" y="4582287"/>
            <a:ext cx="428845" cy="42884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720000" y="1187702"/>
            <a:ext cx="7704000" cy="34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 idx="2"/>
          </p:nvPr>
        </p:nvSpPr>
        <p:spPr>
          <a:xfrm>
            <a:off x="950848" y="2095300"/>
            <a:ext cx="22977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 idx="3"/>
          </p:nvPr>
        </p:nvSpPr>
        <p:spPr>
          <a:xfrm>
            <a:off x="5979250" y="2095300"/>
            <a:ext cx="21474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5979253" y="2654202"/>
            <a:ext cx="2147400" cy="134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950848" y="2654202"/>
            <a:ext cx="2297700" cy="134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" name="Google Shape;55;p5"/>
          <p:cNvSpPr/>
          <p:nvPr/>
        </p:nvSpPr>
        <p:spPr>
          <a:xfrm rot="2700000">
            <a:off x="276569" y="540715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 rot="2700000">
            <a:off x="100461" y="19966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 rot="2700000">
            <a:off x="8508777" y="408376"/>
            <a:ext cx="470996" cy="47099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 rot="2700000">
            <a:off x="8840511" y="106951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 flipH="1">
            <a:off x="8639847" y="-69488"/>
            <a:ext cx="586031" cy="736432"/>
            <a:chOff x="-84151" y="785111"/>
            <a:chExt cx="490484" cy="616364"/>
          </a:xfrm>
        </p:grpSpPr>
        <p:sp>
          <p:nvSpPr>
            <p:cNvPr id="62" name="Google Shape;62;p6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" name="Google Shape;66;p6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7" name="Google Shape;67;p6"/>
          <p:cNvGrpSpPr/>
          <p:nvPr/>
        </p:nvGrpSpPr>
        <p:grpSpPr>
          <a:xfrm>
            <a:off x="8385358" y="-69476"/>
            <a:ext cx="425299" cy="534449"/>
            <a:chOff x="-84151" y="785111"/>
            <a:chExt cx="490484" cy="616364"/>
          </a:xfrm>
        </p:grpSpPr>
        <p:sp>
          <p:nvSpPr>
            <p:cNvPr id="68" name="Google Shape;68;p6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6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" name="Google Shape;73;p6"/>
          <p:cNvSpPr/>
          <p:nvPr/>
        </p:nvSpPr>
        <p:spPr>
          <a:xfrm rot="2700000">
            <a:off x="276569" y="4605415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"/>
          <p:cNvSpPr/>
          <p:nvPr/>
        </p:nvSpPr>
        <p:spPr>
          <a:xfrm rot="2700000">
            <a:off x="100461" y="426436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3183150" y="2153625"/>
            <a:ext cx="9483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8" name="Google Shape;148;p9"/>
          <p:cNvSpPr txBox="1">
            <a:spLocks noGrp="1"/>
          </p:cNvSpPr>
          <p:nvPr>
            <p:ph type="subTitle" idx="1"/>
          </p:nvPr>
        </p:nvSpPr>
        <p:spPr>
          <a:xfrm>
            <a:off x="2088300" y="2995413"/>
            <a:ext cx="4967400" cy="129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9"/>
          <p:cNvSpPr/>
          <p:nvPr/>
        </p:nvSpPr>
        <p:spPr>
          <a:xfrm rot="10800000" flipH="1">
            <a:off x="411578" y="1257025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/>
          <p:nvPr/>
        </p:nvSpPr>
        <p:spPr>
          <a:xfrm rot="10800000" flipH="1">
            <a:off x="128742" y="484290"/>
            <a:ext cx="520751" cy="520751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 rot="-2700000">
            <a:off x="8462290" y="4353869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/>
          <p:nvPr/>
        </p:nvSpPr>
        <p:spPr>
          <a:xfrm rot="-2700000">
            <a:off x="8091860" y="4690662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" name="Google Shape;153;p9"/>
          <p:cNvGrpSpPr/>
          <p:nvPr/>
        </p:nvGrpSpPr>
        <p:grpSpPr>
          <a:xfrm rot="900132">
            <a:off x="-247805" y="4049444"/>
            <a:ext cx="684288" cy="1110355"/>
            <a:chOff x="5252475" y="3372998"/>
            <a:chExt cx="758596" cy="1230930"/>
          </a:xfrm>
        </p:grpSpPr>
        <p:sp>
          <p:nvSpPr>
            <p:cNvPr id="154" name="Google Shape;154;p9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 rot="-8670632">
            <a:off x="7751012" y="-134177"/>
            <a:ext cx="932706" cy="1513449"/>
            <a:chOff x="5252475" y="3372998"/>
            <a:chExt cx="758596" cy="1230930"/>
          </a:xfrm>
        </p:grpSpPr>
        <p:sp>
          <p:nvSpPr>
            <p:cNvPr id="166" name="Google Shape;166;p9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9"/>
          <p:cNvSpPr/>
          <p:nvPr/>
        </p:nvSpPr>
        <p:spPr>
          <a:xfrm rot="10800000" flipH="1">
            <a:off x="791738" y="1105465"/>
            <a:ext cx="323252" cy="323252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>
            <a:spLocks noGrp="1"/>
          </p:cNvSpPr>
          <p:nvPr>
            <p:ph type="title"/>
          </p:nvPr>
        </p:nvSpPr>
        <p:spPr>
          <a:xfrm>
            <a:off x="4572000" y="1715900"/>
            <a:ext cx="3858900" cy="73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4"/>
          <p:cNvSpPr txBox="1">
            <a:spLocks noGrp="1"/>
          </p:cNvSpPr>
          <p:nvPr>
            <p:ph type="subTitle" idx="1"/>
          </p:nvPr>
        </p:nvSpPr>
        <p:spPr>
          <a:xfrm>
            <a:off x="4572000" y="2454400"/>
            <a:ext cx="3858900" cy="9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14"/>
          <p:cNvGrpSpPr/>
          <p:nvPr/>
        </p:nvGrpSpPr>
        <p:grpSpPr>
          <a:xfrm flipH="1">
            <a:off x="8318255" y="3705937"/>
            <a:ext cx="932693" cy="1513429"/>
            <a:chOff x="5252475" y="3372998"/>
            <a:chExt cx="758596" cy="1230930"/>
          </a:xfrm>
        </p:grpSpPr>
        <p:sp>
          <p:nvSpPr>
            <p:cNvPr id="257" name="Google Shape;257;p14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" name="Google Shape;268;p14"/>
          <p:cNvSpPr/>
          <p:nvPr/>
        </p:nvSpPr>
        <p:spPr>
          <a:xfrm rot="-5400000" flipH="1">
            <a:off x="105229" y="4110867"/>
            <a:ext cx="370803" cy="370803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"/>
          <p:cNvSpPr/>
          <p:nvPr/>
        </p:nvSpPr>
        <p:spPr>
          <a:xfrm rot="-5400000" flipH="1">
            <a:off x="330575" y="4437350"/>
            <a:ext cx="488934" cy="488914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2_1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 txBox="1">
            <a:spLocks noGrp="1"/>
          </p:cNvSpPr>
          <p:nvPr>
            <p:ph type="title"/>
          </p:nvPr>
        </p:nvSpPr>
        <p:spPr>
          <a:xfrm flipH="1">
            <a:off x="2530175" y="2602375"/>
            <a:ext cx="3028200" cy="53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7" name="Google Shape;457;p2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151150" y="1539475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8" name="Google Shape;458;p24"/>
          <p:cNvSpPr txBox="1">
            <a:spLocks noGrp="1"/>
          </p:cNvSpPr>
          <p:nvPr>
            <p:ph type="subTitle" idx="1"/>
          </p:nvPr>
        </p:nvSpPr>
        <p:spPr>
          <a:xfrm flipH="1">
            <a:off x="2529925" y="3195625"/>
            <a:ext cx="40839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459" name="Google Shape;459;p24"/>
          <p:cNvGrpSpPr/>
          <p:nvPr/>
        </p:nvGrpSpPr>
        <p:grpSpPr>
          <a:xfrm rot="1800091">
            <a:off x="7895377" y="3706319"/>
            <a:ext cx="932727" cy="1513483"/>
            <a:chOff x="5252475" y="3372998"/>
            <a:chExt cx="758596" cy="1230930"/>
          </a:xfrm>
        </p:grpSpPr>
        <p:sp>
          <p:nvSpPr>
            <p:cNvPr id="460" name="Google Shape;460;p24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4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471;p24"/>
          <p:cNvSpPr/>
          <p:nvPr/>
        </p:nvSpPr>
        <p:spPr>
          <a:xfrm rot="900065">
            <a:off x="645240" y="443481"/>
            <a:ext cx="276795" cy="27679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_1_1">
    <p:bg>
      <p:bgPr>
        <a:solidFill>
          <a:schemeClr val="dk2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_2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0"/>
          <p:cNvSpPr/>
          <p:nvPr/>
        </p:nvSpPr>
        <p:spPr>
          <a:xfrm rot="8100000">
            <a:off x="8460529" y="1531072"/>
            <a:ext cx="404009" cy="404009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0"/>
          <p:cNvSpPr/>
          <p:nvPr/>
        </p:nvSpPr>
        <p:spPr>
          <a:xfrm rot="8100000">
            <a:off x="8764708" y="997550"/>
            <a:ext cx="313704" cy="31545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0"/>
          <p:cNvSpPr/>
          <p:nvPr/>
        </p:nvSpPr>
        <p:spPr>
          <a:xfrm rot="8100000">
            <a:off x="8162580" y="134785"/>
            <a:ext cx="650836" cy="65083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0"/>
          <p:cNvSpPr/>
          <p:nvPr/>
        </p:nvSpPr>
        <p:spPr>
          <a:xfrm rot="2700000">
            <a:off x="276569" y="4605415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0"/>
          <p:cNvSpPr/>
          <p:nvPr/>
        </p:nvSpPr>
        <p:spPr>
          <a:xfrm rot="2700000">
            <a:off x="100461" y="426436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7" name="Google Shape;557;p30"/>
          <p:cNvGrpSpPr/>
          <p:nvPr/>
        </p:nvGrpSpPr>
        <p:grpSpPr>
          <a:xfrm>
            <a:off x="-120517" y="-69488"/>
            <a:ext cx="586031" cy="736432"/>
            <a:chOff x="-84151" y="785111"/>
            <a:chExt cx="490484" cy="616364"/>
          </a:xfrm>
        </p:grpSpPr>
        <p:sp>
          <p:nvSpPr>
            <p:cNvPr id="558" name="Google Shape;558;p30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2" name="Google Shape;562;p30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3" name="Google Shape;563;p30"/>
          <p:cNvGrpSpPr/>
          <p:nvPr/>
        </p:nvGrpSpPr>
        <p:grpSpPr>
          <a:xfrm flipH="1">
            <a:off x="294704" y="-69476"/>
            <a:ext cx="425299" cy="534449"/>
            <a:chOff x="-84151" y="785111"/>
            <a:chExt cx="490484" cy="616364"/>
          </a:xfrm>
        </p:grpSpPr>
        <p:sp>
          <p:nvSpPr>
            <p:cNvPr id="564" name="Google Shape;564;p30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8" name="Google Shape;568;p30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" name="Google Shape;570;p31"/>
          <p:cNvGrpSpPr/>
          <p:nvPr/>
        </p:nvGrpSpPr>
        <p:grpSpPr>
          <a:xfrm rot="8309431">
            <a:off x="929321" y="-881944"/>
            <a:ext cx="1067824" cy="1732697"/>
            <a:chOff x="5252475" y="3372998"/>
            <a:chExt cx="758596" cy="1230930"/>
          </a:xfrm>
        </p:grpSpPr>
        <p:sp>
          <p:nvSpPr>
            <p:cNvPr id="571" name="Google Shape;571;p31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31"/>
          <p:cNvSpPr/>
          <p:nvPr/>
        </p:nvSpPr>
        <p:spPr>
          <a:xfrm rot="-2979600">
            <a:off x="6162261" y="72226"/>
            <a:ext cx="288185" cy="2897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1"/>
          <p:cNvSpPr/>
          <p:nvPr/>
        </p:nvSpPr>
        <p:spPr>
          <a:xfrm rot="-2979783">
            <a:off x="6926277" y="179486"/>
            <a:ext cx="511919" cy="514765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4" name="Google Shape;584;p31"/>
          <p:cNvGrpSpPr/>
          <p:nvPr/>
        </p:nvGrpSpPr>
        <p:grpSpPr>
          <a:xfrm rot="-1944596" flipH="1">
            <a:off x="142476" y="-240460"/>
            <a:ext cx="728260" cy="915162"/>
            <a:chOff x="-84151" y="785111"/>
            <a:chExt cx="490484" cy="616364"/>
          </a:xfrm>
        </p:grpSpPr>
        <p:sp>
          <p:nvSpPr>
            <p:cNvPr id="585" name="Google Shape;585;p31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9" name="Google Shape;589;p31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90" name="Google Shape;590;p31"/>
          <p:cNvGrpSpPr/>
          <p:nvPr/>
        </p:nvGrpSpPr>
        <p:grpSpPr>
          <a:xfrm rot="-1944773">
            <a:off x="-176122" y="2047"/>
            <a:ext cx="528536" cy="664129"/>
            <a:chOff x="-84151" y="785111"/>
            <a:chExt cx="490484" cy="616364"/>
          </a:xfrm>
        </p:grpSpPr>
        <p:sp>
          <p:nvSpPr>
            <p:cNvPr id="591" name="Google Shape;591;p31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95" name="Google Shape;595;p31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6" name="Google Shape;596;p31"/>
          <p:cNvSpPr/>
          <p:nvPr/>
        </p:nvSpPr>
        <p:spPr>
          <a:xfrm rot="-2979786">
            <a:off x="8118698" y="128020"/>
            <a:ext cx="818201" cy="822758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8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2729400" cy="87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28"/>
          <p:cNvSpPr txBox="1">
            <a:spLocks noGrp="1"/>
          </p:cNvSpPr>
          <p:nvPr>
            <p:ph type="subTitle" idx="1"/>
          </p:nvPr>
        </p:nvSpPr>
        <p:spPr>
          <a:xfrm>
            <a:off x="720000" y="2489331"/>
            <a:ext cx="2729400" cy="79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28"/>
          <p:cNvSpPr txBox="1">
            <a:spLocks noGrp="1"/>
          </p:cNvSpPr>
          <p:nvPr>
            <p:ph type="subTitle" idx="2"/>
          </p:nvPr>
        </p:nvSpPr>
        <p:spPr>
          <a:xfrm>
            <a:off x="720000" y="2080400"/>
            <a:ext cx="2729400" cy="40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537" name="Google Shape;537;p28"/>
          <p:cNvGrpSpPr/>
          <p:nvPr/>
        </p:nvGrpSpPr>
        <p:grpSpPr>
          <a:xfrm rot="-9900044">
            <a:off x="8390289" y="-148690"/>
            <a:ext cx="932686" cy="1513416"/>
            <a:chOff x="5252475" y="3372998"/>
            <a:chExt cx="758596" cy="1230930"/>
          </a:xfrm>
        </p:grpSpPr>
        <p:sp>
          <p:nvSpPr>
            <p:cNvPr id="538" name="Google Shape;538;p28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8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8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8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8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8"/>
          <p:cNvSpPr txBox="1"/>
          <p:nvPr/>
        </p:nvSpPr>
        <p:spPr>
          <a:xfrm>
            <a:off x="720000" y="3519175"/>
            <a:ext cx="3004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 This presentation template was created by</a:t>
            </a:r>
            <a:r>
              <a:rPr lang="en" sz="1200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including icons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  <p:extLst>
      <p:ext uri="{BB962C8B-B14F-4D97-AF65-F5344CB8AC3E}">
        <p14:creationId xmlns:p14="http://schemas.microsoft.com/office/powerpoint/2010/main" val="53096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taatliches"/>
              <a:buNone/>
              <a:defRPr sz="35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8" r:id="rId7"/>
    <p:sldLayoutId id="2147483660" r:id="rId8"/>
    <p:sldLayoutId id="2147483670" r:id="rId9"/>
    <p:sldLayoutId id="2147483675" r:id="rId10"/>
    <p:sldLayoutId id="2147483676" r:id="rId11"/>
    <p:sldLayoutId id="2147483677" r:id="rId12"/>
    <p:sldLayoutId id="214748368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4"/>
          <p:cNvGrpSpPr/>
          <p:nvPr/>
        </p:nvGrpSpPr>
        <p:grpSpPr>
          <a:xfrm>
            <a:off x="5065575" y="2591902"/>
            <a:ext cx="4086000" cy="2011835"/>
            <a:chOff x="5065575" y="2591902"/>
            <a:chExt cx="4086000" cy="2011835"/>
          </a:xfrm>
        </p:grpSpPr>
        <p:grpSp>
          <p:nvGrpSpPr>
            <p:cNvPr id="606" name="Google Shape;606;p34"/>
            <p:cNvGrpSpPr/>
            <p:nvPr/>
          </p:nvGrpSpPr>
          <p:grpSpPr>
            <a:xfrm>
              <a:off x="5463399" y="2591902"/>
              <a:ext cx="3275149" cy="2011835"/>
              <a:chOff x="5565749" y="2591902"/>
              <a:chExt cx="3275149" cy="2011835"/>
            </a:xfrm>
          </p:grpSpPr>
          <p:sp>
            <p:nvSpPr>
              <p:cNvPr id="607" name="Google Shape;607;p34"/>
              <p:cNvSpPr/>
              <p:nvPr/>
            </p:nvSpPr>
            <p:spPr>
              <a:xfrm>
                <a:off x="8222923" y="3134384"/>
                <a:ext cx="617975" cy="1469351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23123" fill="none" extrusionOk="0">
                    <a:moveTo>
                      <a:pt x="1" y="23122"/>
                    </a:moveTo>
                    <a:lnTo>
                      <a:pt x="9724" y="23122"/>
                    </a:lnTo>
                    <a:lnTo>
                      <a:pt x="9724" y="0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4"/>
              <p:cNvSpPr/>
              <p:nvPr/>
            </p:nvSpPr>
            <p:spPr>
              <a:xfrm>
                <a:off x="6451940" y="2591902"/>
                <a:ext cx="617975" cy="2011835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31660" fill="none" extrusionOk="0">
                    <a:moveTo>
                      <a:pt x="1" y="31659"/>
                    </a:moveTo>
                    <a:lnTo>
                      <a:pt x="9724" y="31659"/>
                    </a:lnTo>
                    <a:lnTo>
                      <a:pt x="9724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4"/>
              <p:cNvSpPr/>
              <p:nvPr/>
            </p:nvSpPr>
            <p:spPr>
              <a:xfrm>
                <a:off x="5565749" y="3159040"/>
                <a:ext cx="617975" cy="1444696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22735" fill="none" extrusionOk="0">
                    <a:moveTo>
                      <a:pt x="1" y="22734"/>
                    </a:moveTo>
                    <a:lnTo>
                      <a:pt x="9724" y="22734"/>
                    </a:lnTo>
                    <a:lnTo>
                      <a:pt x="9724" y="0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4"/>
              <p:cNvSpPr/>
              <p:nvPr/>
            </p:nvSpPr>
            <p:spPr>
              <a:xfrm>
                <a:off x="7336733" y="3568078"/>
                <a:ext cx="617912" cy="1035656"/>
              </a:xfrm>
              <a:custGeom>
                <a:avLst/>
                <a:gdLst/>
                <a:ahLst/>
                <a:cxnLst/>
                <a:rect l="l" t="t" r="r" b="b"/>
                <a:pathLst>
                  <a:path w="9724" h="16298" fill="none" extrusionOk="0">
                    <a:moveTo>
                      <a:pt x="0" y="16297"/>
                    </a:moveTo>
                    <a:lnTo>
                      <a:pt x="9724" y="16297"/>
                    </a:lnTo>
                    <a:lnTo>
                      <a:pt x="9724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11" name="Google Shape;611;p34"/>
            <p:cNvCxnSpPr/>
            <p:nvPr/>
          </p:nvCxnSpPr>
          <p:spPr>
            <a:xfrm>
              <a:off x="5065575" y="4603533"/>
              <a:ext cx="408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2" name="Google Shape;612;p34"/>
          <p:cNvSpPr txBox="1">
            <a:spLocks noGrp="1"/>
          </p:cNvSpPr>
          <p:nvPr>
            <p:ph type="ctrTitle"/>
          </p:nvPr>
        </p:nvSpPr>
        <p:spPr>
          <a:xfrm>
            <a:off x="713099" y="2461836"/>
            <a:ext cx="4292993" cy="135797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BERBASIS WEB MENGGUNAKAN METODE </a:t>
            </a:r>
            <a:r>
              <a:rPr lang="en-US" sz="2500" b="1" i="1" dirty="0"/>
              <a:t>AGILE Software development  </a:t>
            </a:r>
            <a:r>
              <a:rPr lang="en-US" sz="2500" b="1" dirty="0"/>
              <a:t>DENGAN KERANGKA KERJA </a:t>
            </a:r>
            <a:r>
              <a:rPr lang="en-US" sz="2500" b="1" i="1" dirty="0"/>
              <a:t>SCRUM</a:t>
            </a:r>
            <a:endParaRPr sz="2500" b="1" i="1" dirty="0"/>
          </a:p>
        </p:txBody>
      </p:sp>
      <p:sp>
        <p:nvSpPr>
          <p:cNvPr id="613" name="Google Shape;613;p34"/>
          <p:cNvSpPr/>
          <p:nvPr/>
        </p:nvSpPr>
        <p:spPr>
          <a:xfrm>
            <a:off x="7175711" y="2860445"/>
            <a:ext cx="317725" cy="316263"/>
          </a:xfrm>
          <a:custGeom>
            <a:avLst/>
            <a:gdLst/>
            <a:ahLst/>
            <a:cxnLst/>
            <a:rect l="l" t="t" r="r" b="b"/>
            <a:pathLst>
              <a:path w="5000" h="4977" fill="none" extrusionOk="0">
                <a:moveTo>
                  <a:pt x="1598" y="2694"/>
                </a:moveTo>
                <a:cubicBezTo>
                  <a:pt x="1690" y="3173"/>
                  <a:pt x="2169" y="3470"/>
                  <a:pt x="2648" y="3356"/>
                </a:cubicBezTo>
                <a:cubicBezTo>
                  <a:pt x="3128" y="3264"/>
                  <a:pt x="3424" y="2785"/>
                  <a:pt x="3333" y="2306"/>
                </a:cubicBezTo>
                <a:cubicBezTo>
                  <a:pt x="3219" y="1826"/>
                  <a:pt x="2740" y="1530"/>
                  <a:pt x="2260" y="1621"/>
                </a:cubicBezTo>
                <a:cubicBezTo>
                  <a:pt x="1781" y="1735"/>
                  <a:pt x="1484" y="2214"/>
                  <a:pt x="1598" y="2694"/>
                </a:cubicBezTo>
                <a:close/>
                <a:moveTo>
                  <a:pt x="1553" y="685"/>
                </a:moveTo>
                <a:lnTo>
                  <a:pt x="1553" y="183"/>
                </a:lnTo>
                <a:lnTo>
                  <a:pt x="2352" y="0"/>
                </a:lnTo>
                <a:lnTo>
                  <a:pt x="2580" y="457"/>
                </a:lnTo>
                <a:cubicBezTo>
                  <a:pt x="2763" y="457"/>
                  <a:pt x="2945" y="480"/>
                  <a:pt x="3105" y="548"/>
                </a:cubicBezTo>
                <a:lnTo>
                  <a:pt x="3470" y="183"/>
                </a:lnTo>
                <a:lnTo>
                  <a:pt x="4155" y="640"/>
                </a:lnTo>
                <a:lnTo>
                  <a:pt x="3995" y="1096"/>
                </a:lnTo>
                <a:cubicBezTo>
                  <a:pt x="4109" y="1233"/>
                  <a:pt x="4223" y="1393"/>
                  <a:pt x="4315" y="1553"/>
                </a:cubicBezTo>
                <a:lnTo>
                  <a:pt x="4817" y="1553"/>
                </a:lnTo>
                <a:lnTo>
                  <a:pt x="4999" y="2351"/>
                </a:lnTo>
                <a:lnTo>
                  <a:pt x="4543" y="2580"/>
                </a:lnTo>
                <a:cubicBezTo>
                  <a:pt x="4520" y="2762"/>
                  <a:pt x="4497" y="2922"/>
                  <a:pt x="4452" y="3105"/>
                </a:cubicBezTo>
                <a:lnTo>
                  <a:pt x="4794" y="3447"/>
                </a:lnTo>
                <a:lnTo>
                  <a:pt x="4360" y="4155"/>
                </a:lnTo>
                <a:lnTo>
                  <a:pt x="3881" y="3995"/>
                </a:lnTo>
                <a:cubicBezTo>
                  <a:pt x="3744" y="4109"/>
                  <a:pt x="3607" y="4223"/>
                  <a:pt x="3447" y="4292"/>
                </a:cubicBezTo>
                <a:lnTo>
                  <a:pt x="3447" y="4794"/>
                </a:lnTo>
                <a:lnTo>
                  <a:pt x="2626" y="4976"/>
                </a:lnTo>
                <a:lnTo>
                  <a:pt x="2420" y="4543"/>
                </a:lnTo>
                <a:cubicBezTo>
                  <a:pt x="2238" y="4520"/>
                  <a:pt x="2055" y="4497"/>
                  <a:pt x="1872" y="4428"/>
                </a:cubicBezTo>
                <a:lnTo>
                  <a:pt x="1530" y="4794"/>
                </a:lnTo>
                <a:lnTo>
                  <a:pt x="822" y="4360"/>
                </a:lnTo>
                <a:lnTo>
                  <a:pt x="1005" y="3881"/>
                </a:lnTo>
                <a:cubicBezTo>
                  <a:pt x="868" y="3744"/>
                  <a:pt x="777" y="3607"/>
                  <a:pt x="685" y="3424"/>
                </a:cubicBezTo>
                <a:lnTo>
                  <a:pt x="183" y="3424"/>
                </a:lnTo>
                <a:lnTo>
                  <a:pt x="1" y="2625"/>
                </a:lnTo>
                <a:lnTo>
                  <a:pt x="457" y="2420"/>
                </a:lnTo>
                <a:cubicBezTo>
                  <a:pt x="457" y="2237"/>
                  <a:pt x="503" y="2055"/>
                  <a:pt x="548" y="1872"/>
                </a:cubicBezTo>
                <a:lnTo>
                  <a:pt x="183" y="1530"/>
                </a:lnTo>
                <a:lnTo>
                  <a:pt x="640" y="822"/>
                </a:lnTo>
                <a:lnTo>
                  <a:pt x="1119" y="982"/>
                </a:lnTo>
                <a:cubicBezTo>
                  <a:pt x="1233" y="868"/>
                  <a:pt x="1393" y="754"/>
                  <a:pt x="1553" y="685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4"/>
          <p:cNvSpPr/>
          <p:nvPr/>
        </p:nvSpPr>
        <p:spPr>
          <a:xfrm flipH="1">
            <a:off x="4878758" y="2411510"/>
            <a:ext cx="309461" cy="307803"/>
          </a:xfrm>
          <a:custGeom>
            <a:avLst/>
            <a:gdLst/>
            <a:ahLst/>
            <a:cxnLst/>
            <a:rect l="l" t="t" r="r" b="b"/>
            <a:pathLst>
              <a:path w="4293" h="4270" fill="none" extrusionOk="0">
                <a:moveTo>
                  <a:pt x="1370" y="2306"/>
                </a:moveTo>
                <a:cubicBezTo>
                  <a:pt x="1462" y="2717"/>
                  <a:pt x="1873" y="2991"/>
                  <a:pt x="2283" y="2900"/>
                </a:cubicBezTo>
                <a:cubicBezTo>
                  <a:pt x="2694" y="2786"/>
                  <a:pt x="2968" y="2398"/>
                  <a:pt x="2854" y="1987"/>
                </a:cubicBezTo>
                <a:cubicBezTo>
                  <a:pt x="2763" y="1576"/>
                  <a:pt x="2375" y="1302"/>
                  <a:pt x="1941" y="1393"/>
                </a:cubicBezTo>
                <a:cubicBezTo>
                  <a:pt x="1530" y="1485"/>
                  <a:pt x="1279" y="1895"/>
                  <a:pt x="1370" y="2306"/>
                </a:cubicBezTo>
                <a:close/>
                <a:moveTo>
                  <a:pt x="1348" y="572"/>
                </a:moveTo>
                <a:lnTo>
                  <a:pt x="1348" y="161"/>
                </a:lnTo>
                <a:lnTo>
                  <a:pt x="2032" y="1"/>
                </a:lnTo>
                <a:lnTo>
                  <a:pt x="2215" y="389"/>
                </a:lnTo>
                <a:cubicBezTo>
                  <a:pt x="2375" y="389"/>
                  <a:pt x="2535" y="412"/>
                  <a:pt x="2671" y="457"/>
                </a:cubicBezTo>
                <a:lnTo>
                  <a:pt x="2991" y="161"/>
                </a:lnTo>
                <a:lnTo>
                  <a:pt x="3585" y="549"/>
                </a:lnTo>
                <a:lnTo>
                  <a:pt x="3448" y="937"/>
                </a:lnTo>
                <a:cubicBezTo>
                  <a:pt x="3539" y="1051"/>
                  <a:pt x="3630" y="1188"/>
                  <a:pt x="3699" y="1325"/>
                </a:cubicBezTo>
                <a:lnTo>
                  <a:pt x="4132" y="1325"/>
                </a:lnTo>
                <a:lnTo>
                  <a:pt x="4292" y="2010"/>
                </a:lnTo>
                <a:lnTo>
                  <a:pt x="3904" y="2215"/>
                </a:lnTo>
                <a:cubicBezTo>
                  <a:pt x="3904" y="2352"/>
                  <a:pt x="3881" y="2512"/>
                  <a:pt x="3836" y="2671"/>
                </a:cubicBezTo>
                <a:lnTo>
                  <a:pt x="4132" y="2968"/>
                </a:lnTo>
                <a:lnTo>
                  <a:pt x="3744" y="3562"/>
                </a:lnTo>
                <a:lnTo>
                  <a:pt x="3333" y="3425"/>
                </a:lnTo>
                <a:cubicBezTo>
                  <a:pt x="3219" y="3539"/>
                  <a:pt x="3105" y="3630"/>
                  <a:pt x="2968" y="3699"/>
                </a:cubicBezTo>
                <a:lnTo>
                  <a:pt x="2968" y="4132"/>
                </a:lnTo>
                <a:lnTo>
                  <a:pt x="2261" y="4269"/>
                </a:lnTo>
                <a:lnTo>
                  <a:pt x="2078" y="3881"/>
                </a:lnTo>
                <a:cubicBezTo>
                  <a:pt x="1918" y="3881"/>
                  <a:pt x="1781" y="3858"/>
                  <a:pt x="1622" y="3813"/>
                </a:cubicBezTo>
                <a:lnTo>
                  <a:pt x="1325" y="4109"/>
                </a:lnTo>
                <a:lnTo>
                  <a:pt x="709" y="3744"/>
                </a:lnTo>
                <a:lnTo>
                  <a:pt x="868" y="3333"/>
                </a:lnTo>
                <a:cubicBezTo>
                  <a:pt x="754" y="3219"/>
                  <a:pt x="663" y="3082"/>
                  <a:pt x="594" y="2945"/>
                </a:cubicBezTo>
                <a:lnTo>
                  <a:pt x="161" y="2945"/>
                </a:lnTo>
                <a:lnTo>
                  <a:pt x="1" y="2261"/>
                </a:lnTo>
                <a:lnTo>
                  <a:pt x="389" y="2078"/>
                </a:lnTo>
                <a:cubicBezTo>
                  <a:pt x="412" y="1918"/>
                  <a:pt x="435" y="1758"/>
                  <a:pt x="480" y="1599"/>
                </a:cubicBezTo>
                <a:lnTo>
                  <a:pt x="184" y="1302"/>
                </a:lnTo>
                <a:lnTo>
                  <a:pt x="549" y="708"/>
                </a:lnTo>
                <a:lnTo>
                  <a:pt x="960" y="845"/>
                </a:lnTo>
                <a:cubicBezTo>
                  <a:pt x="1074" y="754"/>
                  <a:pt x="1211" y="663"/>
                  <a:pt x="1348" y="572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4"/>
          <p:cNvSpPr txBox="1">
            <a:spLocks noGrp="1"/>
          </p:cNvSpPr>
          <p:nvPr>
            <p:ph type="subTitle" idx="1"/>
          </p:nvPr>
        </p:nvSpPr>
        <p:spPr>
          <a:xfrm>
            <a:off x="713099" y="4128508"/>
            <a:ext cx="4287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FREDRIK JOHN SANGER</a:t>
            </a:r>
            <a:r>
              <a:rPr lang="en-US" dirty="0"/>
              <a:t>, 18210152</a:t>
            </a:r>
            <a:endParaRPr dirty="0"/>
          </a:p>
        </p:txBody>
      </p:sp>
      <p:grpSp>
        <p:nvGrpSpPr>
          <p:cNvPr id="616" name="Google Shape;616;p34"/>
          <p:cNvGrpSpPr/>
          <p:nvPr/>
        </p:nvGrpSpPr>
        <p:grpSpPr>
          <a:xfrm>
            <a:off x="6418579" y="1369428"/>
            <a:ext cx="2319329" cy="1649183"/>
            <a:chOff x="6418579" y="1369428"/>
            <a:chExt cx="2319329" cy="1649183"/>
          </a:xfrm>
        </p:grpSpPr>
        <p:sp>
          <p:nvSpPr>
            <p:cNvPr id="617" name="Google Shape;617;p34"/>
            <p:cNvSpPr/>
            <p:nvPr/>
          </p:nvSpPr>
          <p:spPr>
            <a:xfrm>
              <a:off x="6418579" y="1369428"/>
              <a:ext cx="2319329" cy="1649183"/>
            </a:xfrm>
            <a:custGeom>
              <a:avLst/>
              <a:gdLst/>
              <a:ahLst/>
              <a:cxnLst/>
              <a:rect l="l" t="t" r="r" b="b"/>
              <a:pathLst>
                <a:path w="36499" h="25953" extrusionOk="0">
                  <a:moveTo>
                    <a:pt x="1644" y="0"/>
                  </a:moveTo>
                  <a:cubicBezTo>
                    <a:pt x="731" y="0"/>
                    <a:pt x="1" y="730"/>
                    <a:pt x="1" y="1621"/>
                  </a:cubicBezTo>
                  <a:lnTo>
                    <a:pt x="1" y="24332"/>
                  </a:lnTo>
                  <a:cubicBezTo>
                    <a:pt x="1" y="25222"/>
                    <a:pt x="731" y="25952"/>
                    <a:pt x="1644" y="25952"/>
                  </a:cubicBezTo>
                  <a:lnTo>
                    <a:pt x="34855" y="25952"/>
                  </a:lnTo>
                  <a:cubicBezTo>
                    <a:pt x="35768" y="25952"/>
                    <a:pt x="36499" y="25222"/>
                    <a:pt x="36499" y="24332"/>
                  </a:cubicBezTo>
                  <a:lnTo>
                    <a:pt x="36499" y="1621"/>
                  </a:lnTo>
                  <a:cubicBezTo>
                    <a:pt x="36499" y="730"/>
                    <a:pt x="35768" y="0"/>
                    <a:pt x="348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6418579" y="1369428"/>
              <a:ext cx="2319329" cy="1649183"/>
            </a:xfrm>
            <a:custGeom>
              <a:avLst/>
              <a:gdLst/>
              <a:ahLst/>
              <a:cxnLst/>
              <a:rect l="l" t="t" r="r" b="b"/>
              <a:pathLst>
                <a:path w="36499" h="25953" fill="none" extrusionOk="0">
                  <a:moveTo>
                    <a:pt x="34855" y="25952"/>
                  </a:moveTo>
                  <a:lnTo>
                    <a:pt x="1644" y="25952"/>
                  </a:lnTo>
                  <a:cubicBezTo>
                    <a:pt x="731" y="25952"/>
                    <a:pt x="1" y="25222"/>
                    <a:pt x="1" y="24332"/>
                  </a:cubicBezTo>
                  <a:lnTo>
                    <a:pt x="1" y="1621"/>
                  </a:lnTo>
                  <a:cubicBezTo>
                    <a:pt x="1" y="730"/>
                    <a:pt x="731" y="0"/>
                    <a:pt x="1644" y="0"/>
                  </a:cubicBezTo>
                  <a:lnTo>
                    <a:pt x="34855" y="0"/>
                  </a:lnTo>
                  <a:cubicBezTo>
                    <a:pt x="35768" y="0"/>
                    <a:pt x="36499" y="730"/>
                    <a:pt x="36499" y="1621"/>
                  </a:cubicBezTo>
                  <a:lnTo>
                    <a:pt x="36499" y="24332"/>
                  </a:lnTo>
                  <a:cubicBezTo>
                    <a:pt x="36499" y="25222"/>
                    <a:pt x="35768" y="25952"/>
                    <a:pt x="34855" y="259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6418579" y="1369428"/>
              <a:ext cx="2319329" cy="136368"/>
            </a:xfrm>
            <a:custGeom>
              <a:avLst/>
              <a:gdLst/>
              <a:ahLst/>
              <a:cxnLst/>
              <a:rect l="l" t="t" r="r" b="b"/>
              <a:pathLst>
                <a:path w="36499" h="2146" extrusionOk="0">
                  <a:moveTo>
                    <a:pt x="1279" y="0"/>
                  </a:moveTo>
                  <a:cubicBezTo>
                    <a:pt x="572" y="0"/>
                    <a:pt x="1" y="639"/>
                    <a:pt x="1" y="1438"/>
                  </a:cubicBezTo>
                  <a:lnTo>
                    <a:pt x="1" y="2146"/>
                  </a:lnTo>
                  <a:lnTo>
                    <a:pt x="36499" y="2146"/>
                  </a:lnTo>
                  <a:lnTo>
                    <a:pt x="36499" y="1438"/>
                  </a:lnTo>
                  <a:cubicBezTo>
                    <a:pt x="36499" y="639"/>
                    <a:pt x="35928" y="0"/>
                    <a:pt x="352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6418579" y="1369428"/>
              <a:ext cx="2319329" cy="136368"/>
            </a:xfrm>
            <a:custGeom>
              <a:avLst/>
              <a:gdLst/>
              <a:ahLst/>
              <a:cxnLst/>
              <a:rect l="l" t="t" r="r" b="b"/>
              <a:pathLst>
                <a:path w="36499" h="2146" fill="none" extrusionOk="0">
                  <a:moveTo>
                    <a:pt x="35220" y="0"/>
                  </a:moveTo>
                  <a:lnTo>
                    <a:pt x="1279" y="0"/>
                  </a:lnTo>
                  <a:cubicBezTo>
                    <a:pt x="572" y="0"/>
                    <a:pt x="1" y="639"/>
                    <a:pt x="1" y="1438"/>
                  </a:cubicBezTo>
                  <a:lnTo>
                    <a:pt x="1" y="2146"/>
                  </a:lnTo>
                  <a:lnTo>
                    <a:pt x="36499" y="2146"/>
                  </a:lnTo>
                  <a:lnTo>
                    <a:pt x="36499" y="1438"/>
                  </a:lnTo>
                  <a:cubicBezTo>
                    <a:pt x="36499" y="639"/>
                    <a:pt x="35928" y="0"/>
                    <a:pt x="3522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6478057" y="1408572"/>
              <a:ext cx="56619" cy="58080"/>
            </a:xfrm>
            <a:custGeom>
              <a:avLst/>
              <a:gdLst/>
              <a:ahLst/>
              <a:cxnLst/>
              <a:rect l="l" t="t" r="r" b="b"/>
              <a:pathLst>
                <a:path w="891" h="914" fill="none" extrusionOk="0">
                  <a:moveTo>
                    <a:pt x="891" y="457"/>
                  </a:moveTo>
                  <a:cubicBezTo>
                    <a:pt x="891" y="708"/>
                    <a:pt x="685" y="913"/>
                    <a:pt x="434" y="913"/>
                  </a:cubicBezTo>
                  <a:cubicBezTo>
                    <a:pt x="183" y="913"/>
                    <a:pt x="1" y="708"/>
                    <a:pt x="1" y="457"/>
                  </a:cubicBezTo>
                  <a:cubicBezTo>
                    <a:pt x="1" y="206"/>
                    <a:pt x="183" y="0"/>
                    <a:pt x="434" y="0"/>
                  </a:cubicBezTo>
                  <a:cubicBezTo>
                    <a:pt x="685" y="0"/>
                    <a:pt x="891" y="206"/>
                    <a:pt x="891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6585383" y="1408572"/>
              <a:ext cx="56619" cy="58080"/>
            </a:xfrm>
            <a:custGeom>
              <a:avLst/>
              <a:gdLst/>
              <a:ahLst/>
              <a:cxnLst/>
              <a:rect l="l" t="t" r="r" b="b"/>
              <a:pathLst>
                <a:path w="891" h="914" fill="none" extrusionOk="0">
                  <a:moveTo>
                    <a:pt x="891" y="457"/>
                  </a:moveTo>
                  <a:cubicBezTo>
                    <a:pt x="891" y="708"/>
                    <a:pt x="708" y="913"/>
                    <a:pt x="457" y="913"/>
                  </a:cubicBezTo>
                  <a:cubicBezTo>
                    <a:pt x="206" y="913"/>
                    <a:pt x="1" y="708"/>
                    <a:pt x="1" y="457"/>
                  </a:cubicBezTo>
                  <a:cubicBezTo>
                    <a:pt x="1" y="206"/>
                    <a:pt x="206" y="0"/>
                    <a:pt x="457" y="0"/>
                  </a:cubicBezTo>
                  <a:cubicBezTo>
                    <a:pt x="708" y="0"/>
                    <a:pt x="891" y="206"/>
                    <a:pt x="891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6692710" y="1408572"/>
              <a:ext cx="58080" cy="58080"/>
            </a:xfrm>
            <a:custGeom>
              <a:avLst/>
              <a:gdLst/>
              <a:ahLst/>
              <a:cxnLst/>
              <a:rect l="l" t="t" r="r" b="b"/>
              <a:pathLst>
                <a:path w="914" h="914" fill="none" extrusionOk="0">
                  <a:moveTo>
                    <a:pt x="914" y="457"/>
                  </a:moveTo>
                  <a:cubicBezTo>
                    <a:pt x="914" y="708"/>
                    <a:pt x="708" y="913"/>
                    <a:pt x="457" y="913"/>
                  </a:cubicBezTo>
                  <a:cubicBezTo>
                    <a:pt x="206" y="913"/>
                    <a:pt x="1" y="708"/>
                    <a:pt x="1" y="457"/>
                  </a:cubicBezTo>
                  <a:cubicBezTo>
                    <a:pt x="1" y="206"/>
                    <a:pt x="206" y="0"/>
                    <a:pt x="457" y="0"/>
                  </a:cubicBezTo>
                  <a:cubicBezTo>
                    <a:pt x="708" y="0"/>
                    <a:pt x="914" y="206"/>
                    <a:pt x="914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6585383" y="1605815"/>
              <a:ext cx="1143047" cy="42130"/>
            </a:xfrm>
            <a:custGeom>
              <a:avLst/>
              <a:gdLst/>
              <a:ahLst/>
              <a:cxnLst/>
              <a:rect l="l" t="t" r="r" b="b"/>
              <a:pathLst>
                <a:path w="17988" h="663" extrusionOk="0">
                  <a:moveTo>
                    <a:pt x="320" y="1"/>
                  </a:moveTo>
                  <a:cubicBezTo>
                    <a:pt x="138" y="1"/>
                    <a:pt x="1" y="137"/>
                    <a:pt x="1" y="320"/>
                  </a:cubicBezTo>
                  <a:cubicBezTo>
                    <a:pt x="1" y="503"/>
                    <a:pt x="138" y="662"/>
                    <a:pt x="320" y="662"/>
                  </a:cubicBezTo>
                  <a:lnTo>
                    <a:pt x="17668" y="662"/>
                  </a:lnTo>
                  <a:cubicBezTo>
                    <a:pt x="17850" y="662"/>
                    <a:pt x="17987" y="503"/>
                    <a:pt x="17987" y="320"/>
                  </a:cubicBezTo>
                  <a:cubicBezTo>
                    <a:pt x="17987" y="137"/>
                    <a:pt x="17850" y="1"/>
                    <a:pt x="1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6625988" y="1687026"/>
              <a:ext cx="799269" cy="20398"/>
            </a:xfrm>
            <a:custGeom>
              <a:avLst/>
              <a:gdLst/>
              <a:ahLst/>
              <a:cxnLst/>
              <a:rect l="l" t="t" r="r" b="b"/>
              <a:pathLst>
                <a:path w="12578" h="321" extrusionOk="0">
                  <a:moveTo>
                    <a:pt x="161" y="1"/>
                  </a:moveTo>
                  <a:cubicBezTo>
                    <a:pt x="69" y="1"/>
                    <a:pt x="1" y="69"/>
                    <a:pt x="1" y="161"/>
                  </a:cubicBezTo>
                  <a:cubicBezTo>
                    <a:pt x="1" y="252"/>
                    <a:pt x="69" y="320"/>
                    <a:pt x="161" y="320"/>
                  </a:cubicBezTo>
                  <a:lnTo>
                    <a:pt x="12441" y="320"/>
                  </a:lnTo>
                  <a:cubicBezTo>
                    <a:pt x="12509" y="320"/>
                    <a:pt x="12578" y="252"/>
                    <a:pt x="12578" y="161"/>
                  </a:cubicBezTo>
                  <a:cubicBezTo>
                    <a:pt x="12578" y="69"/>
                    <a:pt x="12509" y="1"/>
                    <a:pt x="12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6625988" y="1736336"/>
              <a:ext cx="932714" cy="20398"/>
            </a:xfrm>
            <a:custGeom>
              <a:avLst/>
              <a:gdLst/>
              <a:ahLst/>
              <a:cxnLst/>
              <a:rect l="l" t="t" r="r" b="b"/>
              <a:pathLst>
                <a:path w="14678" h="321" extrusionOk="0">
                  <a:moveTo>
                    <a:pt x="161" y="1"/>
                  </a:moveTo>
                  <a:cubicBezTo>
                    <a:pt x="69" y="1"/>
                    <a:pt x="1" y="69"/>
                    <a:pt x="1" y="161"/>
                  </a:cubicBezTo>
                  <a:cubicBezTo>
                    <a:pt x="1" y="229"/>
                    <a:pt x="69" y="320"/>
                    <a:pt x="161" y="320"/>
                  </a:cubicBezTo>
                  <a:lnTo>
                    <a:pt x="14518" y="320"/>
                  </a:lnTo>
                  <a:cubicBezTo>
                    <a:pt x="14609" y="320"/>
                    <a:pt x="14678" y="229"/>
                    <a:pt x="14678" y="161"/>
                  </a:cubicBezTo>
                  <a:cubicBezTo>
                    <a:pt x="14678" y="69"/>
                    <a:pt x="14609" y="1"/>
                    <a:pt x="14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6625988" y="1785647"/>
              <a:ext cx="530918" cy="18936"/>
            </a:xfrm>
            <a:custGeom>
              <a:avLst/>
              <a:gdLst/>
              <a:ahLst/>
              <a:cxnLst/>
              <a:rect l="l" t="t" r="r" b="b"/>
              <a:pathLst>
                <a:path w="8355" h="298" extrusionOk="0">
                  <a:moveTo>
                    <a:pt x="161" y="1"/>
                  </a:moveTo>
                  <a:cubicBezTo>
                    <a:pt x="69" y="1"/>
                    <a:pt x="1" y="69"/>
                    <a:pt x="1" y="138"/>
                  </a:cubicBezTo>
                  <a:cubicBezTo>
                    <a:pt x="1" y="229"/>
                    <a:pt x="69" y="298"/>
                    <a:pt x="161" y="298"/>
                  </a:cubicBezTo>
                  <a:lnTo>
                    <a:pt x="8195" y="298"/>
                  </a:lnTo>
                  <a:cubicBezTo>
                    <a:pt x="8286" y="298"/>
                    <a:pt x="8355" y="229"/>
                    <a:pt x="8355" y="138"/>
                  </a:cubicBezTo>
                  <a:cubicBezTo>
                    <a:pt x="8355" y="69"/>
                    <a:pt x="8286" y="1"/>
                    <a:pt x="8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8144573" y="1785647"/>
              <a:ext cx="351086" cy="222026"/>
            </a:xfrm>
            <a:custGeom>
              <a:avLst/>
              <a:gdLst/>
              <a:ahLst/>
              <a:cxnLst/>
              <a:rect l="l" t="t" r="r" b="b"/>
              <a:pathLst>
                <a:path w="5525" h="3494" extrusionOk="0">
                  <a:moveTo>
                    <a:pt x="3311" y="1"/>
                  </a:moveTo>
                  <a:cubicBezTo>
                    <a:pt x="1507" y="1"/>
                    <a:pt x="24" y="1462"/>
                    <a:pt x="1" y="3265"/>
                  </a:cubicBezTo>
                  <a:lnTo>
                    <a:pt x="1507" y="3493"/>
                  </a:lnTo>
                  <a:cubicBezTo>
                    <a:pt x="1507" y="3447"/>
                    <a:pt x="1507" y="3379"/>
                    <a:pt x="1507" y="3333"/>
                  </a:cubicBezTo>
                  <a:cubicBezTo>
                    <a:pt x="1507" y="2329"/>
                    <a:pt x="2306" y="1507"/>
                    <a:pt x="3311" y="1507"/>
                  </a:cubicBezTo>
                  <a:cubicBezTo>
                    <a:pt x="3836" y="1507"/>
                    <a:pt x="4315" y="1736"/>
                    <a:pt x="4635" y="2078"/>
                  </a:cubicBezTo>
                  <a:lnTo>
                    <a:pt x="5525" y="845"/>
                  </a:lnTo>
                  <a:cubicBezTo>
                    <a:pt x="4931" y="320"/>
                    <a:pt x="4155" y="1"/>
                    <a:pt x="3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8144573" y="1785647"/>
              <a:ext cx="351086" cy="222026"/>
            </a:xfrm>
            <a:custGeom>
              <a:avLst/>
              <a:gdLst/>
              <a:ahLst/>
              <a:cxnLst/>
              <a:rect l="l" t="t" r="r" b="b"/>
              <a:pathLst>
                <a:path w="5525" h="3494" fill="none" extrusionOk="0">
                  <a:moveTo>
                    <a:pt x="3311" y="1"/>
                  </a:moveTo>
                  <a:cubicBezTo>
                    <a:pt x="1507" y="1"/>
                    <a:pt x="24" y="1462"/>
                    <a:pt x="1" y="3265"/>
                  </a:cubicBezTo>
                  <a:lnTo>
                    <a:pt x="1507" y="3493"/>
                  </a:lnTo>
                  <a:cubicBezTo>
                    <a:pt x="1507" y="3447"/>
                    <a:pt x="1507" y="3379"/>
                    <a:pt x="1507" y="3333"/>
                  </a:cubicBezTo>
                  <a:cubicBezTo>
                    <a:pt x="1507" y="2329"/>
                    <a:pt x="2306" y="1507"/>
                    <a:pt x="3311" y="1507"/>
                  </a:cubicBezTo>
                  <a:cubicBezTo>
                    <a:pt x="3836" y="1507"/>
                    <a:pt x="4315" y="1736"/>
                    <a:pt x="4635" y="2078"/>
                  </a:cubicBezTo>
                  <a:lnTo>
                    <a:pt x="5525" y="845"/>
                  </a:lnTo>
                  <a:cubicBezTo>
                    <a:pt x="4931" y="320"/>
                    <a:pt x="4155" y="1"/>
                    <a:pt x="3311" y="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8146035" y="1863998"/>
              <a:ext cx="420731" cy="343842"/>
            </a:xfrm>
            <a:custGeom>
              <a:avLst/>
              <a:gdLst/>
              <a:ahLst/>
              <a:cxnLst/>
              <a:rect l="l" t="t" r="r" b="b"/>
              <a:pathLst>
                <a:path w="6621" h="5411" extrusionOk="0">
                  <a:moveTo>
                    <a:pt x="5867" y="0"/>
                  </a:moveTo>
                  <a:lnTo>
                    <a:pt x="4863" y="1210"/>
                  </a:lnTo>
                  <a:cubicBezTo>
                    <a:pt x="5022" y="1461"/>
                    <a:pt x="5114" y="1758"/>
                    <a:pt x="5114" y="2100"/>
                  </a:cubicBezTo>
                  <a:cubicBezTo>
                    <a:pt x="5114" y="3082"/>
                    <a:pt x="4292" y="3904"/>
                    <a:pt x="3288" y="3904"/>
                  </a:cubicBezTo>
                  <a:cubicBezTo>
                    <a:pt x="2512" y="3904"/>
                    <a:pt x="1827" y="3401"/>
                    <a:pt x="1599" y="2694"/>
                  </a:cubicBezTo>
                  <a:cubicBezTo>
                    <a:pt x="1165" y="2671"/>
                    <a:pt x="480" y="2603"/>
                    <a:pt x="1" y="2557"/>
                  </a:cubicBezTo>
                  <a:lnTo>
                    <a:pt x="1" y="2557"/>
                  </a:lnTo>
                  <a:cubicBezTo>
                    <a:pt x="229" y="4177"/>
                    <a:pt x="1621" y="5410"/>
                    <a:pt x="3288" y="5410"/>
                  </a:cubicBezTo>
                  <a:cubicBezTo>
                    <a:pt x="5137" y="5410"/>
                    <a:pt x="6620" y="3926"/>
                    <a:pt x="6620" y="2100"/>
                  </a:cubicBezTo>
                  <a:cubicBezTo>
                    <a:pt x="6620" y="1301"/>
                    <a:pt x="6346" y="571"/>
                    <a:pt x="5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8146035" y="1863998"/>
              <a:ext cx="420731" cy="343842"/>
            </a:xfrm>
            <a:custGeom>
              <a:avLst/>
              <a:gdLst/>
              <a:ahLst/>
              <a:cxnLst/>
              <a:rect l="l" t="t" r="r" b="b"/>
              <a:pathLst>
                <a:path w="6621" h="5411" fill="none" extrusionOk="0">
                  <a:moveTo>
                    <a:pt x="3288" y="5410"/>
                  </a:moveTo>
                  <a:cubicBezTo>
                    <a:pt x="5137" y="5410"/>
                    <a:pt x="6620" y="3926"/>
                    <a:pt x="6620" y="2100"/>
                  </a:cubicBezTo>
                  <a:cubicBezTo>
                    <a:pt x="6620" y="1301"/>
                    <a:pt x="6346" y="571"/>
                    <a:pt x="5867" y="0"/>
                  </a:cubicBezTo>
                  <a:lnTo>
                    <a:pt x="4863" y="1210"/>
                  </a:lnTo>
                  <a:cubicBezTo>
                    <a:pt x="5022" y="1461"/>
                    <a:pt x="5114" y="1758"/>
                    <a:pt x="5114" y="2100"/>
                  </a:cubicBezTo>
                  <a:cubicBezTo>
                    <a:pt x="5114" y="3082"/>
                    <a:pt x="4292" y="3904"/>
                    <a:pt x="3288" y="3904"/>
                  </a:cubicBezTo>
                  <a:cubicBezTo>
                    <a:pt x="2512" y="3904"/>
                    <a:pt x="1827" y="3401"/>
                    <a:pt x="1599" y="2694"/>
                  </a:cubicBezTo>
                  <a:cubicBezTo>
                    <a:pt x="1165" y="2671"/>
                    <a:pt x="480" y="2603"/>
                    <a:pt x="1" y="2557"/>
                  </a:cubicBezTo>
                  <a:cubicBezTo>
                    <a:pt x="229" y="4177"/>
                    <a:pt x="1621" y="5410"/>
                    <a:pt x="3288" y="541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8378099" y="2322347"/>
              <a:ext cx="188665" cy="211795"/>
            </a:xfrm>
            <a:custGeom>
              <a:avLst/>
              <a:gdLst/>
              <a:ahLst/>
              <a:cxnLst/>
              <a:rect l="l" t="t" r="r" b="b"/>
              <a:pathLst>
                <a:path w="2969" h="3333" extrusionOk="0">
                  <a:moveTo>
                    <a:pt x="320" y="0"/>
                  </a:moveTo>
                  <a:lnTo>
                    <a:pt x="1" y="1461"/>
                  </a:lnTo>
                  <a:cubicBezTo>
                    <a:pt x="823" y="1644"/>
                    <a:pt x="1462" y="2374"/>
                    <a:pt x="1462" y="3241"/>
                  </a:cubicBezTo>
                  <a:cubicBezTo>
                    <a:pt x="1462" y="3264"/>
                    <a:pt x="1462" y="3264"/>
                    <a:pt x="1462" y="3264"/>
                  </a:cubicBezTo>
                  <a:lnTo>
                    <a:pt x="2968" y="3333"/>
                  </a:lnTo>
                  <a:cubicBezTo>
                    <a:pt x="2968" y="3310"/>
                    <a:pt x="2968" y="3264"/>
                    <a:pt x="2968" y="3241"/>
                  </a:cubicBezTo>
                  <a:cubicBezTo>
                    <a:pt x="2968" y="1644"/>
                    <a:pt x="1827" y="297"/>
                    <a:pt x="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8378099" y="2322347"/>
              <a:ext cx="188665" cy="211795"/>
            </a:xfrm>
            <a:custGeom>
              <a:avLst/>
              <a:gdLst/>
              <a:ahLst/>
              <a:cxnLst/>
              <a:rect l="l" t="t" r="r" b="b"/>
              <a:pathLst>
                <a:path w="2969" h="3333" fill="none" extrusionOk="0">
                  <a:moveTo>
                    <a:pt x="2968" y="3333"/>
                  </a:moveTo>
                  <a:cubicBezTo>
                    <a:pt x="2968" y="3310"/>
                    <a:pt x="2968" y="3264"/>
                    <a:pt x="2968" y="3241"/>
                  </a:cubicBezTo>
                  <a:cubicBezTo>
                    <a:pt x="2968" y="1644"/>
                    <a:pt x="1827" y="297"/>
                    <a:pt x="320" y="0"/>
                  </a:cubicBezTo>
                  <a:lnTo>
                    <a:pt x="1" y="1461"/>
                  </a:lnTo>
                  <a:cubicBezTo>
                    <a:pt x="823" y="1644"/>
                    <a:pt x="1462" y="2374"/>
                    <a:pt x="1462" y="3241"/>
                  </a:cubicBezTo>
                  <a:cubicBezTo>
                    <a:pt x="1462" y="3264"/>
                    <a:pt x="1462" y="3264"/>
                    <a:pt x="1462" y="326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8144573" y="2317962"/>
              <a:ext cx="417808" cy="422129"/>
            </a:xfrm>
            <a:custGeom>
              <a:avLst/>
              <a:gdLst/>
              <a:ahLst/>
              <a:cxnLst/>
              <a:rect l="l" t="t" r="r" b="b"/>
              <a:pathLst>
                <a:path w="6575" h="6643" extrusionOk="0">
                  <a:moveTo>
                    <a:pt x="3311" y="1"/>
                  </a:moveTo>
                  <a:cubicBezTo>
                    <a:pt x="1485" y="1"/>
                    <a:pt x="1" y="1484"/>
                    <a:pt x="1" y="3310"/>
                  </a:cubicBezTo>
                  <a:cubicBezTo>
                    <a:pt x="1" y="5159"/>
                    <a:pt x="1485" y="6643"/>
                    <a:pt x="3311" y="6643"/>
                  </a:cubicBezTo>
                  <a:cubicBezTo>
                    <a:pt x="4954" y="6643"/>
                    <a:pt x="6301" y="5456"/>
                    <a:pt x="6575" y="3904"/>
                  </a:cubicBezTo>
                  <a:lnTo>
                    <a:pt x="5023" y="3904"/>
                  </a:lnTo>
                  <a:cubicBezTo>
                    <a:pt x="4771" y="4611"/>
                    <a:pt x="4110" y="5136"/>
                    <a:pt x="3311" y="5136"/>
                  </a:cubicBezTo>
                  <a:cubicBezTo>
                    <a:pt x="2306" y="5136"/>
                    <a:pt x="1507" y="4315"/>
                    <a:pt x="1507" y="3310"/>
                  </a:cubicBezTo>
                  <a:cubicBezTo>
                    <a:pt x="1507" y="2329"/>
                    <a:pt x="2284" y="1553"/>
                    <a:pt x="3242" y="1507"/>
                  </a:cubicBezTo>
                  <a:lnTo>
                    <a:pt x="35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8144573" y="2317962"/>
              <a:ext cx="417808" cy="422129"/>
            </a:xfrm>
            <a:custGeom>
              <a:avLst/>
              <a:gdLst/>
              <a:ahLst/>
              <a:cxnLst/>
              <a:rect l="l" t="t" r="r" b="b"/>
              <a:pathLst>
                <a:path w="6575" h="6643" fill="none" extrusionOk="0">
                  <a:moveTo>
                    <a:pt x="6575" y="3904"/>
                  </a:moveTo>
                  <a:lnTo>
                    <a:pt x="5023" y="3904"/>
                  </a:lnTo>
                  <a:cubicBezTo>
                    <a:pt x="4771" y="4611"/>
                    <a:pt x="4110" y="5136"/>
                    <a:pt x="3311" y="5136"/>
                  </a:cubicBezTo>
                  <a:cubicBezTo>
                    <a:pt x="2306" y="5136"/>
                    <a:pt x="1507" y="4315"/>
                    <a:pt x="1507" y="3310"/>
                  </a:cubicBezTo>
                  <a:cubicBezTo>
                    <a:pt x="1507" y="2329"/>
                    <a:pt x="2284" y="1553"/>
                    <a:pt x="3242" y="1507"/>
                  </a:cubicBezTo>
                  <a:lnTo>
                    <a:pt x="3539" y="1"/>
                  </a:lnTo>
                  <a:cubicBezTo>
                    <a:pt x="3470" y="1"/>
                    <a:pt x="3402" y="1"/>
                    <a:pt x="3311" y="1"/>
                  </a:cubicBezTo>
                  <a:cubicBezTo>
                    <a:pt x="1485" y="1"/>
                    <a:pt x="1" y="1484"/>
                    <a:pt x="1" y="3310"/>
                  </a:cubicBezTo>
                  <a:cubicBezTo>
                    <a:pt x="1" y="5159"/>
                    <a:pt x="1485" y="6643"/>
                    <a:pt x="3311" y="6643"/>
                  </a:cubicBezTo>
                  <a:cubicBezTo>
                    <a:pt x="4954" y="6643"/>
                    <a:pt x="6301" y="5456"/>
                    <a:pt x="6575" y="390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6454863" y="2812596"/>
              <a:ext cx="1715906" cy="64"/>
            </a:xfrm>
            <a:custGeom>
              <a:avLst/>
              <a:gdLst/>
              <a:ahLst/>
              <a:cxnLst/>
              <a:rect l="l" t="t" r="r" b="b"/>
              <a:pathLst>
                <a:path w="27003" h="1" fill="none" extrusionOk="0">
                  <a:moveTo>
                    <a:pt x="1" y="0"/>
                  </a:moveTo>
                  <a:lnTo>
                    <a:pt x="27003" y="0"/>
                  </a:ln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7835684" y="1785647"/>
              <a:ext cx="190063" cy="1027014"/>
            </a:xfrm>
            <a:custGeom>
              <a:avLst/>
              <a:gdLst/>
              <a:ahLst/>
              <a:cxnLst/>
              <a:rect l="l" t="t" r="r" b="b"/>
              <a:pathLst>
                <a:path w="2991" h="16162" extrusionOk="0">
                  <a:moveTo>
                    <a:pt x="0" y="1"/>
                  </a:moveTo>
                  <a:lnTo>
                    <a:pt x="0" y="16161"/>
                  </a:lnTo>
                  <a:lnTo>
                    <a:pt x="2990" y="16161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7320783" y="2287524"/>
              <a:ext cx="188602" cy="525136"/>
            </a:xfrm>
            <a:custGeom>
              <a:avLst/>
              <a:gdLst/>
              <a:ahLst/>
              <a:cxnLst/>
              <a:rect l="l" t="t" r="r" b="b"/>
              <a:pathLst>
                <a:path w="2968" h="8264" extrusionOk="0">
                  <a:moveTo>
                    <a:pt x="0" y="0"/>
                  </a:moveTo>
                  <a:lnTo>
                    <a:pt x="0" y="8263"/>
                  </a:lnTo>
                  <a:lnTo>
                    <a:pt x="2968" y="8263"/>
                  </a:lnTo>
                  <a:lnTo>
                    <a:pt x="296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7578964" y="2104769"/>
              <a:ext cx="188602" cy="707891"/>
            </a:xfrm>
            <a:custGeom>
              <a:avLst/>
              <a:gdLst/>
              <a:ahLst/>
              <a:cxnLst/>
              <a:rect l="l" t="t" r="r" b="b"/>
              <a:pathLst>
                <a:path w="2968" h="11140" extrusionOk="0">
                  <a:moveTo>
                    <a:pt x="0" y="0"/>
                  </a:moveTo>
                  <a:lnTo>
                    <a:pt x="0" y="11139"/>
                  </a:lnTo>
                  <a:lnTo>
                    <a:pt x="2967" y="11139"/>
                  </a:lnTo>
                  <a:lnTo>
                    <a:pt x="2967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6804421" y="1971325"/>
              <a:ext cx="188602" cy="841336"/>
            </a:xfrm>
            <a:custGeom>
              <a:avLst/>
              <a:gdLst/>
              <a:ahLst/>
              <a:cxnLst/>
              <a:rect l="l" t="t" r="r" b="b"/>
              <a:pathLst>
                <a:path w="2968" h="13240" extrusionOk="0">
                  <a:moveTo>
                    <a:pt x="0" y="1"/>
                  </a:moveTo>
                  <a:lnTo>
                    <a:pt x="0" y="13239"/>
                  </a:lnTo>
                  <a:lnTo>
                    <a:pt x="2968" y="13239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6546240" y="2596480"/>
              <a:ext cx="190063" cy="216180"/>
            </a:xfrm>
            <a:custGeom>
              <a:avLst/>
              <a:gdLst/>
              <a:ahLst/>
              <a:cxnLst/>
              <a:rect l="l" t="t" r="r" b="b"/>
              <a:pathLst>
                <a:path w="2991" h="3402" extrusionOk="0">
                  <a:moveTo>
                    <a:pt x="1" y="0"/>
                  </a:moveTo>
                  <a:lnTo>
                    <a:pt x="1" y="3401"/>
                  </a:lnTo>
                  <a:lnTo>
                    <a:pt x="2991" y="3401"/>
                  </a:lnTo>
                  <a:lnTo>
                    <a:pt x="299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7062602" y="2416584"/>
              <a:ext cx="188602" cy="396076"/>
            </a:xfrm>
            <a:custGeom>
              <a:avLst/>
              <a:gdLst/>
              <a:ahLst/>
              <a:cxnLst/>
              <a:rect l="l" t="t" r="r" b="b"/>
              <a:pathLst>
                <a:path w="2968" h="6233" extrusionOk="0">
                  <a:moveTo>
                    <a:pt x="0" y="1"/>
                  </a:moveTo>
                  <a:lnTo>
                    <a:pt x="0" y="6232"/>
                  </a:lnTo>
                  <a:lnTo>
                    <a:pt x="2968" y="6232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4"/>
            <p:cNvSpPr/>
            <p:nvPr/>
          </p:nvSpPr>
          <p:spPr>
            <a:xfrm>
              <a:off x="6585383" y="1808905"/>
              <a:ext cx="1151753" cy="512046"/>
            </a:xfrm>
            <a:custGeom>
              <a:avLst/>
              <a:gdLst/>
              <a:ahLst/>
              <a:cxnLst/>
              <a:rect l="l" t="t" r="r" b="b"/>
              <a:pathLst>
                <a:path w="18125" h="8058" fill="none" extrusionOk="0">
                  <a:moveTo>
                    <a:pt x="1" y="7395"/>
                  </a:moveTo>
                  <a:lnTo>
                    <a:pt x="3037" y="1621"/>
                  </a:lnTo>
                  <a:lnTo>
                    <a:pt x="6734" y="1621"/>
                  </a:lnTo>
                  <a:lnTo>
                    <a:pt x="9268" y="8057"/>
                  </a:lnTo>
                  <a:lnTo>
                    <a:pt x="11710" y="3310"/>
                  </a:lnTo>
                  <a:lnTo>
                    <a:pt x="13057" y="5273"/>
                  </a:lnTo>
                  <a:lnTo>
                    <a:pt x="18124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4"/>
            <p:cNvSpPr/>
            <p:nvPr/>
          </p:nvSpPr>
          <p:spPr>
            <a:xfrm>
              <a:off x="7306231" y="1995981"/>
              <a:ext cx="46515" cy="47913"/>
            </a:xfrm>
            <a:custGeom>
              <a:avLst/>
              <a:gdLst/>
              <a:ahLst/>
              <a:cxnLst/>
              <a:rect l="l" t="t" r="r" b="b"/>
              <a:pathLst>
                <a:path w="732" h="754" extrusionOk="0">
                  <a:moveTo>
                    <a:pt x="366" y="1"/>
                  </a:moveTo>
                  <a:cubicBezTo>
                    <a:pt x="161" y="1"/>
                    <a:pt x="1" y="160"/>
                    <a:pt x="1" y="366"/>
                  </a:cubicBezTo>
                  <a:cubicBezTo>
                    <a:pt x="1" y="571"/>
                    <a:pt x="161" y="754"/>
                    <a:pt x="366" y="754"/>
                  </a:cubicBezTo>
                  <a:cubicBezTo>
                    <a:pt x="572" y="754"/>
                    <a:pt x="731" y="571"/>
                    <a:pt x="731" y="366"/>
                  </a:cubicBezTo>
                  <a:cubicBezTo>
                    <a:pt x="731" y="160"/>
                    <a:pt x="572" y="1"/>
                    <a:pt x="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7391826" y="2122181"/>
              <a:ext cx="46515" cy="47913"/>
            </a:xfrm>
            <a:custGeom>
              <a:avLst/>
              <a:gdLst/>
              <a:ahLst/>
              <a:cxnLst/>
              <a:rect l="l" t="t" r="r" b="b"/>
              <a:pathLst>
                <a:path w="732" h="754" extrusionOk="0">
                  <a:moveTo>
                    <a:pt x="366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4"/>
                    <a:pt x="160" y="754"/>
                    <a:pt x="366" y="754"/>
                  </a:cubicBezTo>
                  <a:cubicBezTo>
                    <a:pt x="571" y="754"/>
                    <a:pt x="731" y="594"/>
                    <a:pt x="731" y="388"/>
                  </a:cubicBezTo>
                  <a:cubicBezTo>
                    <a:pt x="731" y="183"/>
                    <a:pt x="571" y="0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7148196" y="2296230"/>
              <a:ext cx="47913" cy="47913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365" y="0"/>
                  </a:moveTo>
                  <a:cubicBezTo>
                    <a:pt x="160" y="0"/>
                    <a:pt x="0" y="183"/>
                    <a:pt x="0" y="388"/>
                  </a:cubicBezTo>
                  <a:cubicBezTo>
                    <a:pt x="0" y="594"/>
                    <a:pt x="160" y="754"/>
                    <a:pt x="365" y="754"/>
                  </a:cubicBezTo>
                  <a:cubicBezTo>
                    <a:pt x="593" y="754"/>
                    <a:pt x="753" y="594"/>
                    <a:pt x="753" y="388"/>
                  </a:cubicBezTo>
                  <a:cubicBezTo>
                    <a:pt x="753" y="183"/>
                    <a:pt x="593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6990098" y="1888653"/>
              <a:ext cx="47913" cy="46451"/>
            </a:xfrm>
            <a:custGeom>
              <a:avLst/>
              <a:gdLst/>
              <a:ahLst/>
              <a:cxnLst/>
              <a:rect l="l" t="t" r="r" b="b"/>
              <a:pathLst>
                <a:path w="754" h="731" extrusionOk="0">
                  <a:moveTo>
                    <a:pt x="388" y="0"/>
                  </a:moveTo>
                  <a:cubicBezTo>
                    <a:pt x="183" y="0"/>
                    <a:pt x="0" y="160"/>
                    <a:pt x="0" y="366"/>
                  </a:cubicBezTo>
                  <a:cubicBezTo>
                    <a:pt x="0" y="571"/>
                    <a:pt x="183" y="731"/>
                    <a:pt x="388" y="731"/>
                  </a:cubicBezTo>
                  <a:cubicBezTo>
                    <a:pt x="594" y="731"/>
                    <a:pt x="753" y="571"/>
                    <a:pt x="753" y="366"/>
                  </a:cubicBezTo>
                  <a:cubicBezTo>
                    <a:pt x="753" y="160"/>
                    <a:pt x="594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6756572" y="1884269"/>
              <a:ext cx="47913" cy="47976"/>
            </a:xfrm>
            <a:custGeom>
              <a:avLst/>
              <a:gdLst/>
              <a:ahLst/>
              <a:cxnLst/>
              <a:rect l="l" t="t" r="r" b="b"/>
              <a:pathLst>
                <a:path w="754" h="755" extrusionOk="0">
                  <a:moveTo>
                    <a:pt x="365" y="1"/>
                  </a:moveTo>
                  <a:cubicBezTo>
                    <a:pt x="160" y="1"/>
                    <a:pt x="0" y="184"/>
                    <a:pt x="0" y="389"/>
                  </a:cubicBezTo>
                  <a:cubicBezTo>
                    <a:pt x="0" y="594"/>
                    <a:pt x="160" y="754"/>
                    <a:pt x="365" y="754"/>
                  </a:cubicBezTo>
                  <a:cubicBezTo>
                    <a:pt x="594" y="754"/>
                    <a:pt x="753" y="594"/>
                    <a:pt x="753" y="389"/>
                  </a:cubicBezTo>
                  <a:cubicBezTo>
                    <a:pt x="753" y="184"/>
                    <a:pt x="594" y="1"/>
                    <a:pt x="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4"/>
            <p:cNvSpPr/>
            <p:nvPr/>
          </p:nvSpPr>
          <p:spPr>
            <a:xfrm>
              <a:off x="7706561" y="1713142"/>
              <a:ext cx="119020" cy="119020"/>
            </a:xfrm>
            <a:custGeom>
              <a:avLst/>
              <a:gdLst/>
              <a:ahLst/>
              <a:cxnLst/>
              <a:rect l="l" t="t" r="r" b="b"/>
              <a:pathLst>
                <a:path w="1873" h="1873" extrusionOk="0">
                  <a:moveTo>
                    <a:pt x="1872" y="1"/>
                  </a:moveTo>
                  <a:lnTo>
                    <a:pt x="1" y="1210"/>
                  </a:lnTo>
                  <a:lnTo>
                    <a:pt x="822" y="1872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6990098" y="1911847"/>
              <a:ext cx="24719" cy="24719"/>
            </a:xfrm>
            <a:custGeom>
              <a:avLst/>
              <a:gdLst/>
              <a:ahLst/>
              <a:cxnLst/>
              <a:rect l="l" t="t" r="r" b="b"/>
              <a:pathLst>
                <a:path w="389" h="389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7"/>
                    <a:pt x="91" y="389"/>
                    <a:pt x="205" y="389"/>
                  </a:cubicBezTo>
                  <a:cubicBezTo>
                    <a:pt x="297" y="366"/>
                    <a:pt x="388" y="297"/>
                    <a:pt x="388" y="183"/>
                  </a:cubicBezTo>
                  <a:cubicBezTo>
                    <a:pt x="365" y="69"/>
                    <a:pt x="297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6422964" y="1878486"/>
              <a:ext cx="50836" cy="27706"/>
            </a:xfrm>
            <a:custGeom>
              <a:avLst/>
              <a:gdLst/>
              <a:ahLst/>
              <a:cxnLst/>
              <a:rect l="l" t="t" r="r" b="b"/>
              <a:pathLst>
                <a:path w="800" h="436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97"/>
                    <a:pt x="211" y="436"/>
                    <a:pt x="428" y="436"/>
                  </a:cubicBezTo>
                  <a:cubicBezTo>
                    <a:pt x="437" y="436"/>
                    <a:pt x="447" y="435"/>
                    <a:pt x="457" y="434"/>
                  </a:cubicBezTo>
                  <a:cubicBezTo>
                    <a:pt x="708" y="389"/>
                    <a:pt x="799" y="46"/>
                    <a:pt x="799" y="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34"/>
          <p:cNvSpPr/>
          <p:nvPr/>
        </p:nvSpPr>
        <p:spPr>
          <a:xfrm>
            <a:off x="5748503" y="1777340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4"/>
          <p:cNvSpPr/>
          <p:nvPr/>
        </p:nvSpPr>
        <p:spPr>
          <a:xfrm>
            <a:off x="5092065" y="2008340"/>
            <a:ext cx="590737" cy="590737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4" name="Google Shape;654;p34"/>
          <p:cNvGrpSpPr/>
          <p:nvPr/>
        </p:nvGrpSpPr>
        <p:grpSpPr>
          <a:xfrm>
            <a:off x="5325950" y="2920356"/>
            <a:ext cx="3843675" cy="1070750"/>
            <a:chOff x="5325950" y="2920356"/>
            <a:chExt cx="3843675" cy="1070750"/>
          </a:xfrm>
        </p:grpSpPr>
        <p:sp>
          <p:nvSpPr>
            <p:cNvPr id="655" name="Google Shape;655;p34"/>
            <p:cNvSpPr/>
            <p:nvPr/>
          </p:nvSpPr>
          <p:spPr>
            <a:xfrm>
              <a:off x="7644224" y="3194055"/>
              <a:ext cx="95762" cy="95762"/>
            </a:xfrm>
            <a:custGeom>
              <a:avLst/>
              <a:gdLst/>
              <a:ahLst/>
              <a:cxnLst/>
              <a:rect l="l" t="t" r="r" b="b"/>
              <a:pathLst>
                <a:path w="1507" h="1507" extrusionOk="0">
                  <a:moveTo>
                    <a:pt x="753" y="0"/>
                  </a:moveTo>
                  <a:cubicBezTo>
                    <a:pt x="343" y="0"/>
                    <a:pt x="0" y="343"/>
                    <a:pt x="0" y="753"/>
                  </a:cubicBezTo>
                  <a:cubicBezTo>
                    <a:pt x="0" y="1164"/>
                    <a:pt x="343" y="1507"/>
                    <a:pt x="753" y="1507"/>
                  </a:cubicBezTo>
                  <a:cubicBezTo>
                    <a:pt x="1164" y="1507"/>
                    <a:pt x="1507" y="1164"/>
                    <a:pt x="1507" y="753"/>
                  </a:cubicBezTo>
                  <a:cubicBezTo>
                    <a:pt x="1507" y="343"/>
                    <a:pt x="1164" y="0"/>
                    <a:pt x="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8170690" y="3534910"/>
              <a:ext cx="97287" cy="97224"/>
            </a:xfrm>
            <a:custGeom>
              <a:avLst/>
              <a:gdLst/>
              <a:ahLst/>
              <a:cxnLst/>
              <a:rect l="l" t="t" r="r" b="b"/>
              <a:pathLst>
                <a:path w="1531" h="1530" extrusionOk="0">
                  <a:moveTo>
                    <a:pt x="754" y="0"/>
                  </a:moveTo>
                  <a:cubicBezTo>
                    <a:pt x="343" y="0"/>
                    <a:pt x="1" y="343"/>
                    <a:pt x="1" y="776"/>
                  </a:cubicBezTo>
                  <a:cubicBezTo>
                    <a:pt x="1" y="1187"/>
                    <a:pt x="343" y="1529"/>
                    <a:pt x="754" y="1529"/>
                  </a:cubicBezTo>
                  <a:cubicBezTo>
                    <a:pt x="1188" y="1529"/>
                    <a:pt x="1530" y="1187"/>
                    <a:pt x="1530" y="776"/>
                  </a:cubicBezTo>
                  <a:cubicBezTo>
                    <a:pt x="1530" y="343"/>
                    <a:pt x="1188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8785673" y="3078023"/>
              <a:ext cx="97287" cy="97224"/>
            </a:xfrm>
            <a:custGeom>
              <a:avLst/>
              <a:gdLst/>
              <a:ahLst/>
              <a:cxnLst/>
              <a:rect l="l" t="t" r="r" b="b"/>
              <a:pathLst>
                <a:path w="1531" h="1530" extrusionOk="0">
                  <a:moveTo>
                    <a:pt x="754" y="0"/>
                  </a:moveTo>
                  <a:cubicBezTo>
                    <a:pt x="343" y="0"/>
                    <a:pt x="1" y="343"/>
                    <a:pt x="1" y="753"/>
                  </a:cubicBezTo>
                  <a:cubicBezTo>
                    <a:pt x="1" y="1187"/>
                    <a:pt x="343" y="1529"/>
                    <a:pt x="754" y="1529"/>
                  </a:cubicBezTo>
                  <a:cubicBezTo>
                    <a:pt x="1188" y="1529"/>
                    <a:pt x="1530" y="1187"/>
                    <a:pt x="1530" y="753"/>
                  </a:cubicBezTo>
                  <a:cubicBezTo>
                    <a:pt x="1530" y="343"/>
                    <a:pt x="1188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7011830" y="3862674"/>
              <a:ext cx="95762" cy="97224"/>
            </a:xfrm>
            <a:custGeom>
              <a:avLst/>
              <a:gdLst/>
              <a:ahLst/>
              <a:cxnLst/>
              <a:rect l="l" t="t" r="r" b="b"/>
              <a:pathLst>
                <a:path w="1507" h="1530" extrusionOk="0">
                  <a:moveTo>
                    <a:pt x="754" y="1"/>
                  </a:moveTo>
                  <a:cubicBezTo>
                    <a:pt x="320" y="1"/>
                    <a:pt x="0" y="343"/>
                    <a:pt x="0" y="754"/>
                  </a:cubicBezTo>
                  <a:cubicBezTo>
                    <a:pt x="0" y="1188"/>
                    <a:pt x="320" y="1530"/>
                    <a:pt x="754" y="1530"/>
                  </a:cubicBezTo>
                  <a:cubicBezTo>
                    <a:pt x="1165" y="1530"/>
                    <a:pt x="1507" y="1188"/>
                    <a:pt x="1507" y="754"/>
                  </a:cubicBezTo>
                  <a:cubicBezTo>
                    <a:pt x="1507" y="343"/>
                    <a:pt x="1165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7287422" y="3408710"/>
              <a:ext cx="97224" cy="97224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6" y="0"/>
                  </a:moveTo>
                  <a:cubicBezTo>
                    <a:pt x="343" y="0"/>
                    <a:pt x="0" y="343"/>
                    <a:pt x="0" y="776"/>
                  </a:cubicBezTo>
                  <a:cubicBezTo>
                    <a:pt x="0" y="1187"/>
                    <a:pt x="343" y="1530"/>
                    <a:pt x="776" y="1530"/>
                  </a:cubicBezTo>
                  <a:cubicBezTo>
                    <a:pt x="1187" y="1530"/>
                    <a:pt x="1530" y="1187"/>
                    <a:pt x="1530" y="776"/>
                  </a:cubicBezTo>
                  <a:cubicBezTo>
                    <a:pt x="1530" y="343"/>
                    <a:pt x="1187" y="0"/>
                    <a:pt x="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5645497" y="3096832"/>
              <a:ext cx="95826" cy="97287"/>
            </a:xfrm>
            <a:custGeom>
              <a:avLst/>
              <a:gdLst/>
              <a:ahLst/>
              <a:cxnLst/>
              <a:rect l="l" t="t" r="r" b="b"/>
              <a:pathLst>
                <a:path w="1508" h="1531" extrusionOk="0">
                  <a:moveTo>
                    <a:pt x="754" y="1"/>
                  </a:moveTo>
                  <a:cubicBezTo>
                    <a:pt x="343" y="1"/>
                    <a:pt x="1" y="343"/>
                    <a:pt x="1" y="754"/>
                  </a:cubicBezTo>
                  <a:cubicBezTo>
                    <a:pt x="1" y="1188"/>
                    <a:pt x="343" y="1530"/>
                    <a:pt x="754" y="1530"/>
                  </a:cubicBezTo>
                  <a:cubicBezTo>
                    <a:pt x="1165" y="1530"/>
                    <a:pt x="1507" y="1188"/>
                    <a:pt x="1507" y="754"/>
                  </a:cubicBezTo>
                  <a:cubicBezTo>
                    <a:pt x="1507" y="343"/>
                    <a:pt x="1165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5325950" y="2920356"/>
              <a:ext cx="3843675" cy="1070750"/>
            </a:xfrm>
            <a:custGeom>
              <a:avLst/>
              <a:gdLst/>
              <a:ahLst/>
              <a:cxnLst/>
              <a:rect l="l" t="t" r="r" b="b"/>
              <a:pathLst>
                <a:path w="153747" h="42830" extrusionOk="0">
                  <a:moveTo>
                    <a:pt x="0" y="13859"/>
                  </a:moveTo>
                  <a:cubicBezTo>
                    <a:pt x="1332" y="13847"/>
                    <a:pt x="5387" y="14716"/>
                    <a:pt x="7993" y="13789"/>
                  </a:cubicBezTo>
                  <a:cubicBezTo>
                    <a:pt x="10600" y="12862"/>
                    <a:pt x="12743" y="10082"/>
                    <a:pt x="15639" y="8298"/>
                  </a:cubicBezTo>
                  <a:cubicBezTo>
                    <a:pt x="18535" y="6514"/>
                    <a:pt x="20794" y="2911"/>
                    <a:pt x="25370" y="3085"/>
                  </a:cubicBezTo>
                  <a:cubicBezTo>
                    <a:pt x="29946" y="3259"/>
                    <a:pt x="38055" y="3143"/>
                    <a:pt x="43094" y="9341"/>
                  </a:cubicBezTo>
                  <a:cubicBezTo>
                    <a:pt x="48133" y="15539"/>
                    <a:pt x="51088" y="35232"/>
                    <a:pt x="55606" y="40271"/>
                  </a:cubicBezTo>
                  <a:cubicBezTo>
                    <a:pt x="60124" y="45310"/>
                    <a:pt x="66437" y="41719"/>
                    <a:pt x="70202" y="39576"/>
                  </a:cubicBezTo>
                  <a:cubicBezTo>
                    <a:pt x="73967" y="37433"/>
                    <a:pt x="76226" y="30830"/>
                    <a:pt x="78195" y="27413"/>
                  </a:cubicBezTo>
                  <a:cubicBezTo>
                    <a:pt x="80164" y="23996"/>
                    <a:pt x="80396" y="21389"/>
                    <a:pt x="82018" y="19072"/>
                  </a:cubicBezTo>
                  <a:cubicBezTo>
                    <a:pt x="83640" y="16755"/>
                    <a:pt x="85766" y="14668"/>
                    <a:pt x="87926" y="13511"/>
                  </a:cubicBezTo>
                  <a:cubicBezTo>
                    <a:pt x="90086" y="12355"/>
                    <a:pt x="92418" y="11966"/>
                    <a:pt x="94976" y="12133"/>
                  </a:cubicBezTo>
                  <a:cubicBezTo>
                    <a:pt x="97534" y="12301"/>
                    <a:pt x="100788" y="12927"/>
                    <a:pt x="103274" y="14516"/>
                  </a:cubicBezTo>
                  <a:cubicBezTo>
                    <a:pt x="105760" y="16105"/>
                    <a:pt x="107820" y="19606"/>
                    <a:pt x="109894" y="21666"/>
                  </a:cubicBezTo>
                  <a:cubicBezTo>
                    <a:pt x="111968" y="23726"/>
                    <a:pt x="113001" y="25594"/>
                    <a:pt x="115720" y="26874"/>
                  </a:cubicBezTo>
                  <a:cubicBezTo>
                    <a:pt x="118439" y="28154"/>
                    <a:pt x="122737" y="30141"/>
                    <a:pt x="126206" y="29346"/>
                  </a:cubicBezTo>
                  <a:cubicBezTo>
                    <a:pt x="129675" y="28552"/>
                    <a:pt x="134168" y="25847"/>
                    <a:pt x="136534" y="22107"/>
                  </a:cubicBezTo>
                  <a:cubicBezTo>
                    <a:pt x="138900" y="18367"/>
                    <a:pt x="138742" y="10483"/>
                    <a:pt x="140404" y="6908"/>
                  </a:cubicBezTo>
                  <a:cubicBezTo>
                    <a:pt x="142067" y="3333"/>
                    <a:pt x="144285" y="1788"/>
                    <a:pt x="146509" y="658"/>
                  </a:cubicBezTo>
                  <a:cubicBezTo>
                    <a:pt x="148733" y="-472"/>
                    <a:pt x="152541" y="216"/>
                    <a:pt x="153747" y="12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62" name="Google Shape;662;p34"/>
          <p:cNvGrpSpPr/>
          <p:nvPr/>
        </p:nvGrpSpPr>
        <p:grpSpPr>
          <a:xfrm>
            <a:off x="5804156" y="1524148"/>
            <a:ext cx="1470802" cy="3078317"/>
            <a:chOff x="5847124" y="1524148"/>
            <a:chExt cx="1470802" cy="3078317"/>
          </a:xfrm>
        </p:grpSpPr>
        <p:sp>
          <p:nvSpPr>
            <p:cNvPr id="663" name="Google Shape;663;p34"/>
            <p:cNvSpPr/>
            <p:nvPr/>
          </p:nvSpPr>
          <p:spPr>
            <a:xfrm>
              <a:off x="7014753" y="1708440"/>
              <a:ext cx="303173" cy="316645"/>
            </a:xfrm>
            <a:custGeom>
              <a:avLst/>
              <a:gdLst/>
              <a:ahLst/>
              <a:cxnLst/>
              <a:rect l="l" t="t" r="r" b="b"/>
              <a:pathLst>
                <a:path w="4771" h="4983" extrusionOk="0">
                  <a:moveTo>
                    <a:pt x="3543" y="1"/>
                  </a:moveTo>
                  <a:cubicBezTo>
                    <a:pt x="3457" y="1"/>
                    <a:pt x="3304" y="54"/>
                    <a:pt x="3150" y="189"/>
                  </a:cubicBezTo>
                  <a:cubicBezTo>
                    <a:pt x="2967" y="326"/>
                    <a:pt x="2260" y="1330"/>
                    <a:pt x="2260" y="1330"/>
                  </a:cubicBezTo>
                  <a:cubicBezTo>
                    <a:pt x="2260" y="1330"/>
                    <a:pt x="2283" y="1239"/>
                    <a:pt x="2305" y="988"/>
                  </a:cubicBezTo>
                  <a:cubicBezTo>
                    <a:pt x="2305" y="759"/>
                    <a:pt x="2214" y="668"/>
                    <a:pt x="2123" y="622"/>
                  </a:cubicBezTo>
                  <a:cubicBezTo>
                    <a:pt x="2117" y="621"/>
                    <a:pt x="2111" y="620"/>
                    <a:pt x="2104" y="620"/>
                  </a:cubicBezTo>
                  <a:cubicBezTo>
                    <a:pt x="2003" y="620"/>
                    <a:pt x="1795" y="775"/>
                    <a:pt x="1666" y="1010"/>
                  </a:cubicBezTo>
                  <a:cubicBezTo>
                    <a:pt x="1507" y="1239"/>
                    <a:pt x="1187" y="2083"/>
                    <a:pt x="1187" y="2083"/>
                  </a:cubicBezTo>
                  <a:lnTo>
                    <a:pt x="0" y="3932"/>
                  </a:lnTo>
                  <a:lnTo>
                    <a:pt x="1940" y="4982"/>
                  </a:lnTo>
                  <a:lnTo>
                    <a:pt x="2305" y="4297"/>
                  </a:lnTo>
                  <a:cubicBezTo>
                    <a:pt x="2305" y="4297"/>
                    <a:pt x="3492" y="2608"/>
                    <a:pt x="3629" y="2426"/>
                  </a:cubicBezTo>
                  <a:cubicBezTo>
                    <a:pt x="3766" y="2243"/>
                    <a:pt x="4771" y="1056"/>
                    <a:pt x="4679" y="805"/>
                  </a:cubicBezTo>
                  <a:cubicBezTo>
                    <a:pt x="4649" y="721"/>
                    <a:pt x="4596" y="693"/>
                    <a:pt x="4538" y="693"/>
                  </a:cubicBezTo>
                  <a:cubicBezTo>
                    <a:pt x="4423" y="693"/>
                    <a:pt x="4291" y="805"/>
                    <a:pt x="4291" y="805"/>
                  </a:cubicBezTo>
                  <a:cubicBezTo>
                    <a:pt x="4291" y="805"/>
                    <a:pt x="4428" y="440"/>
                    <a:pt x="4383" y="280"/>
                  </a:cubicBezTo>
                  <a:cubicBezTo>
                    <a:pt x="4369" y="231"/>
                    <a:pt x="4336" y="215"/>
                    <a:pt x="4297" y="215"/>
                  </a:cubicBezTo>
                  <a:cubicBezTo>
                    <a:pt x="4207" y="215"/>
                    <a:pt x="4086" y="303"/>
                    <a:pt x="4086" y="303"/>
                  </a:cubicBezTo>
                  <a:cubicBezTo>
                    <a:pt x="4109" y="212"/>
                    <a:pt x="4017" y="75"/>
                    <a:pt x="3903" y="75"/>
                  </a:cubicBezTo>
                  <a:cubicBezTo>
                    <a:pt x="3766" y="97"/>
                    <a:pt x="3492" y="371"/>
                    <a:pt x="3492" y="371"/>
                  </a:cubicBezTo>
                  <a:cubicBezTo>
                    <a:pt x="3492" y="371"/>
                    <a:pt x="3652" y="52"/>
                    <a:pt x="3584" y="6"/>
                  </a:cubicBezTo>
                  <a:cubicBezTo>
                    <a:pt x="3573" y="3"/>
                    <a:pt x="3559" y="1"/>
                    <a:pt x="35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7014753" y="1739259"/>
              <a:ext cx="298852" cy="285825"/>
            </a:xfrm>
            <a:custGeom>
              <a:avLst/>
              <a:gdLst/>
              <a:ahLst/>
              <a:cxnLst/>
              <a:rect l="l" t="t" r="r" b="b"/>
              <a:pathLst>
                <a:path w="4703" h="4498" fill="none" extrusionOk="0">
                  <a:moveTo>
                    <a:pt x="3606" y="1073"/>
                  </a:moveTo>
                  <a:cubicBezTo>
                    <a:pt x="4154" y="320"/>
                    <a:pt x="4656" y="0"/>
                    <a:pt x="4679" y="320"/>
                  </a:cubicBezTo>
                  <a:cubicBezTo>
                    <a:pt x="4702" y="640"/>
                    <a:pt x="3492" y="2100"/>
                    <a:pt x="3104" y="2580"/>
                  </a:cubicBezTo>
                  <a:cubicBezTo>
                    <a:pt x="2716" y="3082"/>
                    <a:pt x="1895" y="4497"/>
                    <a:pt x="1895" y="4497"/>
                  </a:cubicBezTo>
                  <a:lnTo>
                    <a:pt x="0" y="3401"/>
                  </a:lnTo>
                  <a:lnTo>
                    <a:pt x="137" y="3128"/>
                  </a:lnTo>
                  <a:cubicBezTo>
                    <a:pt x="137" y="3128"/>
                    <a:pt x="982" y="1963"/>
                    <a:pt x="1347" y="1165"/>
                  </a:cubicBezTo>
                  <a:cubicBezTo>
                    <a:pt x="1735" y="366"/>
                    <a:pt x="2009" y="23"/>
                    <a:pt x="2214" y="183"/>
                  </a:cubicBezTo>
                  <a:cubicBezTo>
                    <a:pt x="2442" y="366"/>
                    <a:pt x="1986" y="1096"/>
                    <a:pt x="2077" y="1507"/>
                  </a:cubicBezTo>
                  <a:cubicBezTo>
                    <a:pt x="2146" y="1895"/>
                    <a:pt x="2123" y="2192"/>
                    <a:pt x="2054" y="237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7226483" y="1720387"/>
              <a:ext cx="79813" cy="69709"/>
            </a:xfrm>
            <a:custGeom>
              <a:avLst/>
              <a:gdLst/>
              <a:ahLst/>
              <a:cxnLst/>
              <a:rect l="l" t="t" r="r" b="b"/>
              <a:pathLst>
                <a:path w="1256" h="1097" fill="none" extrusionOk="0">
                  <a:moveTo>
                    <a:pt x="936" y="640"/>
                  </a:moveTo>
                  <a:cubicBezTo>
                    <a:pt x="936" y="640"/>
                    <a:pt x="1256" y="1"/>
                    <a:pt x="914" y="24"/>
                  </a:cubicBezTo>
                  <a:cubicBezTo>
                    <a:pt x="731" y="46"/>
                    <a:pt x="183" y="845"/>
                    <a:pt x="1" y="1096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7209072" y="1711681"/>
              <a:ext cx="65324" cy="68247"/>
            </a:xfrm>
            <a:custGeom>
              <a:avLst/>
              <a:gdLst/>
              <a:ahLst/>
              <a:cxnLst/>
              <a:rect l="l" t="t" r="r" b="b"/>
              <a:pathLst>
                <a:path w="1028" h="1074" fill="none" extrusionOk="0">
                  <a:moveTo>
                    <a:pt x="982" y="298"/>
                  </a:moveTo>
                  <a:cubicBezTo>
                    <a:pt x="982" y="298"/>
                    <a:pt x="1028" y="69"/>
                    <a:pt x="891" y="46"/>
                  </a:cubicBezTo>
                  <a:cubicBezTo>
                    <a:pt x="777" y="1"/>
                    <a:pt x="548" y="115"/>
                    <a:pt x="366" y="434"/>
                  </a:cubicBezTo>
                  <a:cubicBezTo>
                    <a:pt x="46" y="1005"/>
                    <a:pt x="1" y="1074"/>
                    <a:pt x="1" y="107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7151056" y="1702975"/>
              <a:ext cx="98685" cy="97287"/>
            </a:xfrm>
            <a:custGeom>
              <a:avLst/>
              <a:gdLst/>
              <a:ahLst/>
              <a:cxnLst/>
              <a:rect l="l" t="t" r="r" b="b"/>
              <a:pathLst>
                <a:path w="1553" h="1531" fill="none" extrusionOk="0">
                  <a:moveTo>
                    <a:pt x="1461" y="320"/>
                  </a:moveTo>
                  <a:cubicBezTo>
                    <a:pt x="1461" y="320"/>
                    <a:pt x="1553" y="1"/>
                    <a:pt x="1256" y="69"/>
                  </a:cubicBezTo>
                  <a:cubicBezTo>
                    <a:pt x="982" y="138"/>
                    <a:pt x="1" y="1530"/>
                    <a:pt x="1" y="153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6479518" y="1887192"/>
              <a:ext cx="699186" cy="635768"/>
            </a:xfrm>
            <a:custGeom>
              <a:avLst/>
              <a:gdLst/>
              <a:ahLst/>
              <a:cxnLst/>
              <a:rect l="l" t="t" r="r" b="b"/>
              <a:pathLst>
                <a:path w="11003" h="10005" extrusionOk="0">
                  <a:moveTo>
                    <a:pt x="8172" y="1"/>
                  </a:moveTo>
                  <a:cubicBezTo>
                    <a:pt x="8172" y="1"/>
                    <a:pt x="5958" y="3105"/>
                    <a:pt x="4178" y="3881"/>
                  </a:cubicBezTo>
                  <a:cubicBezTo>
                    <a:pt x="3863" y="4014"/>
                    <a:pt x="3533" y="4069"/>
                    <a:pt x="3202" y="4069"/>
                  </a:cubicBezTo>
                  <a:cubicBezTo>
                    <a:pt x="1655" y="4069"/>
                    <a:pt x="92" y="2877"/>
                    <a:pt x="92" y="2877"/>
                  </a:cubicBezTo>
                  <a:lnTo>
                    <a:pt x="1" y="9062"/>
                  </a:lnTo>
                  <a:lnTo>
                    <a:pt x="1667" y="9633"/>
                  </a:lnTo>
                  <a:cubicBezTo>
                    <a:pt x="1667" y="9633"/>
                    <a:pt x="2038" y="10004"/>
                    <a:pt x="3231" y="10004"/>
                  </a:cubicBezTo>
                  <a:cubicBezTo>
                    <a:pt x="3956" y="10004"/>
                    <a:pt x="4983" y="9867"/>
                    <a:pt x="6414" y="9427"/>
                  </a:cubicBezTo>
                  <a:cubicBezTo>
                    <a:pt x="10203" y="8263"/>
                    <a:pt x="11002" y="1941"/>
                    <a:pt x="11002" y="1941"/>
                  </a:cubicBezTo>
                  <a:lnTo>
                    <a:pt x="8172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6961058" y="1887192"/>
              <a:ext cx="217642" cy="191525"/>
            </a:xfrm>
            <a:custGeom>
              <a:avLst/>
              <a:gdLst/>
              <a:ahLst/>
              <a:cxnLst/>
              <a:rect l="l" t="t" r="r" b="b"/>
              <a:pathLst>
                <a:path w="3425" h="3014" extrusionOk="0">
                  <a:moveTo>
                    <a:pt x="594" y="1"/>
                  </a:moveTo>
                  <a:cubicBezTo>
                    <a:pt x="594" y="1"/>
                    <a:pt x="366" y="343"/>
                    <a:pt x="1" y="800"/>
                  </a:cubicBezTo>
                  <a:lnTo>
                    <a:pt x="3219" y="3014"/>
                  </a:lnTo>
                  <a:cubicBezTo>
                    <a:pt x="3379" y="2352"/>
                    <a:pt x="3424" y="1941"/>
                    <a:pt x="3424" y="1941"/>
                  </a:cubicBezTo>
                  <a:lnTo>
                    <a:pt x="5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6961058" y="1887192"/>
              <a:ext cx="217642" cy="191525"/>
            </a:xfrm>
            <a:custGeom>
              <a:avLst/>
              <a:gdLst/>
              <a:ahLst/>
              <a:cxnLst/>
              <a:rect l="l" t="t" r="r" b="b"/>
              <a:pathLst>
                <a:path w="3425" h="3014" fill="none" extrusionOk="0">
                  <a:moveTo>
                    <a:pt x="594" y="1"/>
                  </a:moveTo>
                  <a:lnTo>
                    <a:pt x="3424" y="1941"/>
                  </a:lnTo>
                  <a:cubicBezTo>
                    <a:pt x="3424" y="1941"/>
                    <a:pt x="3379" y="2352"/>
                    <a:pt x="3219" y="3014"/>
                  </a:cubicBezTo>
                  <a:lnTo>
                    <a:pt x="1" y="800"/>
                  </a:lnTo>
                  <a:cubicBezTo>
                    <a:pt x="366" y="343"/>
                    <a:pt x="594" y="1"/>
                    <a:pt x="594" y="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6479518" y="1887192"/>
              <a:ext cx="699186" cy="673069"/>
            </a:xfrm>
            <a:custGeom>
              <a:avLst/>
              <a:gdLst/>
              <a:ahLst/>
              <a:cxnLst/>
              <a:rect l="l" t="t" r="r" b="b"/>
              <a:pathLst>
                <a:path w="11003" h="10592" fill="none" extrusionOk="0">
                  <a:moveTo>
                    <a:pt x="8172" y="1"/>
                  </a:moveTo>
                  <a:lnTo>
                    <a:pt x="11002" y="1941"/>
                  </a:lnTo>
                  <a:cubicBezTo>
                    <a:pt x="11002" y="1941"/>
                    <a:pt x="10203" y="8263"/>
                    <a:pt x="6414" y="9427"/>
                  </a:cubicBezTo>
                  <a:cubicBezTo>
                    <a:pt x="2625" y="10592"/>
                    <a:pt x="1667" y="9633"/>
                    <a:pt x="1667" y="9633"/>
                  </a:cubicBezTo>
                  <a:lnTo>
                    <a:pt x="1" y="9062"/>
                  </a:lnTo>
                  <a:lnTo>
                    <a:pt x="92" y="2877"/>
                  </a:lnTo>
                  <a:cubicBezTo>
                    <a:pt x="92" y="2877"/>
                    <a:pt x="1370" y="3858"/>
                    <a:pt x="2740" y="4041"/>
                  </a:cubicBez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5847124" y="2071408"/>
              <a:ext cx="419270" cy="749196"/>
            </a:xfrm>
            <a:custGeom>
              <a:avLst/>
              <a:gdLst/>
              <a:ahLst/>
              <a:cxnLst/>
              <a:rect l="l" t="t" r="r" b="b"/>
              <a:pathLst>
                <a:path w="6598" h="11790" extrusionOk="0">
                  <a:moveTo>
                    <a:pt x="6392" y="0"/>
                  </a:moveTo>
                  <a:cubicBezTo>
                    <a:pt x="6391" y="1"/>
                    <a:pt x="3812" y="640"/>
                    <a:pt x="2740" y="2603"/>
                  </a:cubicBezTo>
                  <a:cubicBezTo>
                    <a:pt x="1667" y="4566"/>
                    <a:pt x="1" y="8514"/>
                    <a:pt x="1713" y="10706"/>
                  </a:cubicBezTo>
                  <a:cubicBezTo>
                    <a:pt x="2274" y="11422"/>
                    <a:pt x="3123" y="11789"/>
                    <a:pt x="4048" y="11789"/>
                  </a:cubicBezTo>
                  <a:cubicBezTo>
                    <a:pt x="4889" y="11789"/>
                    <a:pt x="5792" y="11485"/>
                    <a:pt x="6597" y="10865"/>
                  </a:cubicBezTo>
                  <a:lnTo>
                    <a:pt x="4452" y="6300"/>
                  </a:lnTo>
                  <a:lnTo>
                    <a:pt x="4342" y="6355"/>
                  </a:lnTo>
                  <a:lnTo>
                    <a:pt x="4342" y="6355"/>
                  </a:lnTo>
                  <a:lnTo>
                    <a:pt x="4406" y="6323"/>
                  </a:lnTo>
                  <a:lnTo>
                    <a:pt x="4383" y="6163"/>
                  </a:lnTo>
                  <a:lnTo>
                    <a:pt x="4223" y="4680"/>
                  </a:lnTo>
                  <a:lnTo>
                    <a:pt x="639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6060379" y="2071408"/>
              <a:ext cx="192923" cy="111712"/>
            </a:xfrm>
            <a:custGeom>
              <a:avLst/>
              <a:gdLst/>
              <a:ahLst/>
              <a:cxnLst/>
              <a:rect l="l" t="t" r="r" b="b"/>
              <a:pathLst>
                <a:path w="3036" h="1758" fill="none" extrusionOk="0">
                  <a:moveTo>
                    <a:pt x="0" y="1758"/>
                  </a:moveTo>
                  <a:cubicBezTo>
                    <a:pt x="1233" y="457"/>
                    <a:pt x="3036" y="0"/>
                    <a:pt x="3036" y="0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5909525" y="2368735"/>
              <a:ext cx="356869" cy="480146"/>
            </a:xfrm>
            <a:custGeom>
              <a:avLst/>
              <a:gdLst/>
              <a:ahLst/>
              <a:cxnLst/>
              <a:rect l="l" t="t" r="r" b="b"/>
              <a:pathLst>
                <a:path w="5616" h="7556" fill="none" extrusionOk="0">
                  <a:moveTo>
                    <a:pt x="3241" y="1"/>
                  </a:moveTo>
                  <a:lnTo>
                    <a:pt x="3424" y="1644"/>
                  </a:lnTo>
                  <a:lnTo>
                    <a:pt x="5615" y="6186"/>
                  </a:lnTo>
                  <a:cubicBezTo>
                    <a:pt x="3903" y="7556"/>
                    <a:pt x="1826" y="7419"/>
                    <a:pt x="731" y="6027"/>
                  </a:cubicBezTo>
                  <a:cubicBezTo>
                    <a:pt x="251" y="5410"/>
                    <a:pt x="23" y="4634"/>
                    <a:pt x="0" y="3812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6578139" y="4126640"/>
              <a:ext cx="262631" cy="316263"/>
            </a:xfrm>
            <a:custGeom>
              <a:avLst/>
              <a:gdLst/>
              <a:ahLst/>
              <a:cxnLst/>
              <a:rect l="l" t="t" r="r" b="b"/>
              <a:pathLst>
                <a:path w="4133" h="4977" extrusionOk="0">
                  <a:moveTo>
                    <a:pt x="2968" y="1"/>
                  </a:moveTo>
                  <a:lnTo>
                    <a:pt x="1" y="343"/>
                  </a:lnTo>
                  <a:lnTo>
                    <a:pt x="1073" y="4977"/>
                  </a:lnTo>
                  <a:lnTo>
                    <a:pt x="4132" y="4680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6578139" y="4126640"/>
              <a:ext cx="262631" cy="316263"/>
            </a:xfrm>
            <a:custGeom>
              <a:avLst/>
              <a:gdLst/>
              <a:ahLst/>
              <a:cxnLst/>
              <a:rect l="l" t="t" r="r" b="b"/>
              <a:pathLst>
                <a:path w="4133" h="4977" fill="none" extrusionOk="0">
                  <a:moveTo>
                    <a:pt x="2968" y="1"/>
                  </a:moveTo>
                  <a:lnTo>
                    <a:pt x="4132" y="4680"/>
                  </a:lnTo>
                  <a:lnTo>
                    <a:pt x="1073" y="4977"/>
                  </a:lnTo>
                  <a:lnTo>
                    <a:pt x="1" y="34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6572357" y="4366013"/>
              <a:ext cx="561357" cy="236451"/>
            </a:xfrm>
            <a:custGeom>
              <a:avLst/>
              <a:gdLst/>
              <a:ahLst/>
              <a:cxnLst/>
              <a:rect l="l" t="t" r="r" b="b"/>
              <a:pathLst>
                <a:path w="8834" h="3721" extrusionOk="0">
                  <a:moveTo>
                    <a:pt x="4839" y="0"/>
                  </a:moveTo>
                  <a:lnTo>
                    <a:pt x="0" y="297"/>
                  </a:lnTo>
                  <a:lnTo>
                    <a:pt x="594" y="3721"/>
                  </a:lnTo>
                  <a:lnTo>
                    <a:pt x="8834" y="3698"/>
                  </a:lnTo>
                  <a:lnTo>
                    <a:pt x="5684" y="1917"/>
                  </a:lnTo>
                  <a:lnTo>
                    <a:pt x="48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6572357" y="4366013"/>
              <a:ext cx="561357" cy="236451"/>
            </a:xfrm>
            <a:custGeom>
              <a:avLst/>
              <a:gdLst/>
              <a:ahLst/>
              <a:cxnLst/>
              <a:rect l="l" t="t" r="r" b="b"/>
              <a:pathLst>
                <a:path w="8834" h="3721" fill="none" extrusionOk="0">
                  <a:moveTo>
                    <a:pt x="4839" y="0"/>
                  </a:moveTo>
                  <a:lnTo>
                    <a:pt x="0" y="297"/>
                  </a:lnTo>
                  <a:lnTo>
                    <a:pt x="594" y="3721"/>
                  </a:lnTo>
                  <a:lnTo>
                    <a:pt x="8834" y="3698"/>
                  </a:lnTo>
                  <a:lnTo>
                    <a:pt x="5684" y="191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6977008" y="4521190"/>
              <a:ext cx="45053" cy="30502"/>
            </a:xfrm>
            <a:custGeom>
              <a:avLst/>
              <a:gdLst/>
              <a:ahLst/>
              <a:cxnLst/>
              <a:rect l="l" t="t" r="r" b="b"/>
              <a:pathLst>
                <a:path w="709" h="480" fill="none" extrusionOk="0">
                  <a:moveTo>
                    <a:pt x="708" y="0"/>
                  </a:moveTo>
                  <a:lnTo>
                    <a:pt x="1" y="4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6940724" y="4492150"/>
              <a:ext cx="45053" cy="29104"/>
            </a:xfrm>
            <a:custGeom>
              <a:avLst/>
              <a:gdLst/>
              <a:ahLst/>
              <a:cxnLst/>
              <a:rect l="l" t="t" r="r" b="b"/>
              <a:pathLst>
                <a:path w="709" h="458" fill="none" extrusionOk="0">
                  <a:moveTo>
                    <a:pt x="709" y="1"/>
                  </a:moveTo>
                  <a:lnTo>
                    <a:pt x="1" y="45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6589768" y="4484906"/>
              <a:ext cx="168267" cy="117558"/>
            </a:xfrm>
            <a:custGeom>
              <a:avLst/>
              <a:gdLst/>
              <a:ahLst/>
              <a:cxnLst/>
              <a:rect l="l" t="t" r="r" b="b"/>
              <a:pathLst>
                <a:path w="2648" h="1850" extrusionOk="0">
                  <a:moveTo>
                    <a:pt x="411" y="1"/>
                  </a:moveTo>
                  <a:cubicBezTo>
                    <a:pt x="274" y="1"/>
                    <a:pt x="137" y="1"/>
                    <a:pt x="0" y="24"/>
                  </a:cubicBezTo>
                  <a:lnTo>
                    <a:pt x="320" y="1850"/>
                  </a:lnTo>
                  <a:lnTo>
                    <a:pt x="2648" y="1850"/>
                  </a:lnTo>
                  <a:cubicBezTo>
                    <a:pt x="2534" y="800"/>
                    <a:pt x="1575" y="1"/>
                    <a:pt x="41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6032801" y="4110690"/>
              <a:ext cx="194384" cy="329354"/>
            </a:xfrm>
            <a:custGeom>
              <a:avLst/>
              <a:gdLst/>
              <a:ahLst/>
              <a:cxnLst/>
              <a:rect l="l" t="t" r="r" b="b"/>
              <a:pathLst>
                <a:path w="3059" h="5183" extrusionOk="0">
                  <a:moveTo>
                    <a:pt x="23" y="1"/>
                  </a:moveTo>
                  <a:lnTo>
                    <a:pt x="0" y="4748"/>
                  </a:lnTo>
                  <a:lnTo>
                    <a:pt x="3059" y="5182"/>
                  </a:lnTo>
                  <a:lnTo>
                    <a:pt x="3013" y="34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6032801" y="4110690"/>
              <a:ext cx="194384" cy="329354"/>
            </a:xfrm>
            <a:custGeom>
              <a:avLst/>
              <a:gdLst/>
              <a:ahLst/>
              <a:cxnLst/>
              <a:rect l="l" t="t" r="r" b="b"/>
              <a:pathLst>
                <a:path w="3059" h="5183" fill="none" extrusionOk="0">
                  <a:moveTo>
                    <a:pt x="3013" y="343"/>
                  </a:moveTo>
                  <a:lnTo>
                    <a:pt x="3059" y="5182"/>
                  </a:lnTo>
                  <a:lnTo>
                    <a:pt x="0" y="4748"/>
                  </a:lnTo>
                  <a:lnTo>
                    <a:pt x="2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5964618" y="4376117"/>
              <a:ext cx="523674" cy="226347"/>
            </a:xfrm>
            <a:custGeom>
              <a:avLst/>
              <a:gdLst/>
              <a:ahLst/>
              <a:cxnLst/>
              <a:rect l="l" t="t" r="r" b="b"/>
              <a:pathLst>
                <a:path w="8241" h="3562" extrusionOk="0">
                  <a:moveTo>
                    <a:pt x="5068" y="1"/>
                  </a:moveTo>
                  <a:lnTo>
                    <a:pt x="366" y="115"/>
                  </a:lnTo>
                  <a:lnTo>
                    <a:pt x="1" y="3562"/>
                  </a:lnTo>
                  <a:lnTo>
                    <a:pt x="1" y="3562"/>
                  </a:lnTo>
                  <a:lnTo>
                    <a:pt x="8240" y="3539"/>
                  </a:lnTo>
                  <a:lnTo>
                    <a:pt x="5113" y="175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5964618" y="4376117"/>
              <a:ext cx="523674" cy="226347"/>
            </a:xfrm>
            <a:custGeom>
              <a:avLst/>
              <a:gdLst/>
              <a:ahLst/>
              <a:cxnLst/>
              <a:rect l="l" t="t" r="r" b="b"/>
              <a:pathLst>
                <a:path w="8241" h="3562" fill="none" extrusionOk="0">
                  <a:moveTo>
                    <a:pt x="5068" y="1"/>
                  </a:moveTo>
                  <a:lnTo>
                    <a:pt x="366" y="115"/>
                  </a:lnTo>
                  <a:lnTo>
                    <a:pt x="1" y="3562"/>
                  </a:lnTo>
                  <a:lnTo>
                    <a:pt x="8240" y="3539"/>
                  </a:lnTo>
                  <a:lnTo>
                    <a:pt x="5113" y="175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6331587" y="4521190"/>
              <a:ext cx="44990" cy="30502"/>
            </a:xfrm>
            <a:custGeom>
              <a:avLst/>
              <a:gdLst/>
              <a:ahLst/>
              <a:cxnLst/>
              <a:rect l="l" t="t" r="r" b="b"/>
              <a:pathLst>
                <a:path w="708" h="480" fill="none" extrusionOk="0">
                  <a:moveTo>
                    <a:pt x="708" y="0"/>
                  </a:moveTo>
                  <a:lnTo>
                    <a:pt x="0" y="4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6295303" y="4492150"/>
              <a:ext cx="45053" cy="29104"/>
            </a:xfrm>
            <a:custGeom>
              <a:avLst/>
              <a:gdLst/>
              <a:ahLst/>
              <a:cxnLst/>
              <a:rect l="l" t="t" r="r" b="b"/>
              <a:pathLst>
                <a:path w="709" h="458" fill="none" extrusionOk="0">
                  <a:moveTo>
                    <a:pt x="708" y="1"/>
                  </a:moveTo>
                  <a:lnTo>
                    <a:pt x="1" y="45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5964618" y="4489227"/>
              <a:ext cx="147996" cy="113237"/>
            </a:xfrm>
            <a:custGeom>
              <a:avLst/>
              <a:gdLst/>
              <a:ahLst/>
              <a:cxnLst/>
              <a:rect l="l" t="t" r="r" b="b"/>
              <a:pathLst>
                <a:path w="2329" h="1782" extrusionOk="0">
                  <a:moveTo>
                    <a:pt x="209" y="1"/>
                  </a:moveTo>
                  <a:cubicBezTo>
                    <a:pt x="192" y="1"/>
                    <a:pt x="183" y="1"/>
                    <a:pt x="183" y="1"/>
                  </a:cubicBezTo>
                  <a:lnTo>
                    <a:pt x="1" y="1782"/>
                  </a:lnTo>
                  <a:lnTo>
                    <a:pt x="2329" y="1782"/>
                  </a:lnTo>
                  <a:cubicBezTo>
                    <a:pt x="2116" y="60"/>
                    <a:pt x="440" y="1"/>
                    <a:pt x="20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6266327" y="2854662"/>
              <a:ext cx="659978" cy="1450478"/>
            </a:xfrm>
            <a:custGeom>
              <a:avLst/>
              <a:gdLst/>
              <a:ahLst/>
              <a:cxnLst/>
              <a:rect l="l" t="t" r="r" b="b"/>
              <a:pathLst>
                <a:path w="10386" h="22826" extrusionOk="0">
                  <a:moveTo>
                    <a:pt x="0" y="0"/>
                  </a:moveTo>
                  <a:lnTo>
                    <a:pt x="845" y="4131"/>
                  </a:lnTo>
                  <a:lnTo>
                    <a:pt x="3926" y="22825"/>
                  </a:lnTo>
                  <a:lnTo>
                    <a:pt x="10386" y="22300"/>
                  </a:lnTo>
                  <a:lnTo>
                    <a:pt x="593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6321420" y="3125872"/>
              <a:ext cx="604885" cy="1179268"/>
            </a:xfrm>
            <a:custGeom>
              <a:avLst/>
              <a:gdLst/>
              <a:ahLst/>
              <a:cxnLst/>
              <a:rect l="l" t="t" r="r" b="b"/>
              <a:pathLst>
                <a:path w="9519" h="18558" fill="none" extrusionOk="0">
                  <a:moveTo>
                    <a:pt x="1" y="0"/>
                  </a:moveTo>
                  <a:lnTo>
                    <a:pt x="3059" y="18557"/>
                  </a:lnTo>
                  <a:lnTo>
                    <a:pt x="9519" y="18032"/>
                  </a:ln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6343152" y="3078023"/>
              <a:ext cx="101608" cy="516367"/>
            </a:xfrm>
            <a:custGeom>
              <a:avLst/>
              <a:gdLst/>
              <a:ahLst/>
              <a:cxnLst/>
              <a:rect l="l" t="t" r="r" b="b"/>
              <a:pathLst>
                <a:path w="1599" h="8126" fill="none" extrusionOk="0">
                  <a:moveTo>
                    <a:pt x="1599" y="0"/>
                  </a:moveTo>
                  <a:lnTo>
                    <a:pt x="594" y="91"/>
                  </a:lnTo>
                  <a:lnTo>
                    <a:pt x="1" y="8126"/>
                  </a:lnTo>
                </a:path>
              </a:pathLst>
            </a:custGeom>
            <a:noFill/>
            <a:ln w="1150" cap="flat" cmpd="sng">
              <a:solidFill>
                <a:srgbClr val="3A4A36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5896434" y="2711051"/>
              <a:ext cx="633925" cy="1573755"/>
            </a:xfrm>
            <a:custGeom>
              <a:avLst/>
              <a:gdLst/>
              <a:ahLst/>
              <a:cxnLst/>
              <a:rect l="l" t="t" r="r" b="b"/>
              <a:pathLst>
                <a:path w="9976" h="24766" extrusionOk="0">
                  <a:moveTo>
                    <a:pt x="9975" y="0"/>
                  </a:moveTo>
                  <a:lnTo>
                    <a:pt x="3105" y="1895"/>
                  </a:lnTo>
                  <a:lnTo>
                    <a:pt x="2785" y="3858"/>
                  </a:lnTo>
                  <a:lnTo>
                    <a:pt x="1" y="24675"/>
                  </a:lnTo>
                  <a:lnTo>
                    <a:pt x="6689" y="24766"/>
                  </a:lnTo>
                  <a:lnTo>
                    <a:pt x="7624" y="5866"/>
                  </a:lnTo>
                  <a:lnTo>
                    <a:pt x="8629" y="5775"/>
                  </a:lnTo>
                  <a:lnTo>
                    <a:pt x="997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6254698" y="2018221"/>
              <a:ext cx="235053" cy="565233"/>
            </a:xfrm>
            <a:custGeom>
              <a:avLst/>
              <a:gdLst/>
              <a:ahLst/>
              <a:cxnLst/>
              <a:rect l="l" t="t" r="r" b="b"/>
              <a:pathLst>
                <a:path w="3699" h="8895" extrusionOk="0">
                  <a:moveTo>
                    <a:pt x="1398" y="1"/>
                  </a:moveTo>
                  <a:cubicBezTo>
                    <a:pt x="1245" y="1"/>
                    <a:pt x="1109" y="6"/>
                    <a:pt x="1005" y="16"/>
                  </a:cubicBezTo>
                  <a:cubicBezTo>
                    <a:pt x="503" y="39"/>
                    <a:pt x="183" y="701"/>
                    <a:pt x="92" y="1271"/>
                  </a:cubicBezTo>
                  <a:cubicBezTo>
                    <a:pt x="1" y="1842"/>
                    <a:pt x="229" y="3828"/>
                    <a:pt x="229" y="3828"/>
                  </a:cubicBezTo>
                  <a:lnTo>
                    <a:pt x="1210" y="8895"/>
                  </a:lnTo>
                  <a:lnTo>
                    <a:pt x="2123" y="8895"/>
                  </a:lnTo>
                  <a:lnTo>
                    <a:pt x="2648" y="7639"/>
                  </a:lnTo>
                  <a:cubicBezTo>
                    <a:pt x="2648" y="7639"/>
                    <a:pt x="3356" y="3417"/>
                    <a:pt x="3516" y="2253"/>
                  </a:cubicBezTo>
                  <a:cubicBezTo>
                    <a:pt x="3698" y="1111"/>
                    <a:pt x="3219" y="655"/>
                    <a:pt x="2991" y="335"/>
                  </a:cubicBezTo>
                  <a:cubicBezTo>
                    <a:pt x="2810" y="82"/>
                    <a:pt x="1983" y="1"/>
                    <a:pt x="13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6364948" y="2046753"/>
              <a:ext cx="4385" cy="717995"/>
            </a:xfrm>
            <a:custGeom>
              <a:avLst/>
              <a:gdLst/>
              <a:ahLst/>
              <a:cxnLst/>
              <a:rect l="l" t="t" r="r" b="b"/>
              <a:pathLst>
                <a:path w="69" h="11299" fill="none" extrusionOk="0">
                  <a:moveTo>
                    <a:pt x="69" y="0"/>
                  </a:moveTo>
                  <a:lnTo>
                    <a:pt x="0" y="1129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6330125" y="2175813"/>
              <a:ext cx="21796" cy="21859"/>
            </a:xfrm>
            <a:custGeom>
              <a:avLst/>
              <a:gdLst/>
              <a:ahLst/>
              <a:cxnLst/>
              <a:rect l="l" t="t" r="r" b="b"/>
              <a:pathLst>
                <a:path w="343" h="344" extrusionOk="0"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cubicBezTo>
                    <a:pt x="1" y="275"/>
                    <a:pt x="92" y="343"/>
                    <a:pt x="183" y="343"/>
                  </a:cubicBezTo>
                  <a:cubicBezTo>
                    <a:pt x="274" y="343"/>
                    <a:pt x="343" y="275"/>
                    <a:pt x="343" y="183"/>
                  </a:cubicBezTo>
                  <a:cubicBezTo>
                    <a:pt x="343" y="92"/>
                    <a:pt x="274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6327202" y="2278819"/>
              <a:ext cx="21859" cy="21796"/>
            </a:xfrm>
            <a:custGeom>
              <a:avLst/>
              <a:gdLst/>
              <a:ahLst/>
              <a:cxnLst/>
              <a:rect l="l" t="t" r="r" b="b"/>
              <a:pathLst>
                <a:path w="344" h="343" extrusionOk="0">
                  <a:moveTo>
                    <a:pt x="161" y="0"/>
                  </a:moveTo>
                  <a:cubicBezTo>
                    <a:pt x="69" y="0"/>
                    <a:pt x="1" y="69"/>
                    <a:pt x="1" y="160"/>
                  </a:cubicBezTo>
                  <a:cubicBezTo>
                    <a:pt x="1" y="252"/>
                    <a:pt x="69" y="343"/>
                    <a:pt x="161" y="343"/>
                  </a:cubicBezTo>
                  <a:cubicBezTo>
                    <a:pt x="252" y="343"/>
                    <a:pt x="343" y="252"/>
                    <a:pt x="343" y="160"/>
                  </a:cubicBezTo>
                  <a:cubicBezTo>
                    <a:pt x="343" y="69"/>
                    <a:pt x="252" y="0"/>
                    <a:pt x="161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6330125" y="2380364"/>
              <a:ext cx="21796" cy="21796"/>
            </a:xfrm>
            <a:custGeom>
              <a:avLst/>
              <a:gdLst/>
              <a:ahLst/>
              <a:cxnLst/>
              <a:rect l="l" t="t" r="r" b="b"/>
              <a:pathLst>
                <a:path w="343" h="343" extrusionOk="0">
                  <a:moveTo>
                    <a:pt x="183" y="0"/>
                  </a:moveTo>
                  <a:cubicBezTo>
                    <a:pt x="92" y="0"/>
                    <a:pt x="1" y="69"/>
                    <a:pt x="1" y="183"/>
                  </a:cubicBezTo>
                  <a:cubicBezTo>
                    <a:pt x="1" y="274"/>
                    <a:pt x="92" y="343"/>
                    <a:pt x="183" y="343"/>
                  </a:cubicBezTo>
                  <a:cubicBezTo>
                    <a:pt x="274" y="343"/>
                    <a:pt x="343" y="274"/>
                    <a:pt x="343" y="183"/>
                  </a:cubicBezTo>
                  <a:cubicBezTo>
                    <a:pt x="343" y="69"/>
                    <a:pt x="274" y="0"/>
                    <a:pt x="183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6330125" y="2481908"/>
              <a:ext cx="21796" cy="21796"/>
            </a:xfrm>
            <a:custGeom>
              <a:avLst/>
              <a:gdLst/>
              <a:ahLst/>
              <a:cxnLst/>
              <a:rect l="l" t="t" r="r" b="b"/>
              <a:pathLst>
                <a:path w="343" h="343" extrusionOk="0">
                  <a:moveTo>
                    <a:pt x="183" y="0"/>
                  </a:moveTo>
                  <a:cubicBezTo>
                    <a:pt x="92" y="0"/>
                    <a:pt x="1" y="91"/>
                    <a:pt x="1" y="183"/>
                  </a:cubicBezTo>
                  <a:cubicBezTo>
                    <a:pt x="1" y="274"/>
                    <a:pt x="92" y="342"/>
                    <a:pt x="183" y="342"/>
                  </a:cubicBezTo>
                  <a:cubicBezTo>
                    <a:pt x="274" y="342"/>
                    <a:pt x="343" y="274"/>
                    <a:pt x="343" y="183"/>
                  </a:cubicBezTo>
                  <a:cubicBezTo>
                    <a:pt x="343" y="91"/>
                    <a:pt x="274" y="0"/>
                    <a:pt x="183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6156077" y="2001128"/>
              <a:ext cx="416347" cy="647587"/>
            </a:xfrm>
            <a:custGeom>
              <a:avLst/>
              <a:gdLst/>
              <a:ahLst/>
              <a:cxnLst/>
              <a:rect l="l" t="t" r="r" b="b"/>
              <a:pathLst>
                <a:path w="6552" h="10191" extrusionOk="0">
                  <a:moveTo>
                    <a:pt x="3276" y="1"/>
                  </a:moveTo>
                  <a:cubicBezTo>
                    <a:pt x="2783" y="1"/>
                    <a:pt x="2184" y="130"/>
                    <a:pt x="1690" y="581"/>
                  </a:cubicBezTo>
                  <a:cubicBezTo>
                    <a:pt x="868" y="1312"/>
                    <a:pt x="274" y="1837"/>
                    <a:pt x="206" y="2681"/>
                  </a:cubicBezTo>
                  <a:lnTo>
                    <a:pt x="754" y="2841"/>
                  </a:lnTo>
                  <a:lnTo>
                    <a:pt x="0" y="3480"/>
                  </a:lnTo>
                  <a:lnTo>
                    <a:pt x="1575" y="7269"/>
                  </a:lnTo>
                  <a:lnTo>
                    <a:pt x="2762" y="10008"/>
                  </a:lnTo>
                  <a:lnTo>
                    <a:pt x="3059" y="10077"/>
                  </a:lnTo>
                  <a:cubicBezTo>
                    <a:pt x="3059" y="10077"/>
                    <a:pt x="2306" y="5352"/>
                    <a:pt x="2215" y="4781"/>
                  </a:cubicBezTo>
                  <a:cubicBezTo>
                    <a:pt x="2100" y="4211"/>
                    <a:pt x="1849" y="810"/>
                    <a:pt x="2329" y="627"/>
                  </a:cubicBezTo>
                  <a:cubicBezTo>
                    <a:pt x="2568" y="536"/>
                    <a:pt x="3013" y="513"/>
                    <a:pt x="3399" y="513"/>
                  </a:cubicBezTo>
                  <a:cubicBezTo>
                    <a:pt x="3784" y="513"/>
                    <a:pt x="4109" y="536"/>
                    <a:pt x="4109" y="536"/>
                  </a:cubicBezTo>
                  <a:cubicBezTo>
                    <a:pt x="4109" y="536"/>
                    <a:pt x="4611" y="718"/>
                    <a:pt x="4680" y="1905"/>
                  </a:cubicBezTo>
                  <a:cubicBezTo>
                    <a:pt x="4725" y="3092"/>
                    <a:pt x="3265" y="10191"/>
                    <a:pt x="3265" y="10191"/>
                  </a:cubicBezTo>
                  <a:lnTo>
                    <a:pt x="3744" y="10100"/>
                  </a:lnTo>
                  <a:lnTo>
                    <a:pt x="6551" y="3480"/>
                  </a:lnTo>
                  <a:lnTo>
                    <a:pt x="5798" y="2841"/>
                  </a:lnTo>
                  <a:lnTo>
                    <a:pt x="6300" y="2681"/>
                  </a:lnTo>
                  <a:cubicBezTo>
                    <a:pt x="6300" y="2681"/>
                    <a:pt x="6141" y="1791"/>
                    <a:pt x="5707" y="1335"/>
                  </a:cubicBezTo>
                  <a:cubicBezTo>
                    <a:pt x="5250" y="878"/>
                    <a:pt x="4451" y="239"/>
                    <a:pt x="4018" y="102"/>
                  </a:cubicBezTo>
                  <a:cubicBezTo>
                    <a:pt x="3844" y="50"/>
                    <a:pt x="3580" y="1"/>
                    <a:pt x="327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6156077" y="2010469"/>
              <a:ext cx="416347" cy="638246"/>
            </a:xfrm>
            <a:custGeom>
              <a:avLst/>
              <a:gdLst/>
              <a:ahLst/>
              <a:cxnLst/>
              <a:rect l="l" t="t" r="r" b="b"/>
              <a:pathLst>
                <a:path w="6552" h="10044" fill="none" extrusionOk="0">
                  <a:moveTo>
                    <a:pt x="2854" y="10044"/>
                  </a:moveTo>
                  <a:cubicBezTo>
                    <a:pt x="2283" y="8857"/>
                    <a:pt x="0" y="3333"/>
                    <a:pt x="0" y="3333"/>
                  </a:cubicBezTo>
                  <a:lnTo>
                    <a:pt x="754" y="2694"/>
                  </a:lnTo>
                  <a:lnTo>
                    <a:pt x="206" y="2534"/>
                  </a:lnTo>
                  <a:cubicBezTo>
                    <a:pt x="525" y="800"/>
                    <a:pt x="2420" y="1"/>
                    <a:pt x="2420" y="1"/>
                  </a:cubicBezTo>
                  <a:lnTo>
                    <a:pt x="4132" y="1"/>
                  </a:lnTo>
                  <a:cubicBezTo>
                    <a:pt x="4132" y="1"/>
                    <a:pt x="6026" y="800"/>
                    <a:pt x="6346" y="2534"/>
                  </a:cubicBezTo>
                  <a:lnTo>
                    <a:pt x="5798" y="2694"/>
                  </a:lnTo>
                  <a:lnTo>
                    <a:pt x="6551" y="3333"/>
                  </a:lnTo>
                  <a:cubicBezTo>
                    <a:pt x="6551" y="3333"/>
                    <a:pt x="4269" y="8857"/>
                    <a:pt x="3698" y="1004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5941424" y="2660279"/>
              <a:ext cx="452567" cy="417935"/>
            </a:xfrm>
            <a:custGeom>
              <a:avLst/>
              <a:gdLst/>
              <a:ahLst/>
              <a:cxnLst/>
              <a:rect l="l" t="t" r="r" b="b"/>
              <a:pathLst>
                <a:path w="7122" h="6577" extrusionOk="0">
                  <a:moveTo>
                    <a:pt x="7122" y="1"/>
                  </a:moveTo>
                  <a:lnTo>
                    <a:pt x="1986" y="959"/>
                  </a:lnTo>
                  <a:cubicBezTo>
                    <a:pt x="1986" y="959"/>
                    <a:pt x="1187" y="2717"/>
                    <a:pt x="776" y="3904"/>
                  </a:cubicBezTo>
                  <a:cubicBezTo>
                    <a:pt x="571" y="4566"/>
                    <a:pt x="0" y="6414"/>
                    <a:pt x="0" y="6414"/>
                  </a:cubicBezTo>
                  <a:cubicBezTo>
                    <a:pt x="804" y="6527"/>
                    <a:pt x="1484" y="6576"/>
                    <a:pt x="2063" y="6576"/>
                  </a:cubicBezTo>
                  <a:cubicBezTo>
                    <a:pt x="3591" y="6576"/>
                    <a:pt x="4411" y="6235"/>
                    <a:pt x="4908" y="5821"/>
                  </a:cubicBezTo>
                  <a:cubicBezTo>
                    <a:pt x="5593" y="5273"/>
                    <a:pt x="7122" y="1"/>
                    <a:pt x="712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5941424" y="2660279"/>
              <a:ext cx="452567" cy="433758"/>
            </a:xfrm>
            <a:custGeom>
              <a:avLst/>
              <a:gdLst/>
              <a:ahLst/>
              <a:cxnLst/>
              <a:rect l="l" t="t" r="r" b="b"/>
              <a:pathLst>
                <a:path w="7122" h="6826" fill="none" extrusionOk="0">
                  <a:moveTo>
                    <a:pt x="7122" y="1"/>
                  </a:moveTo>
                  <a:cubicBezTo>
                    <a:pt x="7122" y="1"/>
                    <a:pt x="5593" y="5273"/>
                    <a:pt x="4908" y="5821"/>
                  </a:cubicBezTo>
                  <a:cubicBezTo>
                    <a:pt x="4223" y="6392"/>
                    <a:pt x="2922" y="6825"/>
                    <a:pt x="0" y="6414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6327202" y="2364414"/>
              <a:ext cx="439541" cy="713801"/>
            </a:xfrm>
            <a:custGeom>
              <a:avLst/>
              <a:gdLst/>
              <a:ahLst/>
              <a:cxnLst/>
              <a:rect l="l" t="t" r="r" b="b"/>
              <a:pathLst>
                <a:path w="6917" h="11233" extrusionOk="0">
                  <a:moveTo>
                    <a:pt x="4201" y="0"/>
                  </a:moveTo>
                  <a:lnTo>
                    <a:pt x="389" y="2100"/>
                  </a:lnTo>
                  <a:lnTo>
                    <a:pt x="92" y="4497"/>
                  </a:lnTo>
                  <a:lnTo>
                    <a:pt x="1" y="4520"/>
                  </a:lnTo>
                  <a:cubicBezTo>
                    <a:pt x="1" y="4520"/>
                    <a:pt x="1507" y="9929"/>
                    <a:pt x="2169" y="10477"/>
                  </a:cubicBezTo>
                  <a:cubicBezTo>
                    <a:pt x="2649" y="10891"/>
                    <a:pt x="3441" y="11232"/>
                    <a:pt x="4919" y="11232"/>
                  </a:cubicBezTo>
                  <a:cubicBezTo>
                    <a:pt x="5480" y="11232"/>
                    <a:pt x="6139" y="11183"/>
                    <a:pt x="6917" y="11070"/>
                  </a:cubicBezTo>
                  <a:cubicBezTo>
                    <a:pt x="6917" y="11070"/>
                    <a:pt x="6369" y="9222"/>
                    <a:pt x="6164" y="8560"/>
                  </a:cubicBezTo>
                  <a:cubicBezTo>
                    <a:pt x="5776" y="7373"/>
                    <a:pt x="4680" y="4337"/>
                    <a:pt x="4680" y="4337"/>
                  </a:cubicBezTo>
                  <a:lnTo>
                    <a:pt x="4657" y="4337"/>
                  </a:lnTo>
                  <a:lnTo>
                    <a:pt x="4155" y="2967"/>
                  </a:lnTo>
                  <a:lnTo>
                    <a:pt x="4977" y="365"/>
                  </a:lnTo>
                  <a:lnTo>
                    <a:pt x="4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6327202" y="2397775"/>
              <a:ext cx="439541" cy="696263"/>
            </a:xfrm>
            <a:custGeom>
              <a:avLst/>
              <a:gdLst/>
              <a:ahLst/>
              <a:cxnLst/>
              <a:rect l="l" t="t" r="r" b="b"/>
              <a:pathLst>
                <a:path w="6917" h="10957" fill="none" extrusionOk="0">
                  <a:moveTo>
                    <a:pt x="1" y="3995"/>
                  </a:moveTo>
                  <a:cubicBezTo>
                    <a:pt x="1" y="3995"/>
                    <a:pt x="1507" y="9404"/>
                    <a:pt x="2169" y="9952"/>
                  </a:cubicBezTo>
                  <a:cubicBezTo>
                    <a:pt x="2831" y="10523"/>
                    <a:pt x="4087" y="10956"/>
                    <a:pt x="6917" y="10545"/>
                  </a:cubicBezTo>
                  <a:lnTo>
                    <a:pt x="6232" y="8309"/>
                  </a:lnTo>
                  <a:lnTo>
                    <a:pt x="4589" y="3584"/>
                  </a:lnTo>
                  <a:lnTo>
                    <a:pt x="4155" y="2442"/>
                  </a:lnTo>
                  <a:lnTo>
                    <a:pt x="495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6057456" y="2187632"/>
              <a:ext cx="494634" cy="552460"/>
            </a:xfrm>
            <a:custGeom>
              <a:avLst/>
              <a:gdLst/>
              <a:ahLst/>
              <a:cxnLst/>
              <a:rect l="l" t="t" r="r" b="b"/>
              <a:pathLst>
                <a:path w="7784" h="8694" extrusionOk="0">
                  <a:moveTo>
                    <a:pt x="4811" y="1"/>
                  </a:moveTo>
                  <a:cubicBezTo>
                    <a:pt x="4730" y="1"/>
                    <a:pt x="4647" y="14"/>
                    <a:pt x="4565" y="43"/>
                  </a:cubicBezTo>
                  <a:lnTo>
                    <a:pt x="571" y="1527"/>
                  </a:lnTo>
                  <a:cubicBezTo>
                    <a:pt x="183" y="1664"/>
                    <a:pt x="0" y="2097"/>
                    <a:pt x="137" y="2485"/>
                  </a:cubicBezTo>
                  <a:lnTo>
                    <a:pt x="2237" y="8215"/>
                  </a:lnTo>
                  <a:cubicBezTo>
                    <a:pt x="2361" y="8516"/>
                    <a:pt x="2637" y="8693"/>
                    <a:pt x="2936" y="8693"/>
                  </a:cubicBezTo>
                  <a:cubicBezTo>
                    <a:pt x="3022" y="8693"/>
                    <a:pt x="3109" y="8679"/>
                    <a:pt x="3196" y="8648"/>
                  </a:cubicBezTo>
                  <a:lnTo>
                    <a:pt x="7190" y="7187"/>
                  </a:lnTo>
                  <a:cubicBezTo>
                    <a:pt x="7578" y="7028"/>
                    <a:pt x="7784" y="6617"/>
                    <a:pt x="7624" y="6229"/>
                  </a:cubicBezTo>
                  <a:lnTo>
                    <a:pt x="5524" y="500"/>
                  </a:lnTo>
                  <a:cubicBezTo>
                    <a:pt x="5398" y="193"/>
                    <a:pt x="5115" y="1"/>
                    <a:pt x="4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6135743" y="2201358"/>
              <a:ext cx="178498" cy="96207"/>
            </a:xfrm>
            <a:custGeom>
              <a:avLst/>
              <a:gdLst/>
              <a:ahLst/>
              <a:cxnLst/>
              <a:rect l="l" t="t" r="r" b="b"/>
              <a:pathLst>
                <a:path w="2809" h="1514" extrusionOk="0">
                  <a:moveTo>
                    <a:pt x="2363" y="1"/>
                  </a:moveTo>
                  <a:cubicBezTo>
                    <a:pt x="2314" y="1"/>
                    <a:pt x="2264" y="11"/>
                    <a:pt x="2215" y="33"/>
                  </a:cubicBezTo>
                  <a:lnTo>
                    <a:pt x="320" y="717"/>
                  </a:lnTo>
                  <a:cubicBezTo>
                    <a:pt x="92" y="809"/>
                    <a:pt x="1" y="1037"/>
                    <a:pt x="69" y="1242"/>
                  </a:cubicBezTo>
                  <a:cubicBezTo>
                    <a:pt x="143" y="1407"/>
                    <a:pt x="304" y="1513"/>
                    <a:pt x="471" y="1513"/>
                  </a:cubicBezTo>
                  <a:cubicBezTo>
                    <a:pt x="512" y="1513"/>
                    <a:pt x="554" y="1507"/>
                    <a:pt x="594" y="1493"/>
                  </a:cubicBezTo>
                  <a:lnTo>
                    <a:pt x="2489" y="786"/>
                  </a:lnTo>
                  <a:cubicBezTo>
                    <a:pt x="2694" y="717"/>
                    <a:pt x="2808" y="466"/>
                    <a:pt x="2740" y="261"/>
                  </a:cubicBezTo>
                  <a:cubicBezTo>
                    <a:pt x="2670" y="104"/>
                    <a:pt x="2521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6182194" y="2270304"/>
              <a:ext cx="344223" cy="324778"/>
            </a:xfrm>
            <a:custGeom>
              <a:avLst/>
              <a:gdLst/>
              <a:ahLst/>
              <a:cxnLst/>
              <a:rect l="l" t="t" r="r" b="b"/>
              <a:pathLst>
                <a:path w="5417" h="5111" extrusionOk="0">
                  <a:moveTo>
                    <a:pt x="4372" y="0"/>
                  </a:moveTo>
                  <a:cubicBezTo>
                    <a:pt x="4062" y="0"/>
                    <a:pt x="3127" y="1253"/>
                    <a:pt x="3127" y="1253"/>
                  </a:cubicBezTo>
                  <a:cubicBezTo>
                    <a:pt x="3127" y="1253"/>
                    <a:pt x="3675" y="271"/>
                    <a:pt x="3447" y="203"/>
                  </a:cubicBezTo>
                  <a:cubicBezTo>
                    <a:pt x="3443" y="202"/>
                    <a:pt x="3439" y="201"/>
                    <a:pt x="3434" y="201"/>
                  </a:cubicBezTo>
                  <a:cubicBezTo>
                    <a:pt x="3163" y="201"/>
                    <a:pt x="2169" y="2231"/>
                    <a:pt x="799" y="3444"/>
                  </a:cubicBezTo>
                  <a:cubicBezTo>
                    <a:pt x="0" y="4129"/>
                    <a:pt x="2100" y="5110"/>
                    <a:pt x="2100" y="5110"/>
                  </a:cubicBezTo>
                  <a:cubicBezTo>
                    <a:pt x="2100" y="5110"/>
                    <a:pt x="5205" y="2052"/>
                    <a:pt x="5387" y="1184"/>
                  </a:cubicBezTo>
                  <a:cubicBezTo>
                    <a:pt x="5417" y="1046"/>
                    <a:pt x="5396" y="989"/>
                    <a:pt x="5344" y="989"/>
                  </a:cubicBezTo>
                  <a:cubicBezTo>
                    <a:pt x="5236" y="989"/>
                    <a:pt x="4990" y="1229"/>
                    <a:pt x="4759" y="1486"/>
                  </a:cubicBezTo>
                  <a:lnTo>
                    <a:pt x="4759" y="1486"/>
                  </a:lnTo>
                  <a:cubicBezTo>
                    <a:pt x="4984" y="1186"/>
                    <a:pt x="5179" y="861"/>
                    <a:pt x="5090" y="728"/>
                  </a:cubicBezTo>
                  <a:cubicBezTo>
                    <a:pt x="5077" y="707"/>
                    <a:pt x="5057" y="697"/>
                    <a:pt x="5031" y="697"/>
                  </a:cubicBezTo>
                  <a:cubicBezTo>
                    <a:pt x="4847" y="697"/>
                    <a:pt x="4384" y="1215"/>
                    <a:pt x="4104" y="1548"/>
                  </a:cubicBezTo>
                  <a:lnTo>
                    <a:pt x="4104" y="1548"/>
                  </a:lnTo>
                  <a:cubicBezTo>
                    <a:pt x="4419" y="1150"/>
                    <a:pt x="4939" y="447"/>
                    <a:pt x="4794" y="317"/>
                  </a:cubicBezTo>
                  <a:cubicBezTo>
                    <a:pt x="4783" y="308"/>
                    <a:pt x="4769" y="304"/>
                    <a:pt x="4753" y="304"/>
                  </a:cubicBezTo>
                  <a:cubicBezTo>
                    <a:pt x="4599" y="304"/>
                    <a:pt x="4235" y="687"/>
                    <a:pt x="3942" y="1029"/>
                  </a:cubicBezTo>
                  <a:lnTo>
                    <a:pt x="3942" y="1029"/>
                  </a:lnTo>
                  <a:cubicBezTo>
                    <a:pt x="4244" y="634"/>
                    <a:pt x="4574" y="139"/>
                    <a:pt x="4428" y="20"/>
                  </a:cubicBezTo>
                  <a:cubicBezTo>
                    <a:pt x="4413" y="7"/>
                    <a:pt x="4394" y="0"/>
                    <a:pt x="4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6210408" y="2267127"/>
              <a:ext cx="270638" cy="246237"/>
            </a:xfrm>
            <a:custGeom>
              <a:avLst/>
              <a:gdLst/>
              <a:ahLst/>
              <a:cxnLst/>
              <a:rect l="l" t="t" r="r" b="b"/>
              <a:pathLst>
                <a:path w="4259" h="3875" extrusionOk="0">
                  <a:moveTo>
                    <a:pt x="3903" y="1"/>
                  </a:moveTo>
                  <a:cubicBezTo>
                    <a:pt x="3819" y="1"/>
                    <a:pt x="3723" y="62"/>
                    <a:pt x="3642" y="116"/>
                  </a:cubicBezTo>
                  <a:cubicBezTo>
                    <a:pt x="3572" y="163"/>
                    <a:pt x="3305" y="400"/>
                    <a:pt x="3071" y="645"/>
                  </a:cubicBezTo>
                  <a:lnTo>
                    <a:pt x="3071" y="645"/>
                  </a:lnTo>
                  <a:cubicBezTo>
                    <a:pt x="3135" y="485"/>
                    <a:pt x="3166" y="381"/>
                    <a:pt x="3071" y="230"/>
                  </a:cubicBezTo>
                  <a:cubicBezTo>
                    <a:pt x="3058" y="203"/>
                    <a:pt x="3045" y="192"/>
                    <a:pt x="3031" y="192"/>
                  </a:cubicBezTo>
                  <a:cubicBezTo>
                    <a:pt x="3022" y="192"/>
                    <a:pt x="3012" y="198"/>
                    <a:pt x="3003" y="207"/>
                  </a:cubicBezTo>
                  <a:cubicBezTo>
                    <a:pt x="2364" y="481"/>
                    <a:pt x="1953" y="1531"/>
                    <a:pt x="1565" y="2056"/>
                  </a:cubicBezTo>
                  <a:cubicBezTo>
                    <a:pt x="1108" y="2672"/>
                    <a:pt x="583" y="3243"/>
                    <a:pt x="36" y="3791"/>
                  </a:cubicBezTo>
                  <a:cubicBezTo>
                    <a:pt x="1" y="3826"/>
                    <a:pt x="33" y="3874"/>
                    <a:pt x="70" y="3874"/>
                  </a:cubicBezTo>
                  <a:cubicBezTo>
                    <a:pt x="82" y="3874"/>
                    <a:pt x="94" y="3870"/>
                    <a:pt x="104" y="3859"/>
                  </a:cubicBezTo>
                  <a:cubicBezTo>
                    <a:pt x="652" y="3312"/>
                    <a:pt x="1200" y="2718"/>
                    <a:pt x="1656" y="2102"/>
                  </a:cubicBezTo>
                  <a:cubicBezTo>
                    <a:pt x="1930" y="1759"/>
                    <a:pt x="2158" y="1371"/>
                    <a:pt x="2410" y="1029"/>
                  </a:cubicBezTo>
                  <a:cubicBezTo>
                    <a:pt x="2494" y="894"/>
                    <a:pt x="2752" y="560"/>
                    <a:pt x="2863" y="560"/>
                  </a:cubicBezTo>
                  <a:cubicBezTo>
                    <a:pt x="2903" y="560"/>
                    <a:pt x="2924" y="602"/>
                    <a:pt x="2912" y="709"/>
                  </a:cubicBezTo>
                  <a:cubicBezTo>
                    <a:pt x="2912" y="755"/>
                    <a:pt x="2899" y="805"/>
                    <a:pt x="2878" y="858"/>
                  </a:cubicBezTo>
                  <a:lnTo>
                    <a:pt x="2878" y="858"/>
                  </a:lnTo>
                  <a:cubicBezTo>
                    <a:pt x="2753" y="1007"/>
                    <a:pt x="2667" y="1139"/>
                    <a:pt x="2681" y="1204"/>
                  </a:cubicBezTo>
                  <a:lnTo>
                    <a:pt x="2681" y="1204"/>
                  </a:lnTo>
                  <a:cubicBezTo>
                    <a:pt x="2674" y="1214"/>
                    <a:pt x="2667" y="1225"/>
                    <a:pt x="2661" y="1234"/>
                  </a:cubicBezTo>
                  <a:cubicBezTo>
                    <a:pt x="2646" y="1279"/>
                    <a:pt x="2670" y="1314"/>
                    <a:pt x="2701" y="1314"/>
                  </a:cubicBezTo>
                  <a:cubicBezTo>
                    <a:pt x="2717" y="1314"/>
                    <a:pt x="2736" y="1304"/>
                    <a:pt x="2752" y="1280"/>
                  </a:cubicBezTo>
                  <a:cubicBezTo>
                    <a:pt x="2957" y="983"/>
                    <a:pt x="3186" y="687"/>
                    <a:pt x="3437" y="436"/>
                  </a:cubicBezTo>
                  <a:cubicBezTo>
                    <a:pt x="3563" y="323"/>
                    <a:pt x="3725" y="176"/>
                    <a:pt x="3819" y="176"/>
                  </a:cubicBezTo>
                  <a:cubicBezTo>
                    <a:pt x="3878" y="176"/>
                    <a:pt x="3911" y="232"/>
                    <a:pt x="3893" y="390"/>
                  </a:cubicBezTo>
                  <a:cubicBezTo>
                    <a:pt x="3848" y="755"/>
                    <a:pt x="3345" y="1234"/>
                    <a:pt x="3117" y="1486"/>
                  </a:cubicBezTo>
                  <a:cubicBezTo>
                    <a:pt x="3082" y="1521"/>
                    <a:pt x="3128" y="1569"/>
                    <a:pt x="3171" y="1569"/>
                  </a:cubicBezTo>
                  <a:cubicBezTo>
                    <a:pt x="3185" y="1569"/>
                    <a:pt x="3198" y="1565"/>
                    <a:pt x="3208" y="1554"/>
                  </a:cubicBezTo>
                  <a:cubicBezTo>
                    <a:pt x="3414" y="1303"/>
                    <a:pt x="4258" y="481"/>
                    <a:pt x="4053" y="116"/>
                  </a:cubicBezTo>
                  <a:cubicBezTo>
                    <a:pt x="4015" y="31"/>
                    <a:pt x="3962" y="1"/>
                    <a:pt x="3903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6427984" y="2284093"/>
              <a:ext cx="69010" cy="100147"/>
            </a:xfrm>
            <a:custGeom>
              <a:avLst/>
              <a:gdLst/>
              <a:ahLst/>
              <a:cxnLst/>
              <a:rect l="l" t="t" r="r" b="b"/>
              <a:pathLst>
                <a:path w="1086" h="1576" extrusionOk="0">
                  <a:moveTo>
                    <a:pt x="860" y="1"/>
                  </a:moveTo>
                  <a:cubicBezTo>
                    <a:pt x="609" y="1"/>
                    <a:pt x="369" y="343"/>
                    <a:pt x="264" y="511"/>
                  </a:cubicBezTo>
                  <a:cubicBezTo>
                    <a:pt x="231" y="543"/>
                    <a:pt x="268" y="575"/>
                    <a:pt x="300" y="575"/>
                  </a:cubicBezTo>
                  <a:cubicBezTo>
                    <a:pt x="313" y="575"/>
                    <a:pt x="326" y="570"/>
                    <a:pt x="332" y="557"/>
                  </a:cubicBezTo>
                  <a:cubicBezTo>
                    <a:pt x="446" y="420"/>
                    <a:pt x="560" y="260"/>
                    <a:pt x="720" y="169"/>
                  </a:cubicBezTo>
                  <a:cubicBezTo>
                    <a:pt x="769" y="139"/>
                    <a:pt x="822" y="118"/>
                    <a:pt x="865" y="118"/>
                  </a:cubicBezTo>
                  <a:cubicBezTo>
                    <a:pt x="922" y="118"/>
                    <a:pt x="962" y="156"/>
                    <a:pt x="948" y="260"/>
                  </a:cubicBezTo>
                  <a:cubicBezTo>
                    <a:pt x="926" y="420"/>
                    <a:pt x="743" y="579"/>
                    <a:pt x="652" y="716"/>
                  </a:cubicBezTo>
                  <a:cubicBezTo>
                    <a:pt x="469" y="990"/>
                    <a:pt x="241" y="1241"/>
                    <a:pt x="35" y="1492"/>
                  </a:cubicBezTo>
                  <a:cubicBezTo>
                    <a:pt x="0" y="1527"/>
                    <a:pt x="33" y="1576"/>
                    <a:pt x="70" y="1576"/>
                  </a:cubicBezTo>
                  <a:cubicBezTo>
                    <a:pt x="82" y="1576"/>
                    <a:pt x="93" y="1571"/>
                    <a:pt x="104" y="1561"/>
                  </a:cubicBezTo>
                  <a:cubicBezTo>
                    <a:pt x="424" y="1196"/>
                    <a:pt x="834" y="808"/>
                    <a:pt x="1017" y="351"/>
                  </a:cubicBezTo>
                  <a:cubicBezTo>
                    <a:pt x="1063" y="237"/>
                    <a:pt x="1085" y="54"/>
                    <a:pt x="926" y="9"/>
                  </a:cubicBezTo>
                  <a:cubicBezTo>
                    <a:pt x="904" y="3"/>
                    <a:pt x="882" y="1"/>
                    <a:pt x="860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6455562" y="2309003"/>
              <a:ext cx="58843" cy="88328"/>
            </a:xfrm>
            <a:custGeom>
              <a:avLst/>
              <a:gdLst/>
              <a:ahLst/>
              <a:cxnLst/>
              <a:rect l="l" t="t" r="r" b="b"/>
              <a:pathLst>
                <a:path w="926" h="1390" extrusionOk="0">
                  <a:moveTo>
                    <a:pt x="745" y="1"/>
                  </a:moveTo>
                  <a:cubicBezTo>
                    <a:pt x="523" y="1"/>
                    <a:pt x="134" y="436"/>
                    <a:pt x="81" y="507"/>
                  </a:cubicBezTo>
                  <a:cubicBezTo>
                    <a:pt x="46" y="542"/>
                    <a:pt x="78" y="590"/>
                    <a:pt x="115" y="590"/>
                  </a:cubicBezTo>
                  <a:cubicBezTo>
                    <a:pt x="127" y="590"/>
                    <a:pt x="139" y="586"/>
                    <a:pt x="149" y="575"/>
                  </a:cubicBezTo>
                  <a:cubicBezTo>
                    <a:pt x="286" y="438"/>
                    <a:pt x="423" y="256"/>
                    <a:pt x="606" y="165"/>
                  </a:cubicBezTo>
                  <a:cubicBezTo>
                    <a:pt x="648" y="143"/>
                    <a:pt x="682" y="133"/>
                    <a:pt x="707" y="133"/>
                  </a:cubicBezTo>
                  <a:cubicBezTo>
                    <a:pt x="762" y="133"/>
                    <a:pt x="774" y="184"/>
                    <a:pt x="743" y="279"/>
                  </a:cubicBezTo>
                  <a:cubicBezTo>
                    <a:pt x="674" y="507"/>
                    <a:pt x="514" y="690"/>
                    <a:pt x="378" y="872"/>
                  </a:cubicBezTo>
                  <a:cubicBezTo>
                    <a:pt x="263" y="1032"/>
                    <a:pt x="149" y="1169"/>
                    <a:pt x="35" y="1306"/>
                  </a:cubicBezTo>
                  <a:cubicBezTo>
                    <a:pt x="0" y="1341"/>
                    <a:pt x="32" y="1389"/>
                    <a:pt x="70" y="1389"/>
                  </a:cubicBezTo>
                  <a:cubicBezTo>
                    <a:pt x="81" y="1389"/>
                    <a:pt x="93" y="1385"/>
                    <a:pt x="104" y="1374"/>
                  </a:cubicBezTo>
                  <a:cubicBezTo>
                    <a:pt x="286" y="1169"/>
                    <a:pt x="469" y="941"/>
                    <a:pt x="629" y="712"/>
                  </a:cubicBezTo>
                  <a:cubicBezTo>
                    <a:pt x="720" y="575"/>
                    <a:pt x="925" y="324"/>
                    <a:pt x="880" y="119"/>
                  </a:cubicBezTo>
                  <a:cubicBezTo>
                    <a:pt x="855" y="34"/>
                    <a:pt x="806" y="1"/>
                    <a:pt x="745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6310490" y="2327049"/>
              <a:ext cx="235815" cy="270448"/>
            </a:xfrm>
            <a:custGeom>
              <a:avLst/>
              <a:gdLst/>
              <a:ahLst/>
              <a:cxnLst/>
              <a:rect l="l" t="t" r="r" b="b"/>
              <a:pathLst>
                <a:path w="3711" h="4256" extrusionOk="0">
                  <a:moveTo>
                    <a:pt x="3282" y="1"/>
                  </a:moveTo>
                  <a:cubicBezTo>
                    <a:pt x="3071" y="1"/>
                    <a:pt x="2829" y="377"/>
                    <a:pt x="2752" y="474"/>
                  </a:cubicBezTo>
                  <a:cubicBezTo>
                    <a:pt x="2716" y="527"/>
                    <a:pt x="2750" y="580"/>
                    <a:pt x="2788" y="580"/>
                  </a:cubicBezTo>
                  <a:cubicBezTo>
                    <a:pt x="2799" y="580"/>
                    <a:pt x="2810" y="576"/>
                    <a:pt x="2820" y="565"/>
                  </a:cubicBezTo>
                  <a:cubicBezTo>
                    <a:pt x="2887" y="476"/>
                    <a:pt x="3148" y="85"/>
                    <a:pt x="3288" y="85"/>
                  </a:cubicBezTo>
                  <a:cubicBezTo>
                    <a:pt x="3292" y="85"/>
                    <a:pt x="3296" y="85"/>
                    <a:pt x="3300" y="86"/>
                  </a:cubicBezTo>
                  <a:cubicBezTo>
                    <a:pt x="3551" y="154"/>
                    <a:pt x="3071" y="862"/>
                    <a:pt x="3026" y="931"/>
                  </a:cubicBezTo>
                  <a:cubicBezTo>
                    <a:pt x="2775" y="1341"/>
                    <a:pt x="2455" y="1661"/>
                    <a:pt x="2158" y="2003"/>
                  </a:cubicBezTo>
                  <a:cubicBezTo>
                    <a:pt x="1474" y="2734"/>
                    <a:pt x="835" y="3555"/>
                    <a:pt x="36" y="4172"/>
                  </a:cubicBezTo>
                  <a:cubicBezTo>
                    <a:pt x="1" y="4207"/>
                    <a:pt x="33" y="4255"/>
                    <a:pt x="81" y="4255"/>
                  </a:cubicBezTo>
                  <a:cubicBezTo>
                    <a:pt x="95" y="4255"/>
                    <a:pt x="111" y="4251"/>
                    <a:pt x="127" y="4240"/>
                  </a:cubicBezTo>
                  <a:cubicBezTo>
                    <a:pt x="698" y="3784"/>
                    <a:pt x="1177" y="3190"/>
                    <a:pt x="1679" y="2665"/>
                  </a:cubicBezTo>
                  <a:cubicBezTo>
                    <a:pt x="2113" y="2186"/>
                    <a:pt x="2592" y="1729"/>
                    <a:pt x="2980" y="1182"/>
                  </a:cubicBezTo>
                  <a:cubicBezTo>
                    <a:pt x="3094" y="1045"/>
                    <a:pt x="3711" y="291"/>
                    <a:pt x="3391" y="40"/>
                  </a:cubicBezTo>
                  <a:cubicBezTo>
                    <a:pt x="3356" y="13"/>
                    <a:pt x="3320" y="1"/>
                    <a:pt x="3282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5971862" y="2397775"/>
              <a:ext cx="443925" cy="425497"/>
            </a:xfrm>
            <a:custGeom>
              <a:avLst/>
              <a:gdLst/>
              <a:ahLst/>
              <a:cxnLst/>
              <a:rect l="l" t="t" r="r" b="b"/>
              <a:pathLst>
                <a:path w="6986" h="6696" extrusionOk="0">
                  <a:moveTo>
                    <a:pt x="4794" y="0"/>
                  </a:moveTo>
                  <a:lnTo>
                    <a:pt x="2443" y="1183"/>
                  </a:lnTo>
                  <a:lnTo>
                    <a:pt x="2443" y="1119"/>
                  </a:lnTo>
                  <a:lnTo>
                    <a:pt x="2329" y="1233"/>
                  </a:lnTo>
                  <a:lnTo>
                    <a:pt x="434" y="2169"/>
                  </a:lnTo>
                  <a:lnTo>
                    <a:pt x="1" y="5843"/>
                  </a:lnTo>
                  <a:cubicBezTo>
                    <a:pt x="561" y="6404"/>
                    <a:pt x="1304" y="6695"/>
                    <a:pt x="2105" y="6695"/>
                  </a:cubicBezTo>
                  <a:cubicBezTo>
                    <a:pt x="3914" y="6695"/>
                    <a:pt x="6020" y="5207"/>
                    <a:pt x="6985" y="1963"/>
                  </a:cubicBezTo>
                  <a:lnTo>
                    <a:pt x="47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5955912" y="2397775"/>
              <a:ext cx="459875" cy="493173"/>
            </a:xfrm>
            <a:custGeom>
              <a:avLst/>
              <a:gdLst/>
              <a:ahLst/>
              <a:cxnLst/>
              <a:rect l="l" t="t" r="r" b="b"/>
              <a:pathLst>
                <a:path w="7237" h="7761" fill="none" extrusionOk="0">
                  <a:moveTo>
                    <a:pt x="1" y="5570"/>
                  </a:moveTo>
                  <a:cubicBezTo>
                    <a:pt x="1713" y="7761"/>
                    <a:pt x="5775" y="6848"/>
                    <a:pt x="7236" y="1963"/>
                  </a:cubicBezTo>
                  <a:lnTo>
                    <a:pt x="5045" y="0"/>
                  </a:lnTo>
                  <a:lnTo>
                    <a:pt x="1324" y="1872"/>
                  </a:ln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6212632" y="2429674"/>
              <a:ext cx="169792" cy="181357"/>
            </a:xfrm>
            <a:custGeom>
              <a:avLst/>
              <a:gdLst/>
              <a:ahLst/>
              <a:cxnLst/>
              <a:rect l="l" t="t" r="r" b="b"/>
              <a:pathLst>
                <a:path w="2672" h="2854" fill="none" extrusionOk="0">
                  <a:moveTo>
                    <a:pt x="1" y="0"/>
                  </a:moveTo>
                  <a:lnTo>
                    <a:pt x="2671" y="2853"/>
                  </a:ln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6251775" y="2425290"/>
              <a:ext cx="26181" cy="26181"/>
            </a:xfrm>
            <a:custGeom>
              <a:avLst/>
              <a:gdLst/>
              <a:ahLst/>
              <a:cxnLst/>
              <a:rect l="l" t="t" r="r" b="b"/>
              <a:pathLst>
                <a:path w="412" h="412" extrusionOk="0">
                  <a:moveTo>
                    <a:pt x="206" y="1"/>
                  </a:moveTo>
                  <a:cubicBezTo>
                    <a:pt x="92" y="1"/>
                    <a:pt x="1" y="92"/>
                    <a:pt x="1" y="206"/>
                  </a:cubicBezTo>
                  <a:cubicBezTo>
                    <a:pt x="1" y="320"/>
                    <a:pt x="92" y="412"/>
                    <a:pt x="206" y="412"/>
                  </a:cubicBezTo>
                  <a:cubicBezTo>
                    <a:pt x="321" y="412"/>
                    <a:pt x="412" y="320"/>
                    <a:pt x="412" y="206"/>
                  </a:cubicBezTo>
                  <a:cubicBezTo>
                    <a:pt x="412" y="92"/>
                    <a:pt x="321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6240210" y="1982954"/>
              <a:ext cx="272735" cy="142468"/>
            </a:xfrm>
            <a:custGeom>
              <a:avLst/>
              <a:gdLst/>
              <a:ahLst/>
              <a:cxnLst/>
              <a:rect l="l" t="t" r="r" b="b"/>
              <a:pathLst>
                <a:path w="4292" h="2242" extrusionOk="0">
                  <a:moveTo>
                    <a:pt x="1995" y="0"/>
                  </a:moveTo>
                  <a:cubicBezTo>
                    <a:pt x="1623" y="0"/>
                    <a:pt x="1370" y="183"/>
                    <a:pt x="1370" y="183"/>
                  </a:cubicBezTo>
                  <a:cubicBezTo>
                    <a:pt x="1370" y="183"/>
                    <a:pt x="0" y="1027"/>
                    <a:pt x="183" y="1712"/>
                  </a:cubicBezTo>
                  <a:cubicBezTo>
                    <a:pt x="277" y="2075"/>
                    <a:pt x="624" y="2240"/>
                    <a:pt x="1016" y="2240"/>
                  </a:cubicBezTo>
                  <a:cubicBezTo>
                    <a:pt x="1387" y="2240"/>
                    <a:pt x="1800" y="2093"/>
                    <a:pt x="2077" y="1826"/>
                  </a:cubicBezTo>
                  <a:cubicBezTo>
                    <a:pt x="2077" y="1826"/>
                    <a:pt x="2563" y="2242"/>
                    <a:pt x="3058" y="2242"/>
                  </a:cubicBezTo>
                  <a:cubicBezTo>
                    <a:pt x="3198" y="2242"/>
                    <a:pt x="3339" y="2209"/>
                    <a:pt x="3470" y="2123"/>
                  </a:cubicBezTo>
                  <a:cubicBezTo>
                    <a:pt x="4292" y="1621"/>
                    <a:pt x="3310" y="616"/>
                    <a:pt x="2625" y="183"/>
                  </a:cubicBezTo>
                  <a:cubicBezTo>
                    <a:pt x="2397" y="46"/>
                    <a:pt x="2181" y="0"/>
                    <a:pt x="1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6240210" y="1968402"/>
              <a:ext cx="272735" cy="174113"/>
            </a:xfrm>
            <a:custGeom>
              <a:avLst/>
              <a:gdLst/>
              <a:ahLst/>
              <a:cxnLst/>
              <a:rect l="l" t="t" r="r" b="b"/>
              <a:pathLst>
                <a:path w="4292" h="2740" fill="none" extrusionOk="0">
                  <a:moveTo>
                    <a:pt x="2077" y="2055"/>
                  </a:moveTo>
                  <a:cubicBezTo>
                    <a:pt x="2077" y="2055"/>
                    <a:pt x="2876" y="2740"/>
                    <a:pt x="3470" y="2352"/>
                  </a:cubicBezTo>
                  <a:cubicBezTo>
                    <a:pt x="4292" y="1850"/>
                    <a:pt x="3310" y="845"/>
                    <a:pt x="2625" y="412"/>
                  </a:cubicBezTo>
                  <a:cubicBezTo>
                    <a:pt x="1941" y="1"/>
                    <a:pt x="1370" y="412"/>
                    <a:pt x="1370" y="412"/>
                  </a:cubicBezTo>
                  <a:cubicBezTo>
                    <a:pt x="1370" y="412"/>
                    <a:pt x="0" y="1256"/>
                    <a:pt x="183" y="1941"/>
                  </a:cubicBezTo>
                  <a:cubicBezTo>
                    <a:pt x="366" y="2649"/>
                    <a:pt x="1507" y="2603"/>
                    <a:pt x="2077" y="205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6150294" y="1624434"/>
              <a:ext cx="467056" cy="390675"/>
            </a:xfrm>
            <a:custGeom>
              <a:avLst/>
              <a:gdLst/>
              <a:ahLst/>
              <a:cxnLst/>
              <a:rect l="l" t="t" r="r" b="b"/>
              <a:pathLst>
                <a:path w="7350" h="6148" extrusionOk="0">
                  <a:moveTo>
                    <a:pt x="3755" y="0"/>
                  </a:moveTo>
                  <a:cubicBezTo>
                    <a:pt x="3013" y="0"/>
                    <a:pt x="1776" y="281"/>
                    <a:pt x="959" y="1944"/>
                  </a:cubicBezTo>
                  <a:cubicBezTo>
                    <a:pt x="0" y="3885"/>
                    <a:pt x="297" y="5231"/>
                    <a:pt x="480" y="5756"/>
                  </a:cubicBezTo>
                  <a:cubicBezTo>
                    <a:pt x="525" y="5916"/>
                    <a:pt x="662" y="6007"/>
                    <a:pt x="799" y="6007"/>
                  </a:cubicBezTo>
                  <a:lnTo>
                    <a:pt x="5935" y="6144"/>
                  </a:lnTo>
                  <a:cubicBezTo>
                    <a:pt x="5948" y="6146"/>
                    <a:pt x="5962" y="6147"/>
                    <a:pt x="5975" y="6147"/>
                  </a:cubicBezTo>
                  <a:cubicBezTo>
                    <a:pt x="6117" y="6147"/>
                    <a:pt x="6235" y="6037"/>
                    <a:pt x="6277" y="5870"/>
                  </a:cubicBezTo>
                  <a:cubicBezTo>
                    <a:pt x="6574" y="4798"/>
                    <a:pt x="7350" y="1009"/>
                    <a:pt x="4383" y="73"/>
                  </a:cubicBezTo>
                  <a:cubicBezTo>
                    <a:pt x="4383" y="73"/>
                    <a:pt x="4133" y="0"/>
                    <a:pt x="3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6295303" y="1705771"/>
              <a:ext cx="229270" cy="374471"/>
            </a:xfrm>
            <a:custGeom>
              <a:avLst/>
              <a:gdLst/>
              <a:ahLst/>
              <a:cxnLst/>
              <a:rect l="l" t="t" r="r" b="b"/>
              <a:pathLst>
                <a:path w="3608" h="5893" extrusionOk="0">
                  <a:moveTo>
                    <a:pt x="2266" y="0"/>
                  </a:moveTo>
                  <a:cubicBezTo>
                    <a:pt x="2241" y="0"/>
                    <a:pt x="2217" y="1"/>
                    <a:pt x="2192" y="2"/>
                  </a:cubicBezTo>
                  <a:lnTo>
                    <a:pt x="1188" y="48"/>
                  </a:lnTo>
                  <a:cubicBezTo>
                    <a:pt x="526" y="71"/>
                    <a:pt x="1" y="733"/>
                    <a:pt x="46" y="1509"/>
                  </a:cubicBezTo>
                  <a:lnTo>
                    <a:pt x="115" y="3061"/>
                  </a:lnTo>
                  <a:cubicBezTo>
                    <a:pt x="115" y="3107"/>
                    <a:pt x="115" y="3152"/>
                    <a:pt x="138" y="3198"/>
                  </a:cubicBezTo>
                  <a:cubicBezTo>
                    <a:pt x="115" y="3244"/>
                    <a:pt x="115" y="3289"/>
                    <a:pt x="115" y="3335"/>
                  </a:cubicBezTo>
                  <a:lnTo>
                    <a:pt x="161" y="4294"/>
                  </a:lnTo>
                  <a:lnTo>
                    <a:pt x="161" y="4339"/>
                  </a:lnTo>
                  <a:lnTo>
                    <a:pt x="229" y="5298"/>
                  </a:lnTo>
                  <a:cubicBezTo>
                    <a:pt x="229" y="5627"/>
                    <a:pt x="503" y="5893"/>
                    <a:pt x="828" y="5893"/>
                  </a:cubicBezTo>
                  <a:cubicBezTo>
                    <a:pt x="841" y="5893"/>
                    <a:pt x="855" y="5892"/>
                    <a:pt x="868" y="5891"/>
                  </a:cubicBezTo>
                  <a:lnTo>
                    <a:pt x="1279" y="5869"/>
                  </a:lnTo>
                  <a:cubicBezTo>
                    <a:pt x="1621" y="5869"/>
                    <a:pt x="1895" y="5572"/>
                    <a:pt x="1872" y="5207"/>
                  </a:cubicBezTo>
                  <a:lnTo>
                    <a:pt x="1827" y="4385"/>
                  </a:lnTo>
                  <a:lnTo>
                    <a:pt x="2420" y="4339"/>
                  </a:lnTo>
                  <a:cubicBezTo>
                    <a:pt x="3082" y="4316"/>
                    <a:pt x="3607" y="3655"/>
                    <a:pt x="3561" y="2901"/>
                  </a:cubicBezTo>
                  <a:lnTo>
                    <a:pt x="3493" y="1326"/>
                  </a:lnTo>
                  <a:cubicBezTo>
                    <a:pt x="3449" y="578"/>
                    <a:pt x="2917" y="0"/>
                    <a:pt x="22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6295303" y="1702975"/>
              <a:ext cx="229270" cy="378665"/>
            </a:xfrm>
            <a:custGeom>
              <a:avLst/>
              <a:gdLst/>
              <a:ahLst/>
              <a:cxnLst/>
              <a:rect l="l" t="t" r="r" b="b"/>
              <a:pathLst>
                <a:path w="3608" h="5959" fill="none" extrusionOk="0">
                  <a:moveTo>
                    <a:pt x="2192" y="46"/>
                  </a:moveTo>
                  <a:lnTo>
                    <a:pt x="1188" y="92"/>
                  </a:lnTo>
                  <a:cubicBezTo>
                    <a:pt x="526" y="115"/>
                    <a:pt x="1" y="777"/>
                    <a:pt x="46" y="1553"/>
                  </a:cubicBezTo>
                  <a:lnTo>
                    <a:pt x="115" y="3105"/>
                  </a:lnTo>
                  <a:cubicBezTo>
                    <a:pt x="115" y="3151"/>
                    <a:pt x="115" y="3196"/>
                    <a:pt x="138" y="3242"/>
                  </a:cubicBezTo>
                  <a:cubicBezTo>
                    <a:pt x="115" y="3288"/>
                    <a:pt x="115" y="3333"/>
                    <a:pt x="115" y="3379"/>
                  </a:cubicBezTo>
                  <a:lnTo>
                    <a:pt x="161" y="4338"/>
                  </a:lnTo>
                  <a:lnTo>
                    <a:pt x="161" y="4383"/>
                  </a:lnTo>
                  <a:lnTo>
                    <a:pt x="229" y="5342"/>
                  </a:lnTo>
                  <a:cubicBezTo>
                    <a:pt x="229" y="5684"/>
                    <a:pt x="526" y="5958"/>
                    <a:pt x="868" y="5935"/>
                  </a:cubicBezTo>
                  <a:lnTo>
                    <a:pt x="1279" y="5913"/>
                  </a:lnTo>
                  <a:cubicBezTo>
                    <a:pt x="1621" y="5913"/>
                    <a:pt x="1895" y="5616"/>
                    <a:pt x="1872" y="5251"/>
                  </a:cubicBezTo>
                  <a:lnTo>
                    <a:pt x="1827" y="4429"/>
                  </a:lnTo>
                  <a:lnTo>
                    <a:pt x="2420" y="4383"/>
                  </a:lnTo>
                  <a:cubicBezTo>
                    <a:pt x="3082" y="4360"/>
                    <a:pt x="3607" y="3699"/>
                    <a:pt x="3561" y="2945"/>
                  </a:cubicBezTo>
                  <a:lnTo>
                    <a:pt x="3493" y="1370"/>
                  </a:lnTo>
                  <a:cubicBezTo>
                    <a:pt x="3447" y="594"/>
                    <a:pt x="2877" y="1"/>
                    <a:pt x="2192" y="46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6389603" y="1813226"/>
              <a:ext cx="30502" cy="29231"/>
            </a:xfrm>
            <a:custGeom>
              <a:avLst/>
              <a:gdLst/>
              <a:ahLst/>
              <a:cxnLst/>
              <a:rect l="l" t="t" r="r" b="b"/>
              <a:pathLst>
                <a:path w="480" h="460" extrusionOk="0">
                  <a:moveTo>
                    <a:pt x="229" y="1"/>
                  </a:moveTo>
                  <a:cubicBezTo>
                    <a:pt x="92" y="23"/>
                    <a:pt x="0" y="115"/>
                    <a:pt x="0" y="252"/>
                  </a:cubicBezTo>
                  <a:cubicBezTo>
                    <a:pt x="21" y="356"/>
                    <a:pt x="99" y="460"/>
                    <a:pt x="217" y="460"/>
                  </a:cubicBezTo>
                  <a:cubicBezTo>
                    <a:pt x="228" y="460"/>
                    <a:pt x="240" y="459"/>
                    <a:pt x="251" y="457"/>
                  </a:cubicBezTo>
                  <a:cubicBezTo>
                    <a:pt x="366" y="457"/>
                    <a:pt x="480" y="343"/>
                    <a:pt x="457" y="229"/>
                  </a:cubicBezTo>
                  <a:cubicBezTo>
                    <a:pt x="457" y="92"/>
                    <a:pt x="343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6483903" y="1808905"/>
              <a:ext cx="26117" cy="24719"/>
            </a:xfrm>
            <a:custGeom>
              <a:avLst/>
              <a:gdLst/>
              <a:ahLst/>
              <a:cxnLst/>
              <a:rect l="l" t="t" r="r" b="b"/>
              <a:pathLst>
                <a:path w="411" h="389" extrusionOk="0">
                  <a:moveTo>
                    <a:pt x="205" y="0"/>
                  </a:moveTo>
                  <a:cubicBezTo>
                    <a:pt x="91" y="0"/>
                    <a:pt x="0" y="91"/>
                    <a:pt x="23" y="206"/>
                  </a:cubicBezTo>
                  <a:cubicBezTo>
                    <a:pt x="23" y="320"/>
                    <a:pt x="114" y="388"/>
                    <a:pt x="228" y="388"/>
                  </a:cubicBezTo>
                  <a:cubicBezTo>
                    <a:pt x="320" y="388"/>
                    <a:pt x="411" y="297"/>
                    <a:pt x="411" y="183"/>
                  </a:cubicBezTo>
                  <a:cubicBezTo>
                    <a:pt x="411" y="69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6418579" y="1874165"/>
              <a:ext cx="59986" cy="36920"/>
            </a:xfrm>
            <a:custGeom>
              <a:avLst/>
              <a:gdLst/>
              <a:ahLst/>
              <a:cxnLst/>
              <a:rect l="l" t="t" r="r" b="b"/>
              <a:pathLst>
                <a:path w="944" h="581" extrusionOk="0">
                  <a:moveTo>
                    <a:pt x="171" y="146"/>
                  </a:moveTo>
                  <a:cubicBezTo>
                    <a:pt x="373" y="163"/>
                    <a:pt x="566" y="180"/>
                    <a:pt x="767" y="197"/>
                  </a:cubicBezTo>
                  <a:lnTo>
                    <a:pt x="767" y="197"/>
                  </a:lnTo>
                  <a:cubicBezTo>
                    <a:pt x="735" y="259"/>
                    <a:pt x="688" y="318"/>
                    <a:pt x="640" y="365"/>
                  </a:cubicBezTo>
                  <a:cubicBezTo>
                    <a:pt x="590" y="405"/>
                    <a:pt x="540" y="422"/>
                    <a:pt x="492" y="422"/>
                  </a:cubicBezTo>
                  <a:cubicBezTo>
                    <a:pt x="354" y="422"/>
                    <a:pt x="233" y="284"/>
                    <a:pt x="171" y="146"/>
                  </a:cubicBezTo>
                  <a:close/>
                  <a:moveTo>
                    <a:pt x="69" y="0"/>
                  </a:moveTo>
                  <a:cubicBezTo>
                    <a:pt x="24" y="0"/>
                    <a:pt x="1" y="46"/>
                    <a:pt x="1" y="92"/>
                  </a:cubicBezTo>
                  <a:cubicBezTo>
                    <a:pt x="42" y="318"/>
                    <a:pt x="231" y="581"/>
                    <a:pt x="485" y="581"/>
                  </a:cubicBezTo>
                  <a:cubicBezTo>
                    <a:pt x="513" y="581"/>
                    <a:pt x="542" y="578"/>
                    <a:pt x="572" y="571"/>
                  </a:cubicBezTo>
                  <a:cubicBezTo>
                    <a:pt x="768" y="527"/>
                    <a:pt x="881" y="337"/>
                    <a:pt x="930" y="161"/>
                  </a:cubicBezTo>
                  <a:lnTo>
                    <a:pt x="930" y="161"/>
                  </a:lnTo>
                  <a:cubicBezTo>
                    <a:pt x="933" y="155"/>
                    <a:pt x="934" y="149"/>
                    <a:pt x="935" y="143"/>
                  </a:cubicBezTo>
                  <a:lnTo>
                    <a:pt x="935" y="143"/>
                  </a:lnTo>
                  <a:cubicBezTo>
                    <a:pt x="936" y="141"/>
                    <a:pt x="936" y="139"/>
                    <a:pt x="937" y="137"/>
                  </a:cubicBezTo>
                  <a:cubicBezTo>
                    <a:pt x="943" y="111"/>
                    <a:pt x="937" y="91"/>
                    <a:pt x="924" y="77"/>
                  </a:cubicBezTo>
                  <a:lnTo>
                    <a:pt x="924" y="77"/>
                  </a:lnTo>
                  <a:cubicBezTo>
                    <a:pt x="913" y="59"/>
                    <a:pt x="894" y="46"/>
                    <a:pt x="868" y="46"/>
                  </a:cubicBezTo>
                  <a:cubicBezTo>
                    <a:pt x="594" y="23"/>
                    <a:pt x="343" y="23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6218859" y="1668343"/>
              <a:ext cx="310036" cy="183010"/>
            </a:xfrm>
            <a:custGeom>
              <a:avLst/>
              <a:gdLst/>
              <a:ahLst/>
              <a:cxnLst/>
              <a:rect l="l" t="t" r="r" b="b"/>
              <a:pathLst>
                <a:path w="4879" h="2880" extrusionOk="0">
                  <a:moveTo>
                    <a:pt x="2883" y="1"/>
                  </a:moveTo>
                  <a:cubicBezTo>
                    <a:pt x="2155" y="1"/>
                    <a:pt x="1454" y="310"/>
                    <a:pt x="1204" y="591"/>
                  </a:cubicBezTo>
                  <a:cubicBezTo>
                    <a:pt x="758" y="1095"/>
                    <a:pt x="1" y="2880"/>
                    <a:pt x="952" y="2880"/>
                  </a:cubicBezTo>
                  <a:cubicBezTo>
                    <a:pt x="1122" y="2880"/>
                    <a:pt x="1347" y="2823"/>
                    <a:pt x="1637" y="2691"/>
                  </a:cubicBezTo>
                  <a:cubicBezTo>
                    <a:pt x="3098" y="2029"/>
                    <a:pt x="3555" y="843"/>
                    <a:pt x="3555" y="843"/>
                  </a:cubicBezTo>
                  <a:cubicBezTo>
                    <a:pt x="4057" y="1641"/>
                    <a:pt x="4879" y="1893"/>
                    <a:pt x="4879" y="1893"/>
                  </a:cubicBezTo>
                  <a:cubicBezTo>
                    <a:pt x="4655" y="440"/>
                    <a:pt x="3750" y="1"/>
                    <a:pt x="2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6218414" y="1820406"/>
              <a:ext cx="105993" cy="101736"/>
            </a:xfrm>
            <a:custGeom>
              <a:avLst/>
              <a:gdLst/>
              <a:ahLst/>
              <a:cxnLst/>
              <a:rect l="l" t="t" r="r" b="b"/>
              <a:pathLst>
                <a:path w="1668" h="1601" extrusionOk="0">
                  <a:moveTo>
                    <a:pt x="841" y="1"/>
                  </a:moveTo>
                  <a:cubicBezTo>
                    <a:pt x="827" y="1"/>
                    <a:pt x="814" y="1"/>
                    <a:pt x="800" y="2"/>
                  </a:cubicBezTo>
                  <a:cubicBezTo>
                    <a:pt x="343" y="25"/>
                    <a:pt x="1" y="413"/>
                    <a:pt x="24" y="846"/>
                  </a:cubicBezTo>
                  <a:cubicBezTo>
                    <a:pt x="46" y="1266"/>
                    <a:pt x="410" y="1601"/>
                    <a:pt x="827" y="1601"/>
                  </a:cubicBezTo>
                  <a:cubicBezTo>
                    <a:pt x="841" y="1601"/>
                    <a:pt x="855" y="1600"/>
                    <a:pt x="868" y="1599"/>
                  </a:cubicBezTo>
                  <a:cubicBezTo>
                    <a:pt x="1325" y="1577"/>
                    <a:pt x="1667" y="1211"/>
                    <a:pt x="1644" y="755"/>
                  </a:cubicBezTo>
                  <a:cubicBezTo>
                    <a:pt x="1622" y="335"/>
                    <a:pt x="1258" y="1"/>
                    <a:pt x="8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6257621" y="1841884"/>
              <a:ext cx="47913" cy="40669"/>
            </a:xfrm>
            <a:custGeom>
              <a:avLst/>
              <a:gdLst/>
              <a:ahLst/>
              <a:cxnLst/>
              <a:rect l="l" t="t" r="r" b="b"/>
              <a:pathLst>
                <a:path w="754" h="640" extrusionOk="0">
                  <a:moveTo>
                    <a:pt x="201" y="0"/>
                  </a:moveTo>
                  <a:cubicBezTo>
                    <a:pt x="172" y="0"/>
                    <a:pt x="144" y="2"/>
                    <a:pt x="114" y="6"/>
                  </a:cubicBezTo>
                  <a:cubicBezTo>
                    <a:pt x="0" y="29"/>
                    <a:pt x="0" y="189"/>
                    <a:pt x="114" y="189"/>
                  </a:cubicBezTo>
                  <a:cubicBezTo>
                    <a:pt x="146" y="183"/>
                    <a:pt x="177" y="180"/>
                    <a:pt x="208" y="180"/>
                  </a:cubicBezTo>
                  <a:cubicBezTo>
                    <a:pt x="414" y="180"/>
                    <a:pt x="571" y="315"/>
                    <a:pt x="571" y="554"/>
                  </a:cubicBezTo>
                  <a:cubicBezTo>
                    <a:pt x="571" y="611"/>
                    <a:pt x="617" y="639"/>
                    <a:pt x="662" y="639"/>
                  </a:cubicBezTo>
                  <a:cubicBezTo>
                    <a:pt x="708" y="639"/>
                    <a:pt x="754" y="611"/>
                    <a:pt x="754" y="554"/>
                  </a:cubicBezTo>
                  <a:cubicBezTo>
                    <a:pt x="754" y="220"/>
                    <a:pt x="505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6476659" y="1787998"/>
              <a:ext cx="37301" cy="12391"/>
            </a:xfrm>
            <a:custGeom>
              <a:avLst/>
              <a:gdLst/>
              <a:ahLst/>
              <a:cxnLst/>
              <a:rect l="l" t="t" r="r" b="b"/>
              <a:pathLst>
                <a:path w="587" h="195" extrusionOk="0">
                  <a:moveTo>
                    <a:pt x="201" y="1"/>
                  </a:moveTo>
                  <a:cubicBezTo>
                    <a:pt x="165" y="1"/>
                    <a:pt x="128" y="3"/>
                    <a:pt x="91" y="10"/>
                  </a:cubicBezTo>
                  <a:cubicBezTo>
                    <a:pt x="6" y="10"/>
                    <a:pt x="0" y="149"/>
                    <a:pt x="74" y="149"/>
                  </a:cubicBezTo>
                  <a:cubicBezTo>
                    <a:pt x="79" y="149"/>
                    <a:pt x="85" y="148"/>
                    <a:pt x="91" y="146"/>
                  </a:cubicBezTo>
                  <a:cubicBezTo>
                    <a:pt x="228" y="146"/>
                    <a:pt x="342" y="146"/>
                    <a:pt x="456" y="192"/>
                  </a:cubicBezTo>
                  <a:cubicBezTo>
                    <a:pt x="463" y="194"/>
                    <a:pt x="470" y="195"/>
                    <a:pt x="476" y="195"/>
                  </a:cubicBezTo>
                  <a:cubicBezTo>
                    <a:pt x="554" y="195"/>
                    <a:pt x="586" y="76"/>
                    <a:pt x="502" y="55"/>
                  </a:cubicBezTo>
                  <a:cubicBezTo>
                    <a:pt x="402" y="22"/>
                    <a:pt x="302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4"/>
            <p:cNvSpPr/>
            <p:nvPr/>
          </p:nvSpPr>
          <p:spPr>
            <a:xfrm>
              <a:off x="6381723" y="1789841"/>
              <a:ext cx="37936" cy="23194"/>
            </a:xfrm>
            <a:custGeom>
              <a:avLst/>
              <a:gdLst/>
              <a:ahLst/>
              <a:cxnLst/>
              <a:rect l="l" t="t" r="r" b="b"/>
              <a:pathLst>
                <a:path w="597" h="365" extrusionOk="0">
                  <a:moveTo>
                    <a:pt x="509" y="1"/>
                  </a:moveTo>
                  <a:cubicBezTo>
                    <a:pt x="503" y="1"/>
                    <a:pt x="497" y="2"/>
                    <a:pt x="490" y="3"/>
                  </a:cubicBezTo>
                  <a:cubicBezTo>
                    <a:pt x="330" y="49"/>
                    <a:pt x="193" y="140"/>
                    <a:pt x="56" y="232"/>
                  </a:cubicBezTo>
                  <a:cubicBezTo>
                    <a:pt x="1" y="268"/>
                    <a:pt x="34" y="365"/>
                    <a:pt x="86" y="365"/>
                  </a:cubicBezTo>
                  <a:cubicBezTo>
                    <a:pt x="98" y="365"/>
                    <a:pt x="111" y="359"/>
                    <a:pt x="124" y="346"/>
                  </a:cubicBezTo>
                  <a:cubicBezTo>
                    <a:pt x="261" y="254"/>
                    <a:pt x="375" y="186"/>
                    <a:pt x="512" y="140"/>
                  </a:cubicBezTo>
                  <a:cubicBezTo>
                    <a:pt x="597" y="119"/>
                    <a:pt x="584" y="1"/>
                    <a:pt x="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4"/>
            <p:cNvSpPr/>
            <p:nvPr/>
          </p:nvSpPr>
          <p:spPr>
            <a:xfrm>
              <a:off x="6448445" y="1807125"/>
              <a:ext cx="31137" cy="48421"/>
            </a:xfrm>
            <a:custGeom>
              <a:avLst/>
              <a:gdLst/>
              <a:ahLst/>
              <a:cxnLst/>
              <a:rect l="l" t="t" r="r" b="b"/>
              <a:pathLst>
                <a:path w="490" h="762" extrusionOk="0">
                  <a:moveTo>
                    <a:pt x="107" y="0"/>
                  </a:moveTo>
                  <a:cubicBezTo>
                    <a:pt x="61" y="0"/>
                    <a:pt x="0" y="54"/>
                    <a:pt x="33" y="119"/>
                  </a:cubicBezTo>
                  <a:cubicBezTo>
                    <a:pt x="113" y="279"/>
                    <a:pt x="193" y="439"/>
                    <a:pt x="304" y="584"/>
                  </a:cubicBezTo>
                  <a:lnTo>
                    <a:pt x="304" y="584"/>
                  </a:lnTo>
                  <a:cubicBezTo>
                    <a:pt x="236" y="609"/>
                    <a:pt x="169" y="622"/>
                    <a:pt x="102" y="622"/>
                  </a:cubicBezTo>
                  <a:cubicBezTo>
                    <a:pt x="17" y="643"/>
                    <a:pt x="50" y="761"/>
                    <a:pt x="127" y="761"/>
                  </a:cubicBezTo>
                  <a:cubicBezTo>
                    <a:pt x="133" y="761"/>
                    <a:pt x="140" y="760"/>
                    <a:pt x="147" y="758"/>
                  </a:cubicBezTo>
                  <a:cubicBezTo>
                    <a:pt x="238" y="758"/>
                    <a:pt x="353" y="713"/>
                    <a:pt x="444" y="667"/>
                  </a:cubicBezTo>
                  <a:cubicBezTo>
                    <a:pt x="467" y="644"/>
                    <a:pt x="490" y="599"/>
                    <a:pt x="467" y="576"/>
                  </a:cubicBezTo>
                  <a:cubicBezTo>
                    <a:pt x="353" y="393"/>
                    <a:pt x="238" y="234"/>
                    <a:pt x="147" y="28"/>
                  </a:cubicBezTo>
                  <a:cubicBezTo>
                    <a:pt x="141" y="9"/>
                    <a:pt x="125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6129528" y="1524148"/>
              <a:ext cx="188602" cy="188665"/>
            </a:xfrm>
            <a:custGeom>
              <a:avLst/>
              <a:gdLst/>
              <a:ahLst/>
              <a:cxnLst/>
              <a:rect l="l" t="t" r="r" b="b"/>
              <a:pathLst>
                <a:path w="2968" h="2969" extrusionOk="0">
                  <a:moveTo>
                    <a:pt x="1484" y="1"/>
                  </a:moveTo>
                  <a:cubicBezTo>
                    <a:pt x="662" y="1"/>
                    <a:pt x="0" y="663"/>
                    <a:pt x="0" y="1484"/>
                  </a:cubicBezTo>
                  <a:cubicBezTo>
                    <a:pt x="0" y="2306"/>
                    <a:pt x="662" y="2968"/>
                    <a:pt x="1484" y="2968"/>
                  </a:cubicBezTo>
                  <a:cubicBezTo>
                    <a:pt x="2305" y="2968"/>
                    <a:pt x="2967" y="2306"/>
                    <a:pt x="2967" y="1484"/>
                  </a:cubicBezTo>
                  <a:cubicBezTo>
                    <a:pt x="2967" y="663"/>
                    <a:pt x="2305" y="1"/>
                    <a:pt x="1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1" name="Google Shape;731;p34"/>
          <p:cNvSpPr/>
          <p:nvPr/>
        </p:nvSpPr>
        <p:spPr>
          <a:xfrm>
            <a:off x="4625517" y="679125"/>
            <a:ext cx="943716" cy="931649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4"/>
          <p:cNvSpPr/>
          <p:nvPr/>
        </p:nvSpPr>
        <p:spPr>
          <a:xfrm>
            <a:off x="713099" y="1505905"/>
            <a:ext cx="3666805" cy="87366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/>
            <a:r>
              <a:rPr lang="en-US"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bg2"/>
                </a:solidFill>
                <a:latin typeface="Staatliches"/>
              </a:rPr>
              <a:t>UPT PUSAT KOMPUTER</a:t>
            </a:r>
          </a:p>
          <a:p>
            <a:pPr lvl="0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bg2"/>
                </a:solidFill>
                <a:latin typeface="Staatliches"/>
              </a:rPr>
              <a:t>UNIVERSITAS NEGERI MANADO</a:t>
            </a:r>
            <a:endParaRPr lang="en-US"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bg2"/>
              </a:solidFill>
              <a:latin typeface="Staatliches"/>
            </a:endParaRPr>
          </a:p>
        </p:txBody>
      </p:sp>
      <p:sp>
        <p:nvSpPr>
          <p:cNvPr id="733" name="Google Shape;733;p34"/>
          <p:cNvSpPr txBox="1">
            <a:spLocks noGrp="1"/>
          </p:cNvSpPr>
          <p:nvPr>
            <p:ph type="ctrTitle" idx="2"/>
          </p:nvPr>
        </p:nvSpPr>
        <p:spPr>
          <a:xfrm>
            <a:off x="713124" y="525534"/>
            <a:ext cx="3777815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 dirty="0"/>
              <a:t>APLIKASI</a:t>
            </a:r>
            <a:br>
              <a:rPr lang="en-US" sz="2500" b="1" dirty="0"/>
            </a:br>
            <a:r>
              <a:rPr lang="en-US" sz="2500" b="1" dirty="0"/>
              <a:t>PENGADUAN LAYANAN</a:t>
            </a:r>
            <a:endParaRPr sz="2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40"/>
          <p:cNvGrpSpPr/>
          <p:nvPr/>
        </p:nvGrpSpPr>
        <p:grpSpPr>
          <a:xfrm>
            <a:off x="5373300" y="2710565"/>
            <a:ext cx="3057679" cy="1878249"/>
            <a:chOff x="5565749" y="2591902"/>
            <a:chExt cx="3275149" cy="2011835"/>
          </a:xfrm>
        </p:grpSpPr>
        <p:sp>
          <p:nvSpPr>
            <p:cNvPr id="873" name="Google Shape;873;p40"/>
            <p:cNvSpPr/>
            <p:nvPr/>
          </p:nvSpPr>
          <p:spPr>
            <a:xfrm>
              <a:off x="8222923" y="3134384"/>
              <a:ext cx="617975" cy="1469351"/>
            </a:xfrm>
            <a:custGeom>
              <a:avLst/>
              <a:gdLst/>
              <a:ahLst/>
              <a:cxnLst/>
              <a:rect l="l" t="t" r="r" b="b"/>
              <a:pathLst>
                <a:path w="9725" h="23123" fill="none" extrusionOk="0">
                  <a:moveTo>
                    <a:pt x="1" y="23122"/>
                  </a:moveTo>
                  <a:lnTo>
                    <a:pt x="9724" y="23122"/>
                  </a:lnTo>
                  <a:lnTo>
                    <a:pt x="972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0"/>
            <p:cNvSpPr/>
            <p:nvPr/>
          </p:nvSpPr>
          <p:spPr>
            <a:xfrm>
              <a:off x="6451940" y="2591902"/>
              <a:ext cx="617975" cy="2011835"/>
            </a:xfrm>
            <a:custGeom>
              <a:avLst/>
              <a:gdLst/>
              <a:ahLst/>
              <a:cxnLst/>
              <a:rect l="l" t="t" r="r" b="b"/>
              <a:pathLst>
                <a:path w="9725" h="31660" fill="none" extrusionOk="0">
                  <a:moveTo>
                    <a:pt x="1" y="31659"/>
                  </a:moveTo>
                  <a:lnTo>
                    <a:pt x="9724" y="31659"/>
                  </a:lnTo>
                  <a:lnTo>
                    <a:pt x="9724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0"/>
            <p:cNvSpPr/>
            <p:nvPr/>
          </p:nvSpPr>
          <p:spPr>
            <a:xfrm>
              <a:off x="5565749" y="3159040"/>
              <a:ext cx="617975" cy="1444696"/>
            </a:xfrm>
            <a:custGeom>
              <a:avLst/>
              <a:gdLst/>
              <a:ahLst/>
              <a:cxnLst/>
              <a:rect l="l" t="t" r="r" b="b"/>
              <a:pathLst>
                <a:path w="9725" h="22735" fill="none" extrusionOk="0">
                  <a:moveTo>
                    <a:pt x="1" y="22734"/>
                  </a:moveTo>
                  <a:lnTo>
                    <a:pt x="9724" y="22734"/>
                  </a:lnTo>
                  <a:lnTo>
                    <a:pt x="972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7336733" y="3568078"/>
              <a:ext cx="617912" cy="1035656"/>
            </a:xfrm>
            <a:custGeom>
              <a:avLst/>
              <a:gdLst/>
              <a:ahLst/>
              <a:cxnLst/>
              <a:rect l="l" t="t" r="r" b="b"/>
              <a:pathLst>
                <a:path w="9724" h="16298" fill="none" extrusionOk="0">
                  <a:moveTo>
                    <a:pt x="0" y="16297"/>
                  </a:moveTo>
                  <a:lnTo>
                    <a:pt x="9724" y="16297"/>
                  </a:lnTo>
                  <a:lnTo>
                    <a:pt x="9724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7" name="Google Shape;877;p40"/>
          <p:cNvGrpSpPr/>
          <p:nvPr/>
        </p:nvGrpSpPr>
        <p:grpSpPr>
          <a:xfrm>
            <a:off x="5373289" y="2398378"/>
            <a:ext cx="3621730" cy="1517815"/>
            <a:chOff x="5598425" y="3272425"/>
            <a:chExt cx="1495100" cy="626575"/>
          </a:xfrm>
        </p:grpSpPr>
        <p:sp>
          <p:nvSpPr>
            <p:cNvPr id="878" name="Google Shape;878;p40"/>
            <p:cNvSpPr/>
            <p:nvPr/>
          </p:nvSpPr>
          <p:spPr>
            <a:xfrm>
              <a:off x="5611000" y="3272425"/>
              <a:ext cx="1482525" cy="617450"/>
            </a:xfrm>
            <a:custGeom>
              <a:avLst/>
              <a:gdLst/>
              <a:ahLst/>
              <a:cxnLst/>
              <a:rect l="l" t="t" r="r" b="b"/>
              <a:pathLst>
                <a:path w="59301" h="24698" fill="none" extrusionOk="0">
                  <a:moveTo>
                    <a:pt x="0" y="8834"/>
                  </a:moveTo>
                  <a:lnTo>
                    <a:pt x="11732" y="21456"/>
                  </a:lnTo>
                  <a:lnTo>
                    <a:pt x="15590" y="14403"/>
                  </a:lnTo>
                  <a:lnTo>
                    <a:pt x="18763" y="21867"/>
                  </a:lnTo>
                  <a:lnTo>
                    <a:pt x="25428" y="15499"/>
                  </a:lnTo>
                  <a:lnTo>
                    <a:pt x="31659" y="24697"/>
                  </a:lnTo>
                  <a:lnTo>
                    <a:pt x="38233" y="8605"/>
                  </a:lnTo>
                  <a:lnTo>
                    <a:pt x="46495" y="11618"/>
                  </a:lnTo>
                  <a:lnTo>
                    <a:pt x="53023" y="2488"/>
                  </a:lnTo>
                  <a:lnTo>
                    <a:pt x="56059" y="5090"/>
                  </a:lnTo>
                  <a:lnTo>
                    <a:pt x="5930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0"/>
            <p:cNvSpPr/>
            <p:nvPr/>
          </p:nvSpPr>
          <p:spPr>
            <a:xfrm>
              <a:off x="5893450" y="3796250"/>
              <a:ext cx="19425" cy="18875"/>
            </a:xfrm>
            <a:custGeom>
              <a:avLst/>
              <a:gdLst/>
              <a:ahLst/>
              <a:cxnLst/>
              <a:rect l="l" t="t" r="r" b="b"/>
              <a:pathLst>
                <a:path w="777" h="755" extrusionOk="0">
                  <a:moveTo>
                    <a:pt x="389" y="1"/>
                  </a:moveTo>
                  <a:cubicBezTo>
                    <a:pt x="183" y="1"/>
                    <a:pt x="1" y="161"/>
                    <a:pt x="1" y="389"/>
                  </a:cubicBezTo>
                  <a:cubicBezTo>
                    <a:pt x="1" y="594"/>
                    <a:pt x="183" y="754"/>
                    <a:pt x="389" y="754"/>
                  </a:cubicBezTo>
                  <a:cubicBezTo>
                    <a:pt x="594" y="754"/>
                    <a:pt x="777" y="594"/>
                    <a:pt x="777" y="389"/>
                  </a:cubicBezTo>
                  <a:cubicBezTo>
                    <a:pt x="777" y="161"/>
                    <a:pt x="594" y="1"/>
                    <a:pt x="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0"/>
            <p:cNvSpPr/>
            <p:nvPr/>
          </p:nvSpPr>
          <p:spPr>
            <a:xfrm>
              <a:off x="5598425" y="3480125"/>
              <a:ext cx="18875" cy="18850"/>
            </a:xfrm>
            <a:custGeom>
              <a:avLst/>
              <a:gdLst/>
              <a:ahLst/>
              <a:cxnLst/>
              <a:rect l="l" t="t" r="r" b="b"/>
              <a:pathLst>
                <a:path w="755" h="754" extrusionOk="0">
                  <a:moveTo>
                    <a:pt x="389" y="1"/>
                  </a:moveTo>
                  <a:cubicBezTo>
                    <a:pt x="184" y="1"/>
                    <a:pt x="1" y="160"/>
                    <a:pt x="1" y="366"/>
                  </a:cubicBezTo>
                  <a:cubicBezTo>
                    <a:pt x="1" y="571"/>
                    <a:pt x="184" y="754"/>
                    <a:pt x="389" y="754"/>
                  </a:cubicBezTo>
                  <a:cubicBezTo>
                    <a:pt x="594" y="754"/>
                    <a:pt x="754" y="571"/>
                    <a:pt x="754" y="366"/>
                  </a:cubicBezTo>
                  <a:cubicBezTo>
                    <a:pt x="754" y="160"/>
                    <a:pt x="594" y="1"/>
                    <a:pt x="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0"/>
            <p:cNvSpPr/>
            <p:nvPr/>
          </p:nvSpPr>
          <p:spPr>
            <a:xfrm>
              <a:off x="6072050" y="3808825"/>
              <a:ext cx="18875" cy="18850"/>
            </a:xfrm>
            <a:custGeom>
              <a:avLst/>
              <a:gdLst/>
              <a:ahLst/>
              <a:cxnLst/>
              <a:rect l="l" t="t" r="r" b="b"/>
              <a:pathLst>
                <a:path w="755" h="754" extrusionOk="0">
                  <a:moveTo>
                    <a:pt x="389" y="0"/>
                  </a:moveTo>
                  <a:cubicBezTo>
                    <a:pt x="161" y="0"/>
                    <a:pt x="1" y="160"/>
                    <a:pt x="1" y="388"/>
                  </a:cubicBezTo>
                  <a:cubicBezTo>
                    <a:pt x="1" y="593"/>
                    <a:pt x="161" y="753"/>
                    <a:pt x="389" y="753"/>
                  </a:cubicBezTo>
                  <a:cubicBezTo>
                    <a:pt x="594" y="753"/>
                    <a:pt x="754" y="593"/>
                    <a:pt x="754" y="388"/>
                  </a:cubicBezTo>
                  <a:cubicBezTo>
                    <a:pt x="754" y="160"/>
                    <a:pt x="594" y="0"/>
                    <a:pt x="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0"/>
            <p:cNvSpPr/>
            <p:nvPr/>
          </p:nvSpPr>
          <p:spPr>
            <a:xfrm>
              <a:off x="6392750" y="3880150"/>
              <a:ext cx="18875" cy="18850"/>
            </a:xfrm>
            <a:custGeom>
              <a:avLst/>
              <a:gdLst/>
              <a:ahLst/>
              <a:cxnLst/>
              <a:rect l="l" t="t" r="r" b="b"/>
              <a:pathLst>
                <a:path w="755" h="754" extrusionOk="0">
                  <a:moveTo>
                    <a:pt x="389" y="0"/>
                  </a:moveTo>
                  <a:cubicBezTo>
                    <a:pt x="183" y="0"/>
                    <a:pt x="1" y="160"/>
                    <a:pt x="1" y="388"/>
                  </a:cubicBezTo>
                  <a:cubicBezTo>
                    <a:pt x="1" y="594"/>
                    <a:pt x="183" y="753"/>
                    <a:pt x="389" y="753"/>
                  </a:cubicBezTo>
                  <a:cubicBezTo>
                    <a:pt x="594" y="753"/>
                    <a:pt x="754" y="594"/>
                    <a:pt x="754" y="388"/>
                  </a:cubicBezTo>
                  <a:cubicBezTo>
                    <a:pt x="754" y="160"/>
                    <a:pt x="594" y="0"/>
                    <a:pt x="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0"/>
            <p:cNvSpPr/>
            <p:nvPr/>
          </p:nvSpPr>
          <p:spPr>
            <a:xfrm>
              <a:off x="6763675" y="3552600"/>
              <a:ext cx="18850" cy="19425"/>
            </a:xfrm>
            <a:custGeom>
              <a:avLst/>
              <a:gdLst/>
              <a:ahLst/>
              <a:cxnLst/>
              <a:rect l="l" t="t" r="r" b="b"/>
              <a:pathLst>
                <a:path w="754" h="777" extrusionOk="0">
                  <a:moveTo>
                    <a:pt x="388" y="0"/>
                  </a:moveTo>
                  <a:cubicBezTo>
                    <a:pt x="160" y="0"/>
                    <a:pt x="0" y="183"/>
                    <a:pt x="0" y="389"/>
                  </a:cubicBezTo>
                  <a:cubicBezTo>
                    <a:pt x="0" y="594"/>
                    <a:pt x="160" y="777"/>
                    <a:pt x="388" y="777"/>
                  </a:cubicBezTo>
                  <a:cubicBezTo>
                    <a:pt x="594" y="777"/>
                    <a:pt x="753" y="594"/>
                    <a:pt x="753" y="389"/>
                  </a:cubicBezTo>
                  <a:cubicBezTo>
                    <a:pt x="753" y="183"/>
                    <a:pt x="594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0"/>
            <p:cNvSpPr/>
            <p:nvPr/>
          </p:nvSpPr>
          <p:spPr>
            <a:xfrm>
              <a:off x="6926300" y="3323775"/>
              <a:ext cx="19425" cy="18850"/>
            </a:xfrm>
            <a:custGeom>
              <a:avLst/>
              <a:gdLst/>
              <a:ahLst/>
              <a:cxnLst/>
              <a:rect l="l" t="t" r="r" b="b"/>
              <a:pathLst>
                <a:path w="777" h="754" extrusionOk="0">
                  <a:moveTo>
                    <a:pt x="388" y="1"/>
                  </a:moveTo>
                  <a:cubicBezTo>
                    <a:pt x="183" y="1"/>
                    <a:pt x="0" y="183"/>
                    <a:pt x="0" y="389"/>
                  </a:cubicBezTo>
                  <a:cubicBezTo>
                    <a:pt x="0" y="594"/>
                    <a:pt x="183" y="754"/>
                    <a:pt x="388" y="754"/>
                  </a:cubicBezTo>
                  <a:cubicBezTo>
                    <a:pt x="594" y="754"/>
                    <a:pt x="777" y="594"/>
                    <a:pt x="777" y="389"/>
                  </a:cubicBezTo>
                  <a:cubicBezTo>
                    <a:pt x="777" y="183"/>
                    <a:pt x="594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7002775" y="3389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365" y="0"/>
                  </a:moveTo>
                  <a:cubicBezTo>
                    <a:pt x="160" y="0"/>
                    <a:pt x="0" y="160"/>
                    <a:pt x="0" y="388"/>
                  </a:cubicBezTo>
                  <a:cubicBezTo>
                    <a:pt x="0" y="594"/>
                    <a:pt x="160" y="754"/>
                    <a:pt x="365" y="754"/>
                  </a:cubicBezTo>
                  <a:cubicBezTo>
                    <a:pt x="571" y="754"/>
                    <a:pt x="753" y="594"/>
                    <a:pt x="753" y="388"/>
                  </a:cubicBezTo>
                  <a:cubicBezTo>
                    <a:pt x="753" y="160"/>
                    <a:pt x="571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40"/>
          <p:cNvSpPr/>
          <p:nvPr/>
        </p:nvSpPr>
        <p:spPr>
          <a:xfrm>
            <a:off x="713100" y="2107050"/>
            <a:ext cx="929400" cy="9294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40"/>
          <p:cNvSpPr txBox="1">
            <a:spLocks noGrp="1"/>
          </p:cNvSpPr>
          <p:nvPr>
            <p:ph type="title"/>
          </p:nvPr>
        </p:nvSpPr>
        <p:spPr>
          <a:xfrm>
            <a:off x="1954775" y="2178396"/>
            <a:ext cx="2506800" cy="75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INTRODUCTION</a:t>
            </a:r>
            <a:endParaRPr sz="2500" b="1" dirty="0"/>
          </a:p>
        </p:txBody>
      </p:sp>
      <p:sp>
        <p:nvSpPr>
          <p:cNvPr id="888" name="Google Shape;888;p40"/>
          <p:cNvSpPr txBox="1">
            <a:spLocks noGrp="1"/>
          </p:cNvSpPr>
          <p:nvPr>
            <p:ph type="title" idx="2"/>
          </p:nvPr>
        </p:nvSpPr>
        <p:spPr>
          <a:xfrm>
            <a:off x="756850" y="2261800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01</a:t>
            </a:r>
            <a:endParaRPr sz="3000" b="1" dirty="0"/>
          </a:p>
        </p:txBody>
      </p:sp>
      <p:grpSp>
        <p:nvGrpSpPr>
          <p:cNvPr id="890" name="Google Shape;890;p40"/>
          <p:cNvGrpSpPr/>
          <p:nvPr/>
        </p:nvGrpSpPr>
        <p:grpSpPr>
          <a:xfrm>
            <a:off x="4817701" y="1401000"/>
            <a:ext cx="3057649" cy="3187835"/>
            <a:chOff x="5373251" y="1404825"/>
            <a:chExt cx="3057649" cy="3187835"/>
          </a:xfrm>
        </p:grpSpPr>
        <p:grpSp>
          <p:nvGrpSpPr>
            <p:cNvPr id="891" name="Google Shape;891;p40"/>
            <p:cNvGrpSpPr/>
            <p:nvPr/>
          </p:nvGrpSpPr>
          <p:grpSpPr>
            <a:xfrm flipH="1">
              <a:off x="5373251" y="1404825"/>
              <a:ext cx="1951500" cy="1360500"/>
              <a:chOff x="6815125" y="1404825"/>
              <a:chExt cx="1951500" cy="1360500"/>
            </a:xfrm>
          </p:grpSpPr>
          <p:grpSp>
            <p:nvGrpSpPr>
              <p:cNvPr id="892" name="Google Shape;892;p40"/>
              <p:cNvGrpSpPr/>
              <p:nvPr/>
            </p:nvGrpSpPr>
            <p:grpSpPr>
              <a:xfrm>
                <a:off x="6815125" y="1404825"/>
                <a:ext cx="1951500" cy="1360500"/>
                <a:chOff x="6815125" y="1532888"/>
                <a:chExt cx="1951500" cy="1360500"/>
              </a:xfrm>
            </p:grpSpPr>
            <p:sp>
              <p:nvSpPr>
                <p:cNvPr id="893" name="Google Shape;893;p40"/>
                <p:cNvSpPr/>
                <p:nvPr/>
              </p:nvSpPr>
              <p:spPr>
                <a:xfrm>
                  <a:off x="6815125" y="1532888"/>
                  <a:ext cx="1951500" cy="1360500"/>
                </a:xfrm>
                <a:prstGeom prst="roundRect">
                  <a:avLst>
                    <a:gd name="adj" fmla="val 638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894;p40"/>
                <p:cNvSpPr/>
                <p:nvPr/>
              </p:nvSpPr>
              <p:spPr>
                <a:xfrm>
                  <a:off x="6815125" y="1532888"/>
                  <a:ext cx="1951500" cy="249900"/>
                </a:xfrm>
                <a:prstGeom prst="round2SameRect">
                  <a:avLst>
                    <a:gd name="adj1" fmla="val 33313"/>
                    <a:gd name="adj2" fmla="val 0"/>
                  </a:avLst>
                </a:pr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895;p40"/>
                <p:cNvSpPr/>
                <p:nvPr/>
              </p:nvSpPr>
              <p:spPr>
                <a:xfrm>
                  <a:off x="6914025" y="1633400"/>
                  <a:ext cx="64990" cy="66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" h="800" fill="none" extrusionOk="0">
                      <a:moveTo>
                        <a:pt x="777" y="411"/>
                      </a:moveTo>
                      <a:cubicBezTo>
                        <a:pt x="777" y="617"/>
                        <a:pt x="617" y="799"/>
                        <a:pt x="389" y="799"/>
                      </a:cubicBezTo>
                      <a:cubicBezTo>
                        <a:pt x="161" y="799"/>
                        <a:pt x="1" y="617"/>
                        <a:pt x="1" y="411"/>
                      </a:cubicBezTo>
                      <a:cubicBezTo>
                        <a:pt x="1" y="183"/>
                        <a:pt x="161" y="1"/>
                        <a:pt x="389" y="1"/>
                      </a:cubicBezTo>
                      <a:cubicBezTo>
                        <a:pt x="617" y="1"/>
                        <a:pt x="777" y="183"/>
                        <a:pt x="777" y="41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228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896;p40"/>
                <p:cNvSpPr/>
                <p:nvPr/>
              </p:nvSpPr>
              <p:spPr>
                <a:xfrm>
                  <a:off x="7037988" y="1633400"/>
                  <a:ext cx="66828" cy="66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800" fill="none" extrusionOk="0">
                      <a:moveTo>
                        <a:pt x="799" y="411"/>
                      </a:moveTo>
                      <a:cubicBezTo>
                        <a:pt x="799" y="617"/>
                        <a:pt x="617" y="799"/>
                        <a:pt x="411" y="799"/>
                      </a:cubicBezTo>
                      <a:cubicBezTo>
                        <a:pt x="183" y="799"/>
                        <a:pt x="1" y="617"/>
                        <a:pt x="1" y="411"/>
                      </a:cubicBezTo>
                      <a:cubicBezTo>
                        <a:pt x="1" y="183"/>
                        <a:pt x="183" y="1"/>
                        <a:pt x="411" y="1"/>
                      </a:cubicBezTo>
                      <a:cubicBezTo>
                        <a:pt x="617" y="1"/>
                        <a:pt x="799" y="183"/>
                        <a:pt x="799" y="41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228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40"/>
                <p:cNvSpPr/>
                <p:nvPr/>
              </p:nvSpPr>
              <p:spPr>
                <a:xfrm>
                  <a:off x="7163873" y="1633400"/>
                  <a:ext cx="66744" cy="66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800" fill="none" extrusionOk="0">
                      <a:moveTo>
                        <a:pt x="799" y="411"/>
                      </a:moveTo>
                      <a:cubicBezTo>
                        <a:pt x="799" y="617"/>
                        <a:pt x="616" y="799"/>
                        <a:pt x="388" y="799"/>
                      </a:cubicBezTo>
                      <a:cubicBezTo>
                        <a:pt x="183" y="799"/>
                        <a:pt x="0" y="617"/>
                        <a:pt x="0" y="411"/>
                      </a:cubicBezTo>
                      <a:cubicBezTo>
                        <a:pt x="0" y="183"/>
                        <a:pt x="183" y="1"/>
                        <a:pt x="388" y="1"/>
                      </a:cubicBezTo>
                      <a:cubicBezTo>
                        <a:pt x="616" y="1"/>
                        <a:pt x="799" y="183"/>
                        <a:pt x="799" y="41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228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98" name="Google Shape;898;p40"/>
              <p:cNvSpPr/>
              <p:nvPr/>
            </p:nvSpPr>
            <p:spPr>
              <a:xfrm>
                <a:off x="7850181" y="2007128"/>
                <a:ext cx="84" cy="15287"/>
              </a:xfrm>
              <a:custGeom>
                <a:avLst/>
                <a:gdLst/>
                <a:ahLst/>
                <a:cxnLst/>
                <a:rect l="l" t="t" r="r" b="b"/>
                <a:pathLst>
                  <a:path w="1" h="183" fill="none" extrusionOk="0">
                    <a:moveTo>
                      <a:pt x="1" y="0"/>
                    </a:moveTo>
                    <a:lnTo>
                      <a:pt x="1" y="183"/>
                    </a:lnTo>
                  </a:path>
                </a:pathLst>
              </a:custGeom>
              <a:noFill/>
              <a:ln w="1150" cap="flat" cmpd="sng">
                <a:solidFill>
                  <a:srgbClr val="01000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0"/>
              <p:cNvSpPr/>
              <p:nvPr/>
            </p:nvSpPr>
            <p:spPr>
              <a:xfrm>
                <a:off x="8254398" y="2014730"/>
                <a:ext cx="320440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3836" h="252" extrusionOk="0">
                    <a:moveTo>
                      <a:pt x="115" y="1"/>
                    </a:moveTo>
                    <a:cubicBezTo>
                      <a:pt x="46" y="1"/>
                      <a:pt x="0" y="46"/>
                      <a:pt x="0" y="115"/>
                    </a:cubicBezTo>
                    <a:cubicBezTo>
                      <a:pt x="0" y="183"/>
                      <a:pt x="46" y="252"/>
                      <a:pt x="115" y="252"/>
                    </a:cubicBezTo>
                    <a:lnTo>
                      <a:pt x="3698" y="252"/>
                    </a:lnTo>
                    <a:cubicBezTo>
                      <a:pt x="3767" y="252"/>
                      <a:pt x="3835" y="183"/>
                      <a:pt x="3835" y="115"/>
                    </a:cubicBezTo>
                    <a:cubicBezTo>
                      <a:pt x="3835" y="46"/>
                      <a:pt x="3767" y="1"/>
                      <a:pt x="3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0"/>
              <p:cNvSpPr/>
              <p:nvPr/>
            </p:nvSpPr>
            <p:spPr>
              <a:xfrm>
                <a:off x="7836816" y="1965194"/>
                <a:ext cx="320440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3836" h="252" extrusionOk="0">
                    <a:moveTo>
                      <a:pt x="138" y="0"/>
                    </a:moveTo>
                    <a:cubicBezTo>
                      <a:pt x="46" y="0"/>
                      <a:pt x="1" y="46"/>
                      <a:pt x="1" y="114"/>
                    </a:cubicBezTo>
                    <a:cubicBezTo>
                      <a:pt x="1" y="183"/>
                      <a:pt x="46" y="251"/>
                      <a:pt x="138" y="251"/>
                    </a:cubicBezTo>
                    <a:lnTo>
                      <a:pt x="3698" y="251"/>
                    </a:lnTo>
                    <a:cubicBezTo>
                      <a:pt x="3767" y="251"/>
                      <a:pt x="3835" y="183"/>
                      <a:pt x="3835" y="114"/>
                    </a:cubicBezTo>
                    <a:cubicBezTo>
                      <a:pt x="3835" y="46"/>
                      <a:pt x="3767" y="0"/>
                      <a:pt x="36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0"/>
              <p:cNvSpPr/>
              <p:nvPr/>
            </p:nvSpPr>
            <p:spPr>
              <a:xfrm>
                <a:off x="7836816" y="1915576"/>
                <a:ext cx="173586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252" extrusionOk="0">
                    <a:moveTo>
                      <a:pt x="69" y="1"/>
                    </a:moveTo>
                    <a:cubicBezTo>
                      <a:pt x="24" y="1"/>
                      <a:pt x="1" y="46"/>
                      <a:pt x="1" y="69"/>
                    </a:cubicBezTo>
                    <a:lnTo>
                      <a:pt x="1" y="183"/>
                    </a:lnTo>
                    <a:cubicBezTo>
                      <a:pt x="1" y="229"/>
                      <a:pt x="24" y="252"/>
                      <a:pt x="69" y="252"/>
                    </a:cubicBezTo>
                    <a:lnTo>
                      <a:pt x="2009" y="252"/>
                    </a:lnTo>
                    <a:cubicBezTo>
                      <a:pt x="2055" y="252"/>
                      <a:pt x="2078" y="229"/>
                      <a:pt x="2078" y="183"/>
                    </a:cubicBezTo>
                    <a:lnTo>
                      <a:pt x="2078" y="69"/>
                    </a:lnTo>
                    <a:cubicBezTo>
                      <a:pt x="2078" y="46"/>
                      <a:pt x="2055" y="1"/>
                      <a:pt x="2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0"/>
              <p:cNvSpPr/>
              <p:nvPr/>
            </p:nvSpPr>
            <p:spPr>
              <a:xfrm>
                <a:off x="8002713" y="1925098"/>
                <a:ext cx="84" cy="15370"/>
              </a:xfrm>
              <a:custGeom>
                <a:avLst/>
                <a:gdLst/>
                <a:ahLst/>
                <a:cxnLst/>
                <a:rect l="l" t="t" r="r" b="b"/>
                <a:pathLst>
                  <a:path w="1" h="184" fill="none" extrusionOk="0">
                    <a:moveTo>
                      <a:pt x="1" y="1"/>
                    </a:moveTo>
                    <a:lnTo>
                      <a:pt x="1" y="183"/>
                    </a:lnTo>
                  </a:path>
                </a:pathLst>
              </a:custGeom>
              <a:noFill/>
              <a:ln w="1150" cap="flat" cmpd="sng">
                <a:solidFill>
                  <a:srgbClr val="01000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0"/>
              <p:cNvSpPr/>
              <p:nvPr/>
            </p:nvSpPr>
            <p:spPr>
              <a:xfrm>
                <a:off x="7989348" y="1879322"/>
                <a:ext cx="350931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4201" h="275" extrusionOk="0">
                    <a:moveTo>
                      <a:pt x="138" y="1"/>
                    </a:moveTo>
                    <a:cubicBezTo>
                      <a:pt x="69" y="1"/>
                      <a:pt x="1" y="47"/>
                      <a:pt x="1" y="138"/>
                    </a:cubicBezTo>
                    <a:cubicBezTo>
                      <a:pt x="1" y="206"/>
                      <a:pt x="69" y="275"/>
                      <a:pt x="138" y="275"/>
                    </a:cubicBezTo>
                    <a:lnTo>
                      <a:pt x="4041" y="275"/>
                    </a:lnTo>
                    <a:cubicBezTo>
                      <a:pt x="4132" y="275"/>
                      <a:pt x="4201" y="206"/>
                      <a:pt x="4201" y="138"/>
                    </a:cubicBezTo>
                    <a:cubicBezTo>
                      <a:pt x="4201" y="47"/>
                      <a:pt x="4132" y="1"/>
                      <a:pt x="4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0"/>
              <p:cNvSpPr/>
              <p:nvPr/>
            </p:nvSpPr>
            <p:spPr>
              <a:xfrm>
                <a:off x="7989348" y="1825944"/>
                <a:ext cx="190794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75" extrusionOk="0">
                    <a:moveTo>
                      <a:pt x="69" y="1"/>
                    </a:moveTo>
                    <a:cubicBezTo>
                      <a:pt x="24" y="1"/>
                      <a:pt x="1" y="24"/>
                      <a:pt x="1" y="69"/>
                    </a:cubicBezTo>
                    <a:lnTo>
                      <a:pt x="1" y="206"/>
                    </a:lnTo>
                    <a:cubicBezTo>
                      <a:pt x="1" y="252"/>
                      <a:pt x="24" y="275"/>
                      <a:pt x="69" y="275"/>
                    </a:cubicBezTo>
                    <a:lnTo>
                      <a:pt x="2215" y="275"/>
                    </a:lnTo>
                    <a:cubicBezTo>
                      <a:pt x="2260" y="275"/>
                      <a:pt x="2283" y="252"/>
                      <a:pt x="2283" y="206"/>
                    </a:cubicBezTo>
                    <a:lnTo>
                      <a:pt x="2283" y="69"/>
                    </a:lnTo>
                    <a:cubicBezTo>
                      <a:pt x="2283" y="24"/>
                      <a:pt x="2260" y="1"/>
                      <a:pt x="2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0"/>
              <p:cNvSpPr/>
              <p:nvPr/>
            </p:nvSpPr>
            <p:spPr>
              <a:xfrm>
                <a:off x="7150424" y="1876482"/>
                <a:ext cx="629269" cy="586082"/>
              </a:xfrm>
              <a:custGeom>
                <a:avLst/>
                <a:gdLst/>
                <a:ahLst/>
                <a:cxnLst/>
                <a:rect l="l" t="t" r="r" b="b"/>
                <a:pathLst>
                  <a:path w="7533" h="7016" extrusionOk="0">
                    <a:moveTo>
                      <a:pt x="3690" y="1"/>
                    </a:moveTo>
                    <a:cubicBezTo>
                      <a:pt x="3539" y="1"/>
                      <a:pt x="3390" y="12"/>
                      <a:pt x="3242" y="35"/>
                    </a:cubicBezTo>
                    <a:cubicBezTo>
                      <a:pt x="1325" y="332"/>
                      <a:pt x="1" y="2135"/>
                      <a:pt x="297" y="4052"/>
                    </a:cubicBezTo>
                    <a:cubicBezTo>
                      <a:pt x="566" y="5768"/>
                      <a:pt x="2070" y="7015"/>
                      <a:pt x="3759" y="7015"/>
                    </a:cubicBezTo>
                    <a:cubicBezTo>
                      <a:pt x="3935" y="7015"/>
                      <a:pt x="4113" y="7002"/>
                      <a:pt x="4292" y="6974"/>
                    </a:cubicBezTo>
                    <a:cubicBezTo>
                      <a:pt x="6209" y="6700"/>
                      <a:pt x="7533" y="4897"/>
                      <a:pt x="7236" y="2979"/>
                    </a:cubicBezTo>
                    <a:lnTo>
                      <a:pt x="7236" y="2979"/>
                    </a:lnTo>
                    <a:lnTo>
                      <a:pt x="3767" y="3504"/>
                    </a:lnTo>
                    <a:lnTo>
                      <a:pt x="4155" y="35"/>
                    </a:lnTo>
                    <a:cubicBezTo>
                      <a:pt x="3995" y="12"/>
                      <a:pt x="3841" y="1"/>
                      <a:pt x="36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0"/>
              <p:cNvSpPr/>
              <p:nvPr/>
            </p:nvSpPr>
            <p:spPr>
              <a:xfrm>
                <a:off x="7238134" y="1782757"/>
                <a:ext cx="688412" cy="641883"/>
              </a:xfrm>
              <a:custGeom>
                <a:avLst/>
                <a:gdLst/>
                <a:ahLst/>
                <a:cxnLst/>
                <a:rect l="l" t="t" r="r" b="b"/>
                <a:pathLst>
                  <a:path w="8241" h="7684" extrusionOk="0">
                    <a:moveTo>
                      <a:pt x="4119" y="1"/>
                    </a:moveTo>
                    <a:cubicBezTo>
                      <a:pt x="3921" y="1"/>
                      <a:pt x="3726" y="12"/>
                      <a:pt x="3539" y="39"/>
                    </a:cubicBezTo>
                    <a:cubicBezTo>
                      <a:pt x="1461" y="358"/>
                      <a:pt x="1" y="2344"/>
                      <a:pt x="320" y="4421"/>
                    </a:cubicBezTo>
                    <a:cubicBezTo>
                      <a:pt x="610" y="6306"/>
                      <a:pt x="2253" y="7683"/>
                      <a:pt x="4124" y="7683"/>
                    </a:cubicBezTo>
                    <a:cubicBezTo>
                      <a:pt x="4315" y="7683"/>
                      <a:pt x="4508" y="7669"/>
                      <a:pt x="4703" y="7639"/>
                    </a:cubicBezTo>
                    <a:cubicBezTo>
                      <a:pt x="6780" y="7320"/>
                      <a:pt x="8241" y="5357"/>
                      <a:pt x="7921" y="3257"/>
                    </a:cubicBezTo>
                    <a:lnTo>
                      <a:pt x="7921" y="3257"/>
                    </a:lnTo>
                    <a:lnTo>
                      <a:pt x="4109" y="3850"/>
                    </a:lnTo>
                    <a:lnTo>
                      <a:pt x="4543" y="16"/>
                    </a:lnTo>
                    <a:cubicBezTo>
                      <a:pt x="4401" y="6"/>
                      <a:pt x="4259" y="1"/>
                      <a:pt x="41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40"/>
              <p:cNvSpPr/>
              <p:nvPr/>
            </p:nvSpPr>
            <p:spPr>
              <a:xfrm>
                <a:off x="7646193" y="1785932"/>
                <a:ext cx="242251" cy="246094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2946" extrusionOk="0">
                    <a:moveTo>
                      <a:pt x="457" y="1"/>
                    </a:moveTo>
                    <a:lnTo>
                      <a:pt x="0" y="2945"/>
                    </a:lnTo>
                    <a:lnTo>
                      <a:pt x="0" y="2945"/>
                    </a:lnTo>
                    <a:lnTo>
                      <a:pt x="2899" y="2397"/>
                    </a:lnTo>
                    <a:cubicBezTo>
                      <a:pt x="2899" y="2397"/>
                      <a:pt x="2465" y="754"/>
                      <a:pt x="4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8" name="Google Shape;908;p40"/>
            <p:cNvGrpSpPr/>
            <p:nvPr/>
          </p:nvGrpSpPr>
          <p:grpSpPr>
            <a:xfrm flipH="1">
              <a:off x="5784294" y="1478863"/>
              <a:ext cx="2646606" cy="3113797"/>
              <a:chOff x="5708976" y="1478863"/>
              <a:chExt cx="2646606" cy="3113797"/>
            </a:xfrm>
          </p:grpSpPr>
          <p:sp>
            <p:nvSpPr>
              <p:cNvPr id="909" name="Google Shape;909;p40"/>
              <p:cNvSpPr/>
              <p:nvPr/>
            </p:nvSpPr>
            <p:spPr>
              <a:xfrm>
                <a:off x="7171391" y="2444259"/>
                <a:ext cx="169827" cy="180686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163" extrusionOk="0">
                    <a:moveTo>
                      <a:pt x="1460" y="0"/>
                    </a:moveTo>
                    <a:cubicBezTo>
                      <a:pt x="1317" y="0"/>
                      <a:pt x="1173" y="107"/>
                      <a:pt x="1051" y="245"/>
                    </a:cubicBezTo>
                    <a:cubicBezTo>
                      <a:pt x="868" y="428"/>
                      <a:pt x="1" y="1295"/>
                      <a:pt x="1" y="1295"/>
                    </a:cubicBezTo>
                    <a:lnTo>
                      <a:pt x="891" y="2163"/>
                    </a:lnTo>
                    <a:cubicBezTo>
                      <a:pt x="891" y="2163"/>
                      <a:pt x="1667" y="1387"/>
                      <a:pt x="1850" y="1181"/>
                    </a:cubicBezTo>
                    <a:cubicBezTo>
                      <a:pt x="2032" y="976"/>
                      <a:pt x="1850" y="291"/>
                      <a:pt x="1667" y="86"/>
                    </a:cubicBezTo>
                    <a:cubicBezTo>
                      <a:pt x="1600" y="26"/>
                      <a:pt x="1530" y="0"/>
                      <a:pt x="1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0"/>
              <p:cNvSpPr/>
              <p:nvPr/>
            </p:nvSpPr>
            <p:spPr>
              <a:xfrm>
                <a:off x="6492601" y="2362981"/>
                <a:ext cx="779966" cy="586082"/>
              </a:xfrm>
              <a:custGeom>
                <a:avLst/>
                <a:gdLst/>
                <a:ahLst/>
                <a:cxnLst/>
                <a:rect l="l" t="t" r="r" b="b"/>
                <a:pathLst>
                  <a:path w="9337" h="7016" extrusionOk="0">
                    <a:moveTo>
                      <a:pt x="168" y="1"/>
                    </a:moveTo>
                    <a:cubicBezTo>
                      <a:pt x="116" y="1"/>
                      <a:pt x="92" y="9"/>
                      <a:pt x="92" y="9"/>
                    </a:cubicBezTo>
                    <a:cubicBezTo>
                      <a:pt x="92" y="9"/>
                      <a:pt x="1" y="3113"/>
                      <a:pt x="1165" y="5121"/>
                    </a:cubicBezTo>
                    <a:cubicBezTo>
                      <a:pt x="2058" y="6650"/>
                      <a:pt x="3002" y="7015"/>
                      <a:pt x="3833" y="7015"/>
                    </a:cubicBezTo>
                    <a:cubicBezTo>
                      <a:pt x="4107" y="7015"/>
                      <a:pt x="4368" y="6976"/>
                      <a:pt x="4612" y="6925"/>
                    </a:cubicBezTo>
                    <a:cubicBezTo>
                      <a:pt x="6369" y="6537"/>
                      <a:pt x="9336" y="3547"/>
                      <a:pt x="9336" y="3547"/>
                    </a:cubicBezTo>
                    <a:lnTo>
                      <a:pt x="7990" y="2063"/>
                    </a:lnTo>
                    <a:lnTo>
                      <a:pt x="4292" y="3136"/>
                    </a:lnTo>
                    <a:cubicBezTo>
                      <a:pt x="1558" y="228"/>
                      <a:pt x="448" y="1"/>
                      <a:pt x="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0"/>
              <p:cNvSpPr/>
              <p:nvPr/>
            </p:nvSpPr>
            <p:spPr>
              <a:xfrm>
                <a:off x="6492601" y="2337002"/>
                <a:ext cx="779966" cy="623505"/>
              </a:xfrm>
              <a:custGeom>
                <a:avLst/>
                <a:gdLst/>
                <a:ahLst/>
                <a:cxnLst/>
                <a:rect l="l" t="t" r="r" b="b"/>
                <a:pathLst>
                  <a:path w="9337" h="7464" fill="none" extrusionOk="0">
                    <a:moveTo>
                      <a:pt x="92" y="320"/>
                    </a:moveTo>
                    <a:cubicBezTo>
                      <a:pt x="92" y="320"/>
                      <a:pt x="1051" y="0"/>
                      <a:pt x="4292" y="3447"/>
                    </a:cubicBezTo>
                    <a:lnTo>
                      <a:pt x="7990" y="2374"/>
                    </a:lnTo>
                    <a:lnTo>
                      <a:pt x="9336" y="3858"/>
                    </a:lnTo>
                    <a:cubicBezTo>
                      <a:pt x="9336" y="3858"/>
                      <a:pt x="6369" y="6848"/>
                      <a:pt x="4612" y="7236"/>
                    </a:cubicBezTo>
                    <a:cubicBezTo>
                      <a:pt x="3630" y="7441"/>
                      <a:pt x="2352" y="7464"/>
                      <a:pt x="1165" y="5432"/>
                    </a:cubicBezTo>
                    <a:cubicBezTo>
                      <a:pt x="1" y="3424"/>
                      <a:pt x="92" y="320"/>
                      <a:pt x="92" y="32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0"/>
              <p:cNvSpPr/>
              <p:nvPr/>
            </p:nvSpPr>
            <p:spPr>
              <a:xfrm>
                <a:off x="7093204" y="2535227"/>
                <a:ext cx="179350" cy="177428"/>
              </a:xfrm>
              <a:custGeom>
                <a:avLst/>
                <a:gdLst/>
                <a:ahLst/>
                <a:cxnLst/>
                <a:rect l="l" t="t" r="r" b="b"/>
                <a:pathLst>
                  <a:path w="2147" h="2124" extrusionOk="0">
                    <a:moveTo>
                      <a:pt x="800" y="1"/>
                    </a:moveTo>
                    <a:lnTo>
                      <a:pt x="1" y="298"/>
                    </a:lnTo>
                    <a:lnTo>
                      <a:pt x="1462" y="2124"/>
                    </a:lnTo>
                    <a:cubicBezTo>
                      <a:pt x="1827" y="1736"/>
                      <a:pt x="2146" y="1485"/>
                      <a:pt x="2146" y="1485"/>
                    </a:cubicBezTo>
                    <a:lnTo>
                      <a:pt x="8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0"/>
              <p:cNvSpPr/>
              <p:nvPr/>
            </p:nvSpPr>
            <p:spPr>
              <a:xfrm>
                <a:off x="7093204" y="2535227"/>
                <a:ext cx="179350" cy="177428"/>
              </a:xfrm>
              <a:custGeom>
                <a:avLst/>
                <a:gdLst/>
                <a:ahLst/>
                <a:cxnLst/>
                <a:rect l="l" t="t" r="r" b="b"/>
                <a:pathLst>
                  <a:path w="2147" h="2124" fill="none" extrusionOk="0">
                    <a:moveTo>
                      <a:pt x="1462" y="2124"/>
                    </a:moveTo>
                    <a:cubicBezTo>
                      <a:pt x="1827" y="1736"/>
                      <a:pt x="2146" y="1485"/>
                      <a:pt x="2146" y="1485"/>
                    </a:cubicBezTo>
                    <a:lnTo>
                      <a:pt x="800" y="1"/>
                    </a:lnTo>
                    <a:lnTo>
                      <a:pt x="1" y="298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0"/>
              <p:cNvSpPr/>
              <p:nvPr/>
            </p:nvSpPr>
            <p:spPr>
              <a:xfrm>
                <a:off x="6790062" y="2617256"/>
                <a:ext cx="87795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686" fill="none" extrusionOk="0">
                    <a:moveTo>
                      <a:pt x="1" y="685"/>
                    </a:moveTo>
                    <a:cubicBezTo>
                      <a:pt x="1" y="685"/>
                      <a:pt x="480" y="160"/>
                      <a:pt x="1051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0"/>
              <p:cNvSpPr/>
              <p:nvPr/>
            </p:nvSpPr>
            <p:spPr>
              <a:xfrm>
                <a:off x="6523174" y="4199798"/>
                <a:ext cx="120207" cy="192632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2306" extrusionOk="0">
                    <a:moveTo>
                      <a:pt x="1438" y="0"/>
                    </a:moveTo>
                    <a:lnTo>
                      <a:pt x="23" y="114"/>
                    </a:lnTo>
                    <a:lnTo>
                      <a:pt x="0" y="2306"/>
                    </a:lnTo>
                    <a:lnTo>
                      <a:pt x="0" y="2306"/>
                    </a:lnTo>
                    <a:lnTo>
                      <a:pt x="1324" y="2077"/>
                    </a:ln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0"/>
              <p:cNvSpPr/>
              <p:nvPr/>
            </p:nvSpPr>
            <p:spPr>
              <a:xfrm>
                <a:off x="6469796" y="4338964"/>
                <a:ext cx="423355" cy="253696"/>
              </a:xfrm>
              <a:custGeom>
                <a:avLst/>
                <a:gdLst/>
                <a:ahLst/>
                <a:cxnLst/>
                <a:rect l="l" t="t" r="r" b="b"/>
                <a:pathLst>
                  <a:path w="5068" h="3037" extrusionOk="0">
                    <a:moveTo>
                      <a:pt x="114" y="1"/>
                    </a:moveTo>
                    <a:lnTo>
                      <a:pt x="0" y="3014"/>
                    </a:lnTo>
                    <a:lnTo>
                      <a:pt x="5067" y="3036"/>
                    </a:lnTo>
                    <a:lnTo>
                      <a:pt x="2556" y="1347"/>
                    </a:lnTo>
                    <a:lnTo>
                      <a:pt x="2488" y="183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0"/>
              <p:cNvSpPr/>
              <p:nvPr/>
            </p:nvSpPr>
            <p:spPr>
              <a:xfrm>
                <a:off x="6742448" y="4485816"/>
                <a:ext cx="26731" cy="59143"/>
              </a:xfrm>
              <a:custGeom>
                <a:avLst/>
                <a:gdLst/>
                <a:ahLst/>
                <a:cxnLst/>
                <a:rect l="l" t="t" r="r" b="b"/>
                <a:pathLst>
                  <a:path w="320" h="708" fill="none" extrusionOk="0">
                    <a:moveTo>
                      <a:pt x="320" y="0"/>
                    </a:moveTo>
                    <a:lnTo>
                      <a:pt x="0" y="708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0"/>
              <p:cNvSpPr/>
              <p:nvPr/>
            </p:nvSpPr>
            <p:spPr>
              <a:xfrm>
                <a:off x="6704274" y="4464849"/>
                <a:ext cx="26815" cy="57221"/>
              </a:xfrm>
              <a:custGeom>
                <a:avLst/>
                <a:gdLst/>
                <a:ahLst/>
                <a:cxnLst/>
                <a:rect l="l" t="t" r="r" b="b"/>
                <a:pathLst>
                  <a:path w="321" h="685" fill="none" extrusionOk="0">
                    <a:moveTo>
                      <a:pt x="320" y="0"/>
                    </a:moveTo>
                    <a:lnTo>
                      <a:pt x="1" y="68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0"/>
              <p:cNvSpPr/>
              <p:nvPr/>
            </p:nvSpPr>
            <p:spPr>
              <a:xfrm>
                <a:off x="6700431" y="4331363"/>
                <a:ext cx="110684" cy="123966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484" fill="none" extrusionOk="0">
                    <a:moveTo>
                      <a:pt x="1" y="1484"/>
                    </a:moveTo>
                    <a:cubicBezTo>
                      <a:pt x="1" y="1484"/>
                      <a:pt x="1325" y="959"/>
                      <a:pt x="1096" y="594"/>
                    </a:cubicBezTo>
                    <a:cubicBezTo>
                      <a:pt x="754" y="0"/>
                      <a:pt x="1" y="1484"/>
                      <a:pt x="1" y="1484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0"/>
              <p:cNvSpPr/>
              <p:nvPr/>
            </p:nvSpPr>
            <p:spPr>
              <a:xfrm>
                <a:off x="6698593" y="4350408"/>
                <a:ext cx="26731" cy="10684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279" fill="none" extrusionOk="0">
                    <a:moveTo>
                      <a:pt x="320" y="1"/>
                    </a:moveTo>
                    <a:lnTo>
                      <a:pt x="0" y="127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0"/>
              <p:cNvSpPr/>
              <p:nvPr/>
            </p:nvSpPr>
            <p:spPr>
              <a:xfrm>
                <a:off x="6473555" y="4479969"/>
                <a:ext cx="87795" cy="110767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1326" extrusionOk="0">
                    <a:moveTo>
                      <a:pt x="155" y="1"/>
                    </a:moveTo>
                    <a:cubicBezTo>
                      <a:pt x="142" y="1"/>
                      <a:pt x="128" y="1"/>
                      <a:pt x="115" y="2"/>
                    </a:cubicBezTo>
                    <a:lnTo>
                      <a:pt x="1" y="2"/>
                    </a:lnTo>
                    <a:lnTo>
                      <a:pt x="1" y="70"/>
                    </a:lnTo>
                    <a:cubicBezTo>
                      <a:pt x="23" y="70"/>
                      <a:pt x="69" y="47"/>
                      <a:pt x="115" y="47"/>
                    </a:cubicBezTo>
                    <a:cubicBezTo>
                      <a:pt x="571" y="47"/>
                      <a:pt x="959" y="390"/>
                      <a:pt x="982" y="869"/>
                    </a:cubicBezTo>
                    <a:cubicBezTo>
                      <a:pt x="1005" y="1029"/>
                      <a:pt x="959" y="1189"/>
                      <a:pt x="868" y="1326"/>
                    </a:cubicBezTo>
                    <a:lnTo>
                      <a:pt x="936" y="1326"/>
                    </a:lnTo>
                    <a:cubicBezTo>
                      <a:pt x="1005" y="1189"/>
                      <a:pt x="1051" y="1029"/>
                      <a:pt x="1051" y="869"/>
                    </a:cubicBezTo>
                    <a:cubicBezTo>
                      <a:pt x="1028" y="381"/>
                      <a:pt x="618" y="1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364878" y="3072931"/>
                <a:ext cx="387185" cy="1168905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13993" extrusionOk="0">
                    <a:moveTo>
                      <a:pt x="1" y="1"/>
                    </a:moveTo>
                    <a:lnTo>
                      <a:pt x="708" y="13992"/>
                    </a:lnTo>
                    <a:lnTo>
                      <a:pt x="3995" y="13924"/>
                    </a:lnTo>
                    <a:lnTo>
                      <a:pt x="4634" y="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0"/>
              <p:cNvSpPr/>
              <p:nvPr/>
            </p:nvSpPr>
            <p:spPr>
              <a:xfrm>
                <a:off x="6364878" y="3072931"/>
                <a:ext cx="59226" cy="116890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13993" fill="none" extrusionOk="0">
                    <a:moveTo>
                      <a:pt x="1" y="1"/>
                    </a:moveTo>
                    <a:lnTo>
                      <a:pt x="708" y="13992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0"/>
              <p:cNvSpPr/>
              <p:nvPr/>
            </p:nvSpPr>
            <p:spPr>
              <a:xfrm>
                <a:off x="6418256" y="4131133"/>
                <a:ext cx="284186" cy="84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1" fill="none" extrusionOk="0">
                    <a:moveTo>
                      <a:pt x="1" y="1"/>
                    </a:moveTo>
                    <a:lnTo>
                      <a:pt x="3402" y="1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994993" y="4188354"/>
                <a:ext cx="145017" cy="215520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2580" extrusionOk="0">
                    <a:moveTo>
                      <a:pt x="389" y="0"/>
                    </a:moveTo>
                    <a:lnTo>
                      <a:pt x="1" y="2055"/>
                    </a:lnTo>
                    <a:lnTo>
                      <a:pt x="1256" y="2580"/>
                    </a:lnTo>
                    <a:lnTo>
                      <a:pt x="1735" y="434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0"/>
              <p:cNvSpPr/>
              <p:nvPr/>
            </p:nvSpPr>
            <p:spPr>
              <a:xfrm>
                <a:off x="5708976" y="4340886"/>
                <a:ext cx="440564" cy="249853"/>
              </a:xfrm>
              <a:custGeom>
                <a:avLst/>
                <a:gdLst/>
                <a:ahLst/>
                <a:cxnLst/>
                <a:rect l="l" t="t" r="r" b="b"/>
                <a:pathLst>
                  <a:path w="5274" h="2991" extrusionOk="0">
                    <a:moveTo>
                      <a:pt x="5273" y="0"/>
                    </a:moveTo>
                    <a:lnTo>
                      <a:pt x="2831" y="115"/>
                    </a:lnTo>
                    <a:lnTo>
                      <a:pt x="2511" y="1301"/>
                    </a:lnTo>
                    <a:lnTo>
                      <a:pt x="1" y="2991"/>
                    </a:lnTo>
                    <a:lnTo>
                      <a:pt x="5068" y="2968"/>
                    </a:lnTo>
                    <a:lnTo>
                      <a:pt x="5273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0"/>
              <p:cNvSpPr/>
              <p:nvPr/>
            </p:nvSpPr>
            <p:spPr>
              <a:xfrm>
                <a:off x="5871030" y="4462928"/>
                <a:ext cx="26815" cy="57221"/>
              </a:xfrm>
              <a:custGeom>
                <a:avLst/>
                <a:gdLst/>
                <a:ahLst/>
                <a:cxnLst/>
                <a:rect l="l" t="t" r="r" b="b"/>
                <a:pathLst>
                  <a:path w="321" h="685" fill="none" extrusionOk="0">
                    <a:moveTo>
                      <a:pt x="1" y="0"/>
                    </a:moveTo>
                    <a:lnTo>
                      <a:pt x="320" y="68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5792927" y="4329441"/>
                <a:ext cx="108763" cy="124049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485" fill="none" extrusionOk="0">
                    <a:moveTo>
                      <a:pt x="1301" y="1484"/>
                    </a:moveTo>
                    <a:cubicBezTo>
                      <a:pt x="1301" y="1484"/>
                      <a:pt x="0" y="959"/>
                      <a:pt x="205" y="594"/>
                    </a:cubicBezTo>
                    <a:cubicBezTo>
                      <a:pt x="548" y="0"/>
                      <a:pt x="1301" y="1484"/>
                      <a:pt x="1301" y="1484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0"/>
              <p:cNvSpPr/>
              <p:nvPr/>
            </p:nvSpPr>
            <p:spPr>
              <a:xfrm>
                <a:off x="5876794" y="4348487"/>
                <a:ext cx="26731" cy="10684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279" fill="none" extrusionOk="0">
                    <a:moveTo>
                      <a:pt x="0" y="1"/>
                    </a:moveTo>
                    <a:lnTo>
                      <a:pt x="320" y="127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0"/>
              <p:cNvSpPr/>
              <p:nvPr/>
            </p:nvSpPr>
            <p:spPr>
              <a:xfrm>
                <a:off x="6040770" y="4478047"/>
                <a:ext cx="97318" cy="110767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1326" extrusionOk="0">
                    <a:moveTo>
                      <a:pt x="896" y="1"/>
                    </a:moveTo>
                    <a:cubicBezTo>
                      <a:pt x="433" y="1"/>
                      <a:pt x="22" y="381"/>
                      <a:pt x="0" y="869"/>
                    </a:cubicBezTo>
                    <a:cubicBezTo>
                      <a:pt x="0" y="1029"/>
                      <a:pt x="46" y="1189"/>
                      <a:pt x="114" y="1326"/>
                    </a:cubicBezTo>
                    <a:lnTo>
                      <a:pt x="183" y="1326"/>
                    </a:lnTo>
                    <a:cubicBezTo>
                      <a:pt x="92" y="1189"/>
                      <a:pt x="69" y="1029"/>
                      <a:pt x="69" y="869"/>
                    </a:cubicBezTo>
                    <a:cubicBezTo>
                      <a:pt x="91" y="426"/>
                      <a:pt x="457" y="69"/>
                      <a:pt x="896" y="69"/>
                    </a:cubicBezTo>
                    <a:cubicBezTo>
                      <a:pt x="909" y="69"/>
                      <a:pt x="923" y="70"/>
                      <a:pt x="936" y="70"/>
                    </a:cubicBezTo>
                    <a:cubicBezTo>
                      <a:pt x="982" y="70"/>
                      <a:pt x="1119" y="93"/>
                      <a:pt x="1164" y="93"/>
                    </a:cubicBezTo>
                    <a:lnTo>
                      <a:pt x="1164" y="25"/>
                    </a:lnTo>
                    <a:cubicBezTo>
                      <a:pt x="1142" y="25"/>
                      <a:pt x="982" y="2"/>
                      <a:pt x="936" y="2"/>
                    </a:cubicBezTo>
                    <a:cubicBezTo>
                      <a:pt x="923" y="1"/>
                      <a:pt x="909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5958740" y="3093898"/>
                <a:ext cx="591177" cy="1178428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14107" extrusionOk="0">
                    <a:moveTo>
                      <a:pt x="2489" y="1"/>
                    </a:moveTo>
                    <a:lnTo>
                      <a:pt x="1" y="13376"/>
                    </a:lnTo>
                    <a:lnTo>
                      <a:pt x="3379" y="14107"/>
                    </a:lnTo>
                    <a:lnTo>
                      <a:pt x="7077" y="229"/>
                    </a:lnTo>
                    <a:lnTo>
                      <a:pt x="24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0"/>
              <p:cNvSpPr/>
              <p:nvPr/>
            </p:nvSpPr>
            <p:spPr>
              <a:xfrm>
                <a:off x="6240915" y="3215941"/>
                <a:ext cx="366217" cy="1056384"/>
              </a:xfrm>
              <a:custGeom>
                <a:avLst/>
                <a:gdLst/>
                <a:ahLst/>
                <a:cxnLst/>
                <a:rect l="l" t="t" r="r" b="b"/>
                <a:pathLst>
                  <a:path w="4384" h="12646" fill="none" extrusionOk="0">
                    <a:moveTo>
                      <a:pt x="1" y="12646"/>
                    </a:moveTo>
                    <a:lnTo>
                      <a:pt x="3379" y="0"/>
                    </a:lnTo>
                    <a:lnTo>
                      <a:pt x="4383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0"/>
              <p:cNvSpPr/>
              <p:nvPr/>
            </p:nvSpPr>
            <p:spPr>
              <a:xfrm>
                <a:off x="6128479" y="3202575"/>
                <a:ext cx="139253" cy="103082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1234" fill="none" extrusionOk="0">
                    <a:moveTo>
                      <a:pt x="0" y="1233"/>
                    </a:moveTo>
                    <a:cubicBezTo>
                      <a:pt x="0" y="1233"/>
                      <a:pt x="1050" y="1233"/>
                      <a:pt x="1667" y="1"/>
                    </a:cubicBezTo>
                  </a:path>
                </a:pathLst>
              </a:custGeom>
              <a:noFill/>
              <a:ln w="2275" cap="rnd" cmpd="sng">
                <a:solidFill>
                  <a:srgbClr val="FFFFFF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0"/>
              <p:cNvSpPr/>
              <p:nvPr/>
            </p:nvSpPr>
            <p:spPr>
              <a:xfrm>
                <a:off x="5975948" y="4121610"/>
                <a:ext cx="287945" cy="61064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731" fill="none" extrusionOk="0">
                    <a:moveTo>
                      <a:pt x="0" y="0"/>
                    </a:moveTo>
                    <a:lnTo>
                      <a:pt x="3447" y="731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0"/>
              <p:cNvSpPr/>
              <p:nvPr/>
            </p:nvSpPr>
            <p:spPr>
              <a:xfrm>
                <a:off x="6143682" y="2382695"/>
                <a:ext cx="621667" cy="758999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9086" extrusionOk="0">
                    <a:moveTo>
                      <a:pt x="3149" y="1"/>
                    </a:moveTo>
                    <a:cubicBezTo>
                      <a:pt x="2185" y="1"/>
                      <a:pt x="433" y="1340"/>
                      <a:pt x="206" y="3128"/>
                    </a:cubicBezTo>
                    <a:cubicBezTo>
                      <a:pt x="1" y="4931"/>
                      <a:pt x="1" y="9085"/>
                      <a:pt x="1" y="9085"/>
                    </a:cubicBezTo>
                    <a:lnTo>
                      <a:pt x="7442" y="9085"/>
                    </a:lnTo>
                    <a:lnTo>
                      <a:pt x="6894" y="3516"/>
                    </a:lnTo>
                    <a:lnTo>
                      <a:pt x="4931" y="252"/>
                    </a:lnTo>
                    <a:cubicBezTo>
                      <a:pt x="4931" y="252"/>
                      <a:pt x="4109" y="47"/>
                      <a:pt x="3174" y="1"/>
                    </a:cubicBezTo>
                    <a:cubicBezTo>
                      <a:pt x="3166" y="1"/>
                      <a:pt x="3158" y="1"/>
                      <a:pt x="31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0"/>
              <p:cNvSpPr/>
              <p:nvPr/>
            </p:nvSpPr>
            <p:spPr>
              <a:xfrm>
                <a:off x="6143682" y="2380857"/>
                <a:ext cx="621667" cy="760837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9108" fill="none" extrusionOk="0">
                    <a:moveTo>
                      <a:pt x="6666" y="3173"/>
                    </a:moveTo>
                    <a:lnTo>
                      <a:pt x="7442" y="9107"/>
                    </a:lnTo>
                    <a:lnTo>
                      <a:pt x="1" y="9107"/>
                    </a:lnTo>
                    <a:cubicBezTo>
                      <a:pt x="1" y="9107"/>
                      <a:pt x="1" y="4953"/>
                      <a:pt x="206" y="3150"/>
                    </a:cubicBezTo>
                    <a:cubicBezTo>
                      <a:pt x="435" y="1347"/>
                      <a:pt x="2215" y="0"/>
                      <a:pt x="3174" y="23"/>
                    </a:cubicBezTo>
                    <a:cubicBezTo>
                      <a:pt x="4109" y="69"/>
                      <a:pt x="4931" y="274"/>
                      <a:pt x="4931" y="27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0"/>
              <p:cNvSpPr/>
              <p:nvPr/>
            </p:nvSpPr>
            <p:spPr>
              <a:xfrm>
                <a:off x="6143682" y="3042442"/>
                <a:ext cx="621667" cy="9924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1188" extrusionOk="0">
                    <a:moveTo>
                      <a:pt x="24" y="0"/>
                    </a:moveTo>
                    <a:cubicBezTo>
                      <a:pt x="1" y="708"/>
                      <a:pt x="1" y="1187"/>
                      <a:pt x="1" y="1187"/>
                    </a:cubicBezTo>
                    <a:lnTo>
                      <a:pt x="7442" y="1187"/>
                    </a:lnTo>
                    <a:lnTo>
                      <a:pt x="728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0"/>
              <p:cNvSpPr/>
              <p:nvPr/>
            </p:nvSpPr>
            <p:spPr>
              <a:xfrm>
                <a:off x="6143682" y="3042442"/>
                <a:ext cx="621667" cy="9924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1188" fill="none" extrusionOk="0">
                    <a:moveTo>
                      <a:pt x="1" y="1187"/>
                    </a:moveTo>
                    <a:lnTo>
                      <a:pt x="7442" y="1187"/>
                    </a:lnTo>
                    <a:lnTo>
                      <a:pt x="7282" y="0"/>
                    </a:lnTo>
                    <a:lnTo>
                      <a:pt x="24" y="0"/>
                    </a:lnTo>
                    <a:cubicBezTo>
                      <a:pt x="1" y="708"/>
                      <a:pt x="1" y="1187"/>
                      <a:pt x="1" y="1187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0"/>
              <p:cNvSpPr/>
              <p:nvPr/>
            </p:nvSpPr>
            <p:spPr>
              <a:xfrm>
                <a:off x="6914025" y="2337002"/>
                <a:ext cx="499623" cy="427114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5113" extrusionOk="0">
                    <a:moveTo>
                      <a:pt x="5364" y="0"/>
                    </a:moveTo>
                    <a:lnTo>
                      <a:pt x="0" y="4268"/>
                    </a:lnTo>
                    <a:lnTo>
                      <a:pt x="685" y="5113"/>
                    </a:lnTo>
                    <a:lnTo>
                      <a:pt x="5981" y="890"/>
                    </a:lnTo>
                    <a:lnTo>
                      <a:pt x="536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0"/>
              <p:cNvSpPr/>
              <p:nvPr/>
            </p:nvSpPr>
            <p:spPr>
              <a:xfrm>
                <a:off x="6292455" y="2674477"/>
                <a:ext cx="696014" cy="580401"/>
              </a:xfrm>
              <a:custGeom>
                <a:avLst/>
                <a:gdLst/>
                <a:ahLst/>
                <a:cxnLst/>
                <a:rect l="l" t="t" r="r" b="b"/>
                <a:pathLst>
                  <a:path w="8332" h="6948" extrusionOk="0">
                    <a:moveTo>
                      <a:pt x="7533" y="0"/>
                    </a:moveTo>
                    <a:lnTo>
                      <a:pt x="411" y="5615"/>
                    </a:lnTo>
                    <a:cubicBezTo>
                      <a:pt x="92" y="5866"/>
                      <a:pt x="0" y="6254"/>
                      <a:pt x="183" y="6482"/>
                    </a:cubicBezTo>
                    <a:lnTo>
                      <a:pt x="411" y="6779"/>
                    </a:lnTo>
                    <a:cubicBezTo>
                      <a:pt x="500" y="6891"/>
                      <a:pt x="644" y="6948"/>
                      <a:pt x="804" y="6948"/>
                    </a:cubicBezTo>
                    <a:cubicBezTo>
                      <a:pt x="973" y="6948"/>
                      <a:pt x="1161" y="6885"/>
                      <a:pt x="1324" y="6756"/>
                    </a:cubicBezTo>
                    <a:lnTo>
                      <a:pt x="8331" y="1073"/>
                    </a:lnTo>
                    <a:lnTo>
                      <a:pt x="753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0"/>
              <p:cNvSpPr/>
              <p:nvPr/>
            </p:nvSpPr>
            <p:spPr>
              <a:xfrm>
                <a:off x="7232454" y="1478863"/>
                <a:ext cx="1123128" cy="1102411"/>
              </a:xfrm>
              <a:custGeom>
                <a:avLst/>
                <a:gdLst/>
                <a:ahLst/>
                <a:cxnLst/>
                <a:rect l="l" t="t" r="r" b="b"/>
                <a:pathLst>
                  <a:path w="13445" h="13197" extrusionOk="0">
                    <a:moveTo>
                      <a:pt x="6825" y="1074"/>
                    </a:moveTo>
                    <a:cubicBezTo>
                      <a:pt x="7122" y="1074"/>
                      <a:pt x="7396" y="1120"/>
                      <a:pt x="7692" y="1166"/>
                    </a:cubicBezTo>
                    <a:cubicBezTo>
                      <a:pt x="7829" y="1189"/>
                      <a:pt x="7966" y="1211"/>
                      <a:pt x="8080" y="1234"/>
                    </a:cubicBezTo>
                    <a:cubicBezTo>
                      <a:pt x="8103" y="1234"/>
                      <a:pt x="8126" y="1257"/>
                      <a:pt x="8126" y="1257"/>
                    </a:cubicBezTo>
                    <a:cubicBezTo>
                      <a:pt x="8172" y="1257"/>
                      <a:pt x="8217" y="1280"/>
                      <a:pt x="8240" y="1280"/>
                    </a:cubicBezTo>
                    <a:cubicBezTo>
                      <a:pt x="8331" y="1303"/>
                      <a:pt x="8400" y="1326"/>
                      <a:pt x="8468" y="1348"/>
                    </a:cubicBezTo>
                    <a:cubicBezTo>
                      <a:pt x="8765" y="1440"/>
                      <a:pt x="9039" y="1577"/>
                      <a:pt x="9290" y="1691"/>
                    </a:cubicBezTo>
                    <a:cubicBezTo>
                      <a:pt x="9313" y="1714"/>
                      <a:pt x="9404" y="1759"/>
                      <a:pt x="9427" y="1759"/>
                    </a:cubicBezTo>
                    <a:cubicBezTo>
                      <a:pt x="9473" y="1805"/>
                      <a:pt x="9541" y="1828"/>
                      <a:pt x="9587" y="1873"/>
                    </a:cubicBezTo>
                    <a:cubicBezTo>
                      <a:pt x="9724" y="1942"/>
                      <a:pt x="9861" y="2033"/>
                      <a:pt x="9975" y="2124"/>
                    </a:cubicBezTo>
                    <a:cubicBezTo>
                      <a:pt x="10089" y="2216"/>
                      <a:pt x="10203" y="2307"/>
                      <a:pt x="10317" y="2398"/>
                    </a:cubicBezTo>
                    <a:cubicBezTo>
                      <a:pt x="10386" y="2444"/>
                      <a:pt x="10431" y="2490"/>
                      <a:pt x="10477" y="2535"/>
                    </a:cubicBezTo>
                    <a:cubicBezTo>
                      <a:pt x="10500" y="2558"/>
                      <a:pt x="10545" y="2581"/>
                      <a:pt x="10568" y="2604"/>
                    </a:cubicBezTo>
                    <a:cubicBezTo>
                      <a:pt x="10568" y="2604"/>
                      <a:pt x="10568" y="2604"/>
                      <a:pt x="10568" y="2627"/>
                    </a:cubicBezTo>
                    <a:cubicBezTo>
                      <a:pt x="10591" y="2627"/>
                      <a:pt x="10591" y="2627"/>
                      <a:pt x="10591" y="2649"/>
                    </a:cubicBezTo>
                    <a:cubicBezTo>
                      <a:pt x="10819" y="2878"/>
                      <a:pt x="11025" y="3106"/>
                      <a:pt x="11207" y="3357"/>
                    </a:cubicBezTo>
                    <a:cubicBezTo>
                      <a:pt x="11299" y="3494"/>
                      <a:pt x="11390" y="3608"/>
                      <a:pt x="11458" y="3745"/>
                    </a:cubicBezTo>
                    <a:lnTo>
                      <a:pt x="11481" y="3745"/>
                    </a:lnTo>
                    <a:cubicBezTo>
                      <a:pt x="11504" y="3791"/>
                      <a:pt x="11527" y="3813"/>
                      <a:pt x="11527" y="3836"/>
                    </a:cubicBezTo>
                    <a:cubicBezTo>
                      <a:pt x="11573" y="3928"/>
                      <a:pt x="11618" y="3996"/>
                      <a:pt x="11664" y="4087"/>
                    </a:cubicBezTo>
                    <a:cubicBezTo>
                      <a:pt x="11801" y="4338"/>
                      <a:pt x="11915" y="4612"/>
                      <a:pt x="12006" y="4909"/>
                    </a:cubicBezTo>
                    <a:cubicBezTo>
                      <a:pt x="12029" y="4955"/>
                      <a:pt x="12052" y="5023"/>
                      <a:pt x="12052" y="5092"/>
                    </a:cubicBezTo>
                    <a:cubicBezTo>
                      <a:pt x="12052" y="5090"/>
                      <a:pt x="12052" y="5089"/>
                      <a:pt x="12053" y="5089"/>
                    </a:cubicBezTo>
                    <a:cubicBezTo>
                      <a:pt x="12059" y="5089"/>
                      <a:pt x="12098" y="5208"/>
                      <a:pt x="12098" y="5229"/>
                    </a:cubicBezTo>
                    <a:cubicBezTo>
                      <a:pt x="12143" y="5366"/>
                      <a:pt x="12166" y="5525"/>
                      <a:pt x="12189" y="5662"/>
                    </a:cubicBezTo>
                    <a:cubicBezTo>
                      <a:pt x="12212" y="5822"/>
                      <a:pt x="12234" y="5959"/>
                      <a:pt x="12234" y="6096"/>
                    </a:cubicBezTo>
                    <a:cubicBezTo>
                      <a:pt x="12257" y="6165"/>
                      <a:pt x="12257" y="6233"/>
                      <a:pt x="12257" y="6301"/>
                    </a:cubicBezTo>
                    <a:cubicBezTo>
                      <a:pt x="12257" y="6347"/>
                      <a:pt x="12257" y="6393"/>
                      <a:pt x="12257" y="6416"/>
                    </a:cubicBezTo>
                    <a:cubicBezTo>
                      <a:pt x="12257" y="6438"/>
                      <a:pt x="12257" y="6484"/>
                      <a:pt x="12257" y="6507"/>
                    </a:cubicBezTo>
                    <a:cubicBezTo>
                      <a:pt x="12280" y="6781"/>
                      <a:pt x="12257" y="7055"/>
                      <a:pt x="12212" y="7351"/>
                    </a:cubicBezTo>
                    <a:cubicBezTo>
                      <a:pt x="12189" y="7488"/>
                      <a:pt x="12166" y="7625"/>
                      <a:pt x="12143" y="7762"/>
                    </a:cubicBezTo>
                    <a:cubicBezTo>
                      <a:pt x="12143" y="7831"/>
                      <a:pt x="12120" y="7876"/>
                      <a:pt x="12098" y="7945"/>
                    </a:cubicBezTo>
                    <a:cubicBezTo>
                      <a:pt x="12098" y="7945"/>
                      <a:pt x="12098" y="7968"/>
                      <a:pt x="12098" y="7968"/>
                    </a:cubicBezTo>
                    <a:cubicBezTo>
                      <a:pt x="12075" y="8013"/>
                      <a:pt x="12075" y="8059"/>
                      <a:pt x="12052" y="8105"/>
                    </a:cubicBezTo>
                    <a:cubicBezTo>
                      <a:pt x="11983" y="8401"/>
                      <a:pt x="11869" y="8675"/>
                      <a:pt x="11755" y="8949"/>
                    </a:cubicBezTo>
                    <a:cubicBezTo>
                      <a:pt x="11710" y="9018"/>
                      <a:pt x="11687" y="9086"/>
                      <a:pt x="11664" y="9132"/>
                    </a:cubicBezTo>
                    <a:cubicBezTo>
                      <a:pt x="11641" y="9155"/>
                      <a:pt x="11573" y="9269"/>
                      <a:pt x="11573" y="9269"/>
                    </a:cubicBezTo>
                    <a:cubicBezTo>
                      <a:pt x="11504" y="9406"/>
                      <a:pt x="11436" y="9543"/>
                      <a:pt x="11344" y="9657"/>
                    </a:cubicBezTo>
                    <a:cubicBezTo>
                      <a:pt x="11185" y="9908"/>
                      <a:pt x="11002" y="10136"/>
                      <a:pt x="10797" y="10364"/>
                    </a:cubicBezTo>
                    <a:cubicBezTo>
                      <a:pt x="10774" y="10387"/>
                      <a:pt x="10751" y="10410"/>
                      <a:pt x="10728" y="10433"/>
                    </a:cubicBezTo>
                    <a:cubicBezTo>
                      <a:pt x="10728" y="10456"/>
                      <a:pt x="10705" y="10456"/>
                      <a:pt x="10705" y="10456"/>
                    </a:cubicBezTo>
                    <a:cubicBezTo>
                      <a:pt x="10660" y="10501"/>
                      <a:pt x="10591" y="10570"/>
                      <a:pt x="10545" y="10615"/>
                    </a:cubicBezTo>
                    <a:cubicBezTo>
                      <a:pt x="10431" y="10730"/>
                      <a:pt x="10317" y="10821"/>
                      <a:pt x="10180" y="10935"/>
                    </a:cubicBezTo>
                    <a:cubicBezTo>
                      <a:pt x="10066" y="11026"/>
                      <a:pt x="9952" y="11118"/>
                      <a:pt x="9815" y="11186"/>
                    </a:cubicBezTo>
                    <a:cubicBezTo>
                      <a:pt x="9747" y="11232"/>
                      <a:pt x="9678" y="11277"/>
                      <a:pt x="9610" y="11323"/>
                    </a:cubicBezTo>
                    <a:cubicBezTo>
                      <a:pt x="9610" y="11323"/>
                      <a:pt x="9587" y="11346"/>
                      <a:pt x="9587" y="11346"/>
                    </a:cubicBezTo>
                    <a:cubicBezTo>
                      <a:pt x="9541" y="11369"/>
                      <a:pt x="9518" y="11391"/>
                      <a:pt x="9473" y="11414"/>
                    </a:cubicBezTo>
                    <a:cubicBezTo>
                      <a:pt x="9222" y="11551"/>
                      <a:pt x="8925" y="11688"/>
                      <a:pt x="8651" y="11802"/>
                    </a:cubicBezTo>
                    <a:cubicBezTo>
                      <a:pt x="8514" y="11848"/>
                      <a:pt x="8400" y="11871"/>
                      <a:pt x="8263" y="11916"/>
                    </a:cubicBezTo>
                    <a:cubicBezTo>
                      <a:pt x="8263" y="11916"/>
                      <a:pt x="8172" y="11939"/>
                      <a:pt x="8126" y="11962"/>
                    </a:cubicBezTo>
                    <a:cubicBezTo>
                      <a:pt x="8057" y="11962"/>
                      <a:pt x="7966" y="11985"/>
                      <a:pt x="7875" y="12008"/>
                    </a:cubicBezTo>
                    <a:cubicBezTo>
                      <a:pt x="7601" y="12076"/>
                      <a:pt x="7304" y="12099"/>
                      <a:pt x="7007" y="12122"/>
                    </a:cubicBezTo>
                    <a:lnTo>
                      <a:pt x="6688" y="12122"/>
                    </a:lnTo>
                    <a:cubicBezTo>
                      <a:pt x="6528" y="12122"/>
                      <a:pt x="6368" y="12122"/>
                      <a:pt x="6209" y="12099"/>
                    </a:cubicBezTo>
                    <a:cubicBezTo>
                      <a:pt x="6072" y="12076"/>
                      <a:pt x="5935" y="12076"/>
                      <a:pt x="5798" y="12053"/>
                    </a:cubicBezTo>
                    <a:cubicBezTo>
                      <a:pt x="5729" y="12031"/>
                      <a:pt x="5661" y="12031"/>
                      <a:pt x="5592" y="12008"/>
                    </a:cubicBezTo>
                    <a:cubicBezTo>
                      <a:pt x="5547" y="12008"/>
                      <a:pt x="5501" y="11985"/>
                      <a:pt x="5478" y="11985"/>
                    </a:cubicBezTo>
                    <a:cubicBezTo>
                      <a:pt x="5455" y="11985"/>
                      <a:pt x="5433" y="11962"/>
                      <a:pt x="5410" y="11962"/>
                    </a:cubicBezTo>
                    <a:cubicBezTo>
                      <a:pt x="5136" y="11894"/>
                      <a:pt x="4862" y="11802"/>
                      <a:pt x="4611" y="11711"/>
                    </a:cubicBezTo>
                    <a:cubicBezTo>
                      <a:pt x="4474" y="11643"/>
                      <a:pt x="4360" y="11597"/>
                      <a:pt x="4223" y="11528"/>
                    </a:cubicBezTo>
                    <a:cubicBezTo>
                      <a:pt x="4200" y="11506"/>
                      <a:pt x="4154" y="11483"/>
                      <a:pt x="4109" y="11460"/>
                    </a:cubicBezTo>
                    <a:lnTo>
                      <a:pt x="4086" y="11460"/>
                    </a:lnTo>
                    <a:cubicBezTo>
                      <a:pt x="4017" y="11414"/>
                      <a:pt x="3949" y="11369"/>
                      <a:pt x="3880" y="11346"/>
                    </a:cubicBezTo>
                    <a:cubicBezTo>
                      <a:pt x="3629" y="11186"/>
                      <a:pt x="3378" y="11003"/>
                      <a:pt x="3150" y="10798"/>
                    </a:cubicBezTo>
                    <a:cubicBezTo>
                      <a:pt x="3104" y="10752"/>
                      <a:pt x="3036" y="10707"/>
                      <a:pt x="2990" y="10661"/>
                    </a:cubicBezTo>
                    <a:cubicBezTo>
                      <a:pt x="2967" y="10638"/>
                      <a:pt x="2945" y="10615"/>
                      <a:pt x="2899" y="10593"/>
                    </a:cubicBezTo>
                    <a:cubicBezTo>
                      <a:pt x="2899" y="10570"/>
                      <a:pt x="2899" y="10570"/>
                      <a:pt x="2899" y="10570"/>
                    </a:cubicBezTo>
                    <a:cubicBezTo>
                      <a:pt x="2785" y="10456"/>
                      <a:pt x="2671" y="10342"/>
                      <a:pt x="2557" y="10227"/>
                    </a:cubicBezTo>
                    <a:cubicBezTo>
                      <a:pt x="2374" y="9976"/>
                      <a:pt x="2191" y="9725"/>
                      <a:pt x="2009" y="9474"/>
                    </a:cubicBezTo>
                    <a:cubicBezTo>
                      <a:pt x="2009" y="9451"/>
                      <a:pt x="2009" y="9451"/>
                      <a:pt x="2009" y="9451"/>
                    </a:cubicBezTo>
                    <a:cubicBezTo>
                      <a:pt x="1986" y="9406"/>
                      <a:pt x="1963" y="9383"/>
                      <a:pt x="1940" y="9337"/>
                    </a:cubicBezTo>
                    <a:cubicBezTo>
                      <a:pt x="1917" y="9292"/>
                      <a:pt x="1872" y="9223"/>
                      <a:pt x="1849" y="9177"/>
                    </a:cubicBezTo>
                    <a:cubicBezTo>
                      <a:pt x="1781" y="9018"/>
                      <a:pt x="1712" y="8881"/>
                      <a:pt x="1644" y="8721"/>
                    </a:cubicBezTo>
                    <a:cubicBezTo>
                      <a:pt x="1575" y="8584"/>
                      <a:pt x="1529" y="8447"/>
                      <a:pt x="1484" y="8310"/>
                    </a:cubicBezTo>
                    <a:cubicBezTo>
                      <a:pt x="1461" y="8242"/>
                      <a:pt x="1438" y="8173"/>
                      <a:pt x="1415" y="8105"/>
                    </a:cubicBezTo>
                    <a:cubicBezTo>
                      <a:pt x="1415" y="8105"/>
                      <a:pt x="1415" y="8105"/>
                      <a:pt x="1415" y="8082"/>
                    </a:cubicBezTo>
                    <a:cubicBezTo>
                      <a:pt x="1415" y="8036"/>
                      <a:pt x="1392" y="7991"/>
                      <a:pt x="1392" y="7945"/>
                    </a:cubicBezTo>
                    <a:cubicBezTo>
                      <a:pt x="1324" y="7671"/>
                      <a:pt x="1256" y="7374"/>
                      <a:pt x="1233" y="7078"/>
                    </a:cubicBezTo>
                    <a:cubicBezTo>
                      <a:pt x="1233" y="7009"/>
                      <a:pt x="1233" y="6941"/>
                      <a:pt x="1233" y="6872"/>
                    </a:cubicBezTo>
                    <a:cubicBezTo>
                      <a:pt x="1210" y="6849"/>
                      <a:pt x="1210" y="6804"/>
                      <a:pt x="1210" y="6781"/>
                    </a:cubicBezTo>
                    <a:cubicBezTo>
                      <a:pt x="1210" y="6781"/>
                      <a:pt x="1210" y="6735"/>
                      <a:pt x="1210" y="6712"/>
                    </a:cubicBezTo>
                    <a:cubicBezTo>
                      <a:pt x="1210" y="6689"/>
                      <a:pt x="1210" y="6644"/>
                      <a:pt x="1210" y="6644"/>
                    </a:cubicBezTo>
                    <a:cubicBezTo>
                      <a:pt x="1210" y="6598"/>
                      <a:pt x="1210" y="6575"/>
                      <a:pt x="1210" y="6553"/>
                    </a:cubicBezTo>
                    <a:cubicBezTo>
                      <a:pt x="1210" y="6461"/>
                      <a:pt x="1210" y="6393"/>
                      <a:pt x="1233" y="6301"/>
                    </a:cubicBezTo>
                    <a:cubicBezTo>
                      <a:pt x="1233" y="6005"/>
                      <a:pt x="1278" y="5708"/>
                      <a:pt x="1347" y="5411"/>
                    </a:cubicBezTo>
                    <a:cubicBezTo>
                      <a:pt x="1347" y="5388"/>
                      <a:pt x="1347" y="5366"/>
                      <a:pt x="1370" y="5320"/>
                    </a:cubicBezTo>
                    <a:cubicBezTo>
                      <a:pt x="1370" y="5308"/>
                      <a:pt x="1370" y="5280"/>
                      <a:pt x="1370" y="5251"/>
                    </a:cubicBezTo>
                    <a:cubicBezTo>
                      <a:pt x="1392" y="5229"/>
                      <a:pt x="1392" y="5183"/>
                      <a:pt x="1392" y="5183"/>
                    </a:cubicBezTo>
                    <a:cubicBezTo>
                      <a:pt x="1415" y="5160"/>
                      <a:pt x="1415" y="5137"/>
                      <a:pt x="1415" y="5092"/>
                    </a:cubicBezTo>
                    <a:cubicBezTo>
                      <a:pt x="1461" y="4955"/>
                      <a:pt x="1529" y="4795"/>
                      <a:pt x="1575" y="4658"/>
                    </a:cubicBezTo>
                    <a:cubicBezTo>
                      <a:pt x="1621" y="4521"/>
                      <a:pt x="1689" y="4384"/>
                      <a:pt x="1735" y="4247"/>
                    </a:cubicBezTo>
                    <a:cubicBezTo>
                      <a:pt x="1758" y="4202"/>
                      <a:pt x="1803" y="4133"/>
                      <a:pt x="1826" y="4087"/>
                    </a:cubicBezTo>
                    <a:cubicBezTo>
                      <a:pt x="1849" y="4042"/>
                      <a:pt x="1849" y="4019"/>
                      <a:pt x="1872" y="3973"/>
                    </a:cubicBezTo>
                    <a:cubicBezTo>
                      <a:pt x="1872" y="3973"/>
                      <a:pt x="1895" y="3950"/>
                      <a:pt x="1895" y="3950"/>
                    </a:cubicBezTo>
                    <a:cubicBezTo>
                      <a:pt x="1895" y="3950"/>
                      <a:pt x="1895" y="3950"/>
                      <a:pt x="1895" y="3928"/>
                    </a:cubicBezTo>
                    <a:cubicBezTo>
                      <a:pt x="2054" y="3677"/>
                      <a:pt x="2214" y="3425"/>
                      <a:pt x="2397" y="3197"/>
                    </a:cubicBezTo>
                    <a:cubicBezTo>
                      <a:pt x="2488" y="3083"/>
                      <a:pt x="2579" y="2969"/>
                      <a:pt x="2671" y="2855"/>
                    </a:cubicBezTo>
                    <a:cubicBezTo>
                      <a:pt x="2694" y="2832"/>
                      <a:pt x="2739" y="2786"/>
                      <a:pt x="2762" y="2764"/>
                    </a:cubicBezTo>
                    <a:cubicBezTo>
                      <a:pt x="2762" y="2764"/>
                      <a:pt x="2762" y="2764"/>
                      <a:pt x="2785" y="2741"/>
                    </a:cubicBezTo>
                    <a:cubicBezTo>
                      <a:pt x="2830" y="2695"/>
                      <a:pt x="2899" y="2627"/>
                      <a:pt x="2967" y="2581"/>
                    </a:cubicBezTo>
                    <a:cubicBezTo>
                      <a:pt x="3196" y="2376"/>
                      <a:pt x="3424" y="2170"/>
                      <a:pt x="3698" y="1987"/>
                    </a:cubicBezTo>
                    <a:cubicBezTo>
                      <a:pt x="3743" y="1965"/>
                      <a:pt x="3812" y="1919"/>
                      <a:pt x="3880" y="1873"/>
                    </a:cubicBezTo>
                    <a:lnTo>
                      <a:pt x="3903" y="1873"/>
                    </a:lnTo>
                    <a:cubicBezTo>
                      <a:pt x="3926" y="1851"/>
                      <a:pt x="3949" y="1828"/>
                      <a:pt x="3995" y="1805"/>
                    </a:cubicBezTo>
                    <a:cubicBezTo>
                      <a:pt x="4109" y="1736"/>
                      <a:pt x="4246" y="1668"/>
                      <a:pt x="4405" y="1599"/>
                    </a:cubicBezTo>
                    <a:cubicBezTo>
                      <a:pt x="4656" y="1485"/>
                      <a:pt x="4930" y="1371"/>
                      <a:pt x="5227" y="1280"/>
                    </a:cubicBezTo>
                    <a:cubicBezTo>
                      <a:pt x="5227" y="1280"/>
                      <a:pt x="5341" y="1257"/>
                      <a:pt x="5364" y="1257"/>
                    </a:cubicBezTo>
                    <a:cubicBezTo>
                      <a:pt x="5433" y="1234"/>
                      <a:pt x="5501" y="1211"/>
                      <a:pt x="5570" y="1189"/>
                    </a:cubicBezTo>
                    <a:cubicBezTo>
                      <a:pt x="5729" y="1166"/>
                      <a:pt x="5889" y="1143"/>
                      <a:pt x="6049" y="1120"/>
                    </a:cubicBezTo>
                    <a:cubicBezTo>
                      <a:pt x="6186" y="1097"/>
                      <a:pt x="6323" y="1097"/>
                      <a:pt x="6460" y="1074"/>
                    </a:cubicBezTo>
                    <a:close/>
                    <a:moveTo>
                      <a:pt x="6756" y="1"/>
                    </a:moveTo>
                    <a:cubicBezTo>
                      <a:pt x="5428" y="1"/>
                      <a:pt x="4145" y="388"/>
                      <a:pt x="3036" y="1143"/>
                    </a:cubicBezTo>
                    <a:cubicBezTo>
                      <a:pt x="1895" y="1896"/>
                      <a:pt x="1027" y="3037"/>
                      <a:pt x="548" y="4316"/>
                    </a:cubicBezTo>
                    <a:cubicBezTo>
                      <a:pt x="91" y="5525"/>
                      <a:pt x="0" y="6895"/>
                      <a:pt x="320" y="8173"/>
                    </a:cubicBezTo>
                    <a:cubicBezTo>
                      <a:pt x="685" y="9543"/>
                      <a:pt x="1438" y="10752"/>
                      <a:pt x="2511" y="11665"/>
                    </a:cubicBezTo>
                    <a:cubicBezTo>
                      <a:pt x="3693" y="12674"/>
                      <a:pt x="5230" y="13197"/>
                      <a:pt x="6767" y="13197"/>
                    </a:cubicBezTo>
                    <a:cubicBezTo>
                      <a:pt x="7872" y="13197"/>
                      <a:pt x="8978" y="12927"/>
                      <a:pt x="9952" y="12373"/>
                    </a:cubicBezTo>
                    <a:cubicBezTo>
                      <a:pt x="10272" y="12190"/>
                      <a:pt x="10568" y="11985"/>
                      <a:pt x="10865" y="11780"/>
                    </a:cubicBezTo>
                    <a:cubicBezTo>
                      <a:pt x="11915" y="10912"/>
                      <a:pt x="12714" y="9748"/>
                      <a:pt x="13079" y="8447"/>
                    </a:cubicBezTo>
                    <a:cubicBezTo>
                      <a:pt x="13444" y="7146"/>
                      <a:pt x="13421" y="5776"/>
                      <a:pt x="12988" y="4475"/>
                    </a:cubicBezTo>
                    <a:cubicBezTo>
                      <a:pt x="12143" y="1896"/>
                      <a:pt x="9610" y="47"/>
                      <a:pt x="6871" y="2"/>
                    </a:cubicBezTo>
                    <a:cubicBezTo>
                      <a:pt x="6832" y="1"/>
                      <a:pt x="6794" y="1"/>
                      <a:pt x="6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0"/>
              <p:cNvSpPr/>
              <p:nvPr/>
            </p:nvSpPr>
            <p:spPr>
              <a:xfrm>
                <a:off x="7249662" y="2424461"/>
                <a:ext cx="163979" cy="18929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266" extrusionOk="0">
                    <a:moveTo>
                      <a:pt x="1287" y="1"/>
                    </a:moveTo>
                    <a:cubicBezTo>
                      <a:pt x="1237" y="1"/>
                      <a:pt x="1213" y="103"/>
                      <a:pt x="1180" y="103"/>
                    </a:cubicBezTo>
                    <a:cubicBezTo>
                      <a:pt x="1175" y="103"/>
                      <a:pt x="1169" y="100"/>
                      <a:pt x="1164" y="94"/>
                    </a:cubicBezTo>
                    <a:cubicBezTo>
                      <a:pt x="1148" y="79"/>
                      <a:pt x="1079" y="42"/>
                      <a:pt x="1023" y="42"/>
                    </a:cubicBezTo>
                    <a:cubicBezTo>
                      <a:pt x="996" y="42"/>
                      <a:pt x="973" y="50"/>
                      <a:pt x="958" y="71"/>
                    </a:cubicBezTo>
                    <a:cubicBezTo>
                      <a:pt x="913" y="117"/>
                      <a:pt x="935" y="254"/>
                      <a:pt x="935" y="254"/>
                    </a:cubicBezTo>
                    <a:cubicBezTo>
                      <a:pt x="935" y="254"/>
                      <a:pt x="905" y="244"/>
                      <a:pt x="864" y="244"/>
                    </a:cubicBezTo>
                    <a:cubicBezTo>
                      <a:pt x="844" y="244"/>
                      <a:pt x="821" y="246"/>
                      <a:pt x="798" y="254"/>
                    </a:cubicBezTo>
                    <a:cubicBezTo>
                      <a:pt x="730" y="254"/>
                      <a:pt x="707" y="300"/>
                      <a:pt x="707" y="368"/>
                    </a:cubicBezTo>
                    <a:cubicBezTo>
                      <a:pt x="684" y="414"/>
                      <a:pt x="707" y="437"/>
                      <a:pt x="639" y="460"/>
                    </a:cubicBezTo>
                    <a:cubicBezTo>
                      <a:pt x="593" y="482"/>
                      <a:pt x="593" y="596"/>
                      <a:pt x="570" y="711"/>
                    </a:cubicBezTo>
                    <a:cubicBezTo>
                      <a:pt x="570" y="848"/>
                      <a:pt x="684" y="1624"/>
                      <a:pt x="639" y="1646"/>
                    </a:cubicBezTo>
                    <a:cubicBezTo>
                      <a:pt x="616" y="1692"/>
                      <a:pt x="182" y="1989"/>
                      <a:pt x="91" y="2057"/>
                    </a:cubicBezTo>
                    <a:cubicBezTo>
                      <a:pt x="6" y="2142"/>
                      <a:pt x="0" y="2265"/>
                      <a:pt x="18" y="2265"/>
                    </a:cubicBezTo>
                    <a:cubicBezTo>
                      <a:pt x="19" y="2265"/>
                      <a:pt x="21" y="2264"/>
                      <a:pt x="22" y="2263"/>
                    </a:cubicBezTo>
                    <a:cubicBezTo>
                      <a:pt x="68" y="2240"/>
                      <a:pt x="456" y="1943"/>
                      <a:pt x="753" y="1920"/>
                    </a:cubicBezTo>
                    <a:cubicBezTo>
                      <a:pt x="1050" y="1898"/>
                      <a:pt x="1278" y="1738"/>
                      <a:pt x="1346" y="1646"/>
                    </a:cubicBezTo>
                    <a:cubicBezTo>
                      <a:pt x="1415" y="1555"/>
                      <a:pt x="1803" y="1076"/>
                      <a:pt x="1803" y="1076"/>
                    </a:cubicBezTo>
                    <a:cubicBezTo>
                      <a:pt x="1803" y="1076"/>
                      <a:pt x="1963" y="848"/>
                      <a:pt x="1963" y="779"/>
                    </a:cubicBezTo>
                    <a:cubicBezTo>
                      <a:pt x="1963" y="711"/>
                      <a:pt x="1757" y="391"/>
                      <a:pt x="1666" y="277"/>
                    </a:cubicBezTo>
                    <a:cubicBezTo>
                      <a:pt x="1552" y="163"/>
                      <a:pt x="1369" y="26"/>
                      <a:pt x="1301" y="3"/>
                    </a:cubicBezTo>
                    <a:cubicBezTo>
                      <a:pt x="1296" y="1"/>
                      <a:pt x="1292" y="1"/>
                      <a:pt x="12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0"/>
              <p:cNvSpPr/>
              <p:nvPr/>
            </p:nvSpPr>
            <p:spPr>
              <a:xfrm>
                <a:off x="7295354" y="2460882"/>
                <a:ext cx="49620" cy="97318"/>
              </a:xfrm>
              <a:custGeom>
                <a:avLst/>
                <a:gdLst/>
                <a:ahLst/>
                <a:cxnLst/>
                <a:rect l="l" t="t" r="r" b="b"/>
                <a:pathLst>
                  <a:path w="594" h="1165" fill="none" extrusionOk="0">
                    <a:moveTo>
                      <a:pt x="594" y="982"/>
                    </a:moveTo>
                    <a:cubicBezTo>
                      <a:pt x="594" y="982"/>
                      <a:pt x="320" y="69"/>
                      <a:pt x="160" y="46"/>
                    </a:cubicBezTo>
                    <a:cubicBezTo>
                      <a:pt x="0" y="1"/>
                      <a:pt x="23" y="229"/>
                      <a:pt x="46" y="663"/>
                    </a:cubicBezTo>
                    <a:lnTo>
                      <a:pt x="114" y="116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0"/>
              <p:cNvSpPr/>
              <p:nvPr/>
            </p:nvSpPr>
            <p:spPr>
              <a:xfrm>
                <a:off x="7304877" y="2443758"/>
                <a:ext cx="59226" cy="78272"/>
              </a:xfrm>
              <a:custGeom>
                <a:avLst/>
                <a:gdLst/>
                <a:ahLst/>
                <a:cxnLst/>
                <a:rect l="l" t="t" r="r" b="b"/>
                <a:pathLst>
                  <a:path w="709" h="937" fill="none" extrusionOk="0">
                    <a:moveTo>
                      <a:pt x="708" y="936"/>
                    </a:moveTo>
                    <a:cubicBezTo>
                      <a:pt x="708" y="936"/>
                      <a:pt x="434" y="320"/>
                      <a:pt x="411" y="274"/>
                    </a:cubicBezTo>
                    <a:cubicBezTo>
                      <a:pt x="389" y="229"/>
                      <a:pt x="274" y="0"/>
                      <a:pt x="137" y="23"/>
                    </a:cubicBezTo>
                    <a:cubicBezTo>
                      <a:pt x="0" y="23"/>
                      <a:pt x="23" y="274"/>
                      <a:pt x="23" y="27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0"/>
              <p:cNvSpPr/>
              <p:nvPr/>
            </p:nvSpPr>
            <p:spPr>
              <a:xfrm>
                <a:off x="7323923" y="2422791"/>
                <a:ext cx="68749" cy="8011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59" fill="none" extrusionOk="0">
                    <a:moveTo>
                      <a:pt x="822" y="959"/>
                    </a:moveTo>
                    <a:cubicBezTo>
                      <a:pt x="822" y="959"/>
                      <a:pt x="389" y="137"/>
                      <a:pt x="206" y="69"/>
                    </a:cubicBezTo>
                    <a:cubicBezTo>
                      <a:pt x="24" y="0"/>
                      <a:pt x="1" y="160"/>
                      <a:pt x="46" y="34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0"/>
              <p:cNvSpPr/>
              <p:nvPr/>
            </p:nvSpPr>
            <p:spPr>
              <a:xfrm>
                <a:off x="7241977" y="2417027"/>
                <a:ext cx="173586" cy="207919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2489" fill="none" extrusionOk="0">
                    <a:moveTo>
                      <a:pt x="1324" y="252"/>
                    </a:moveTo>
                    <a:cubicBezTo>
                      <a:pt x="1324" y="252"/>
                      <a:pt x="1233" y="1"/>
                      <a:pt x="1507" y="138"/>
                    </a:cubicBezTo>
                    <a:cubicBezTo>
                      <a:pt x="1689" y="229"/>
                      <a:pt x="2032" y="754"/>
                      <a:pt x="2055" y="868"/>
                    </a:cubicBezTo>
                    <a:cubicBezTo>
                      <a:pt x="2077" y="1005"/>
                      <a:pt x="1644" y="1439"/>
                      <a:pt x="1507" y="1644"/>
                    </a:cubicBezTo>
                    <a:cubicBezTo>
                      <a:pt x="1370" y="1850"/>
                      <a:pt x="1119" y="2032"/>
                      <a:pt x="776" y="2009"/>
                    </a:cubicBezTo>
                    <a:cubicBezTo>
                      <a:pt x="594" y="2009"/>
                      <a:pt x="251" y="2283"/>
                      <a:pt x="0" y="2489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0"/>
              <p:cNvSpPr/>
              <p:nvPr/>
            </p:nvSpPr>
            <p:spPr>
              <a:xfrm>
                <a:off x="6309496" y="2922070"/>
                <a:ext cx="356778" cy="178347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135" extrusionOk="0">
                    <a:moveTo>
                      <a:pt x="587" y="0"/>
                    </a:moveTo>
                    <a:cubicBezTo>
                      <a:pt x="0" y="0"/>
                      <a:pt x="139" y="1441"/>
                      <a:pt x="139" y="1441"/>
                    </a:cubicBezTo>
                    <a:cubicBezTo>
                      <a:pt x="139" y="1441"/>
                      <a:pt x="2584" y="2135"/>
                      <a:pt x="3558" y="2135"/>
                    </a:cubicBezTo>
                    <a:cubicBezTo>
                      <a:pt x="3674" y="2135"/>
                      <a:pt x="3769" y="2125"/>
                      <a:pt x="3836" y="2103"/>
                    </a:cubicBezTo>
                    <a:cubicBezTo>
                      <a:pt x="4115" y="2018"/>
                      <a:pt x="3814" y="1914"/>
                      <a:pt x="3471" y="1835"/>
                    </a:cubicBezTo>
                    <a:lnTo>
                      <a:pt x="3471" y="1835"/>
                    </a:lnTo>
                    <a:cubicBezTo>
                      <a:pt x="3558" y="1845"/>
                      <a:pt x="3644" y="1852"/>
                      <a:pt x="3721" y="1852"/>
                    </a:cubicBezTo>
                    <a:cubicBezTo>
                      <a:pt x="3869" y="1852"/>
                      <a:pt x="3985" y="1828"/>
                      <a:pt x="4019" y="1761"/>
                    </a:cubicBezTo>
                    <a:cubicBezTo>
                      <a:pt x="4078" y="1628"/>
                      <a:pt x="3581" y="1514"/>
                      <a:pt x="3224" y="1450"/>
                    </a:cubicBezTo>
                    <a:lnTo>
                      <a:pt x="3224" y="1450"/>
                    </a:lnTo>
                    <a:cubicBezTo>
                      <a:pt x="3420" y="1477"/>
                      <a:pt x="3664" y="1504"/>
                      <a:pt x="3853" y="1504"/>
                    </a:cubicBezTo>
                    <a:cubicBezTo>
                      <a:pt x="4023" y="1504"/>
                      <a:pt x="4149" y="1482"/>
                      <a:pt x="4156" y="1419"/>
                    </a:cubicBezTo>
                    <a:cubicBezTo>
                      <a:pt x="4181" y="1317"/>
                      <a:pt x="3800" y="1223"/>
                      <a:pt x="3455" y="1159"/>
                    </a:cubicBezTo>
                    <a:lnTo>
                      <a:pt x="3455" y="1159"/>
                    </a:lnTo>
                    <a:cubicBezTo>
                      <a:pt x="3594" y="1176"/>
                      <a:pt x="3740" y="1188"/>
                      <a:pt x="3867" y="1188"/>
                    </a:cubicBezTo>
                    <a:cubicBezTo>
                      <a:pt x="4060" y="1188"/>
                      <a:pt x="4209" y="1160"/>
                      <a:pt x="4224" y="1076"/>
                    </a:cubicBezTo>
                    <a:cubicBezTo>
                      <a:pt x="4270" y="848"/>
                      <a:pt x="2969" y="711"/>
                      <a:pt x="2969" y="711"/>
                    </a:cubicBezTo>
                    <a:cubicBezTo>
                      <a:pt x="2969" y="711"/>
                      <a:pt x="3791" y="711"/>
                      <a:pt x="3745" y="528"/>
                    </a:cubicBezTo>
                    <a:cubicBezTo>
                      <a:pt x="3699" y="346"/>
                      <a:pt x="2010" y="460"/>
                      <a:pt x="732" y="26"/>
                    </a:cubicBezTo>
                    <a:cubicBezTo>
                      <a:pt x="679" y="9"/>
                      <a:pt x="631" y="0"/>
                      <a:pt x="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0"/>
              <p:cNvSpPr/>
              <p:nvPr/>
            </p:nvSpPr>
            <p:spPr>
              <a:xfrm>
                <a:off x="5855827" y="2348362"/>
                <a:ext cx="568289" cy="743712"/>
              </a:xfrm>
              <a:custGeom>
                <a:avLst/>
                <a:gdLst/>
                <a:ahLst/>
                <a:cxnLst/>
                <a:rect l="l" t="t" r="r" b="b"/>
                <a:pathLst>
                  <a:path w="6803" h="8903" extrusionOk="0">
                    <a:moveTo>
                      <a:pt x="6802" y="1"/>
                    </a:moveTo>
                    <a:cubicBezTo>
                      <a:pt x="6802" y="1"/>
                      <a:pt x="6026" y="115"/>
                      <a:pt x="4999" y="663"/>
                    </a:cubicBezTo>
                    <a:cubicBezTo>
                      <a:pt x="4246" y="1051"/>
                      <a:pt x="3333" y="1713"/>
                      <a:pt x="2557" y="2557"/>
                    </a:cubicBezTo>
                    <a:cubicBezTo>
                      <a:pt x="2123" y="3037"/>
                      <a:pt x="1735" y="3493"/>
                      <a:pt x="1415" y="4132"/>
                    </a:cubicBezTo>
                    <a:cubicBezTo>
                      <a:pt x="1119" y="4726"/>
                      <a:pt x="776" y="5205"/>
                      <a:pt x="617" y="5639"/>
                    </a:cubicBezTo>
                    <a:cubicBezTo>
                      <a:pt x="0" y="7602"/>
                      <a:pt x="822" y="8287"/>
                      <a:pt x="1781" y="8538"/>
                    </a:cubicBezTo>
                    <a:cubicBezTo>
                      <a:pt x="2945" y="8857"/>
                      <a:pt x="5752" y="8903"/>
                      <a:pt x="5752" y="8903"/>
                    </a:cubicBezTo>
                    <a:lnTo>
                      <a:pt x="6620" y="6643"/>
                    </a:lnTo>
                    <a:lnTo>
                      <a:pt x="3812" y="5753"/>
                    </a:lnTo>
                    <a:cubicBezTo>
                      <a:pt x="3812" y="5753"/>
                      <a:pt x="4223" y="4246"/>
                      <a:pt x="4542" y="3425"/>
                    </a:cubicBezTo>
                    <a:lnTo>
                      <a:pt x="680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0"/>
              <p:cNvSpPr/>
              <p:nvPr/>
            </p:nvSpPr>
            <p:spPr>
              <a:xfrm>
                <a:off x="5813894" y="2348362"/>
                <a:ext cx="610223" cy="743712"/>
              </a:xfrm>
              <a:custGeom>
                <a:avLst/>
                <a:gdLst/>
                <a:ahLst/>
                <a:cxnLst/>
                <a:rect l="l" t="t" r="r" b="b"/>
                <a:pathLst>
                  <a:path w="7305" h="8903" fill="none" extrusionOk="0">
                    <a:moveTo>
                      <a:pt x="7304" y="1"/>
                    </a:moveTo>
                    <a:cubicBezTo>
                      <a:pt x="7304" y="1"/>
                      <a:pt x="4314" y="412"/>
                      <a:pt x="2100" y="3858"/>
                    </a:cubicBezTo>
                    <a:cubicBezTo>
                      <a:pt x="0" y="7077"/>
                      <a:pt x="1119" y="8241"/>
                      <a:pt x="2283" y="8538"/>
                    </a:cubicBezTo>
                    <a:cubicBezTo>
                      <a:pt x="3447" y="8857"/>
                      <a:pt x="6254" y="8903"/>
                      <a:pt x="6254" y="8903"/>
                    </a:cubicBezTo>
                    <a:lnTo>
                      <a:pt x="7122" y="6643"/>
                    </a:lnTo>
                    <a:lnTo>
                      <a:pt x="3515" y="5502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0"/>
              <p:cNvSpPr/>
              <p:nvPr/>
            </p:nvSpPr>
            <p:spPr>
              <a:xfrm>
                <a:off x="6174256" y="2634381"/>
                <a:ext cx="61064" cy="194553"/>
              </a:xfrm>
              <a:custGeom>
                <a:avLst/>
                <a:gdLst/>
                <a:ahLst/>
                <a:cxnLst/>
                <a:rect l="l" t="t" r="r" b="b"/>
                <a:pathLst>
                  <a:path w="731" h="2329" fill="none" extrusionOk="0">
                    <a:moveTo>
                      <a:pt x="0" y="2329"/>
                    </a:moveTo>
                    <a:cubicBezTo>
                      <a:pt x="0" y="2329"/>
                      <a:pt x="411" y="822"/>
                      <a:pt x="730" y="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0"/>
              <p:cNvSpPr/>
              <p:nvPr/>
            </p:nvSpPr>
            <p:spPr>
              <a:xfrm>
                <a:off x="6271488" y="2882308"/>
                <a:ext cx="137332" cy="209756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511" extrusionOk="0">
                    <a:moveTo>
                      <a:pt x="868" y="0"/>
                    </a:moveTo>
                    <a:lnTo>
                      <a:pt x="0" y="2488"/>
                    </a:lnTo>
                    <a:cubicBezTo>
                      <a:pt x="457" y="2511"/>
                      <a:pt x="776" y="2511"/>
                      <a:pt x="776" y="2511"/>
                    </a:cubicBezTo>
                    <a:lnTo>
                      <a:pt x="1644" y="251"/>
                    </a:lnTo>
                    <a:lnTo>
                      <a:pt x="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0"/>
              <p:cNvSpPr/>
              <p:nvPr/>
            </p:nvSpPr>
            <p:spPr>
              <a:xfrm>
                <a:off x="6271488" y="2882308"/>
                <a:ext cx="137332" cy="209756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511" fill="none" extrusionOk="0">
                    <a:moveTo>
                      <a:pt x="1644" y="251"/>
                    </a:moveTo>
                    <a:lnTo>
                      <a:pt x="868" y="0"/>
                    </a:lnTo>
                    <a:lnTo>
                      <a:pt x="0" y="2488"/>
                    </a:lnTo>
                    <a:cubicBezTo>
                      <a:pt x="457" y="2511"/>
                      <a:pt x="776" y="2511"/>
                      <a:pt x="776" y="251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0"/>
              <p:cNvSpPr/>
              <p:nvPr/>
            </p:nvSpPr>
            <p:spPr>
              <a:xfrm>
                <a:off x="6380165" y="2356047"/>
                <a:ext cx="156378" cy="110684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1325" extrusionOk="0">
                    <a:moveTo>
                      <a:pt x="936" y="0"/>
                    </a:moveTo>
                    <a:cubicBezTo>
                      <a:pt x="411" y="0"/>
                      <a:pt x="0" y="297"/>
                      <a:pt x="0" y="662"/>
                    </a:cubicBezTo>
                    <a:cubicBezTo>
                      <a:pt x="0" y="1027"/>
                      <a:pt x="411" y="1324"/>
                      <a:pt x="936" y="1324"/>
                    </a:cubicBezTo>
                    <a:cubicBezTo>
                      <a:pt x="1438" y="1324"/>
                      <a:pt x="1872" y="1027"/>
                      <a:pt x="1872" y="662"/>
                    </a:cubicBezTo>
                    <a:cubicBezTo>
                      <a:pt x="1872" y="297"/>
                      <a:pt x="1438" y="0"/>
                      <a:pt x="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0"/>
              <p:cNvSpPr/>
              <p:nvPr/>
            </p:nvSpPr>
            <p:spPr>
              <a:xfrm>
                <a:off x="6380165" y="2356047"/>
                <a:ext cx="156378" cy="110684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1325" fill="none" extrusionOk="0">
                    <a:moveTo>
                      <a:pt x="1872" y="662"/>
                    </a:moveTo>
                    <a:cubicBezTo>
                      <a:pt x="1872" y="1027"/>
                      <a:pt x="1438" y="1324"/>
                      <a:pt x="936" y="1324"/>
                    </a:cubicBezTo>
                    <a:cubicBezTo>
                      <a:pt x="411" y="1324"/>
                      <a:pt x="0" y="1027"/>
                      <a:pt x="0" y="662"/>
                    </a:cubicBezTo>
                    <a:cubicBezTo>
                      <a:pt x="0" y="297"/>
                      <a:pt x="411" y="0"/>
                      <a:pt x="936" y="0"/>
                    </a:cubicBezTo>
                    <a:cubicBezTo>
                      <a:pt x="1438" y="0"/>
                      <a:pt x="1872" y="297"/>
                      <a:pt x="1872" y="662"/>
                    </a:cubicBezTo>
                    <a:close/>
                  </a:path>
                </a:pathLst>
              </a:custGeom>
              <a:noFill/>
              <a:ln w="2275" cap="rnd" cmpd="sng">
                <a:solidFill>
                  <a:srgbClr val="01000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0"/>
              <p:cNvSpPr/>
              <p:nvPr/>
            </p:nvSpPr>
            <p:spPr>
              <a:xfrm>
                <a:off x="6414497" y="2388458"/>
                <a:ext cx="95397" cy="74430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891" extrusionOk="0">
                    <a:moveTo>
                      <a:pt x="0" y="0"/>
                    </a:moveTo>
                    <a:lnTo>
                      <a:pt x="46" y="366"/>
                    </a:lnTo>
                    <a:lnTo>
                      <a:pt x="365" y="891"/>
                    </a:lnTo>
                    <a:lnTo>
                      <a:pt x="776" y="891"/>
                    </a:lnTo>
                    <a:lnTo>
                      <a:pt x="1096" y="366"/>
                    </a:lnTo>
                    <a:lnTo>
                      <a:pt x="114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0"/>
              <p:cNvSpPr/>
              <p:nvPr/>
            </p:nvSpPr>
            <p:spPr>
              <a:xfrm>
                <a:off x="6441144" y="2458961"/>
                <a:ext cx="42018" cy="7769"/>
              </a:xfrm>
              <a:custGeom>
                <a:avLst/>
                <a:gdLst/>
                <a:ahLst/>
                <a:cxnLst/>
                <a:rect l="l" t="t" r="r" b="b"/>
                <a:pathLst>
                  <a:path w="503" h="93" extrusionOk="0">
                    <a:moveTo>
                      <a:pt x="69" y="1"/>
                    </a:moveTo>
                    <a:cubicBezTo>
                      <a:pt x="1" y="1"/>
                      <a:pt x="1" y="92"/>
                      <a:pt x="69" y="92"/>
                    </a:cubicBezTo>
                    <a:lnTo>
                      <a:pt x="434" y="92"/>
                    </a:lnTo>
                    <a:cubicBezTo>
                      <a:pt x="503" y="92"/>
                      <a:pt x="503" y="1"/>
                      <a:pt x="434" y="1"/>
                    </a:cubicBezTo>
                    <a:close/>
                  </a:path>
                </a:pathLst>
              </a:custGeom>
              <a:solidFill>
                <a:srgbClr val="0100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0"/>
              <p:cNvSpPr/>
              <p:nvPr/>
            </p:nvSpPr>
            <p:spPr>
              <a:xfrm>
                <a:off x="6341990" y="2323636"/>
                <a:ext cx="230807" cy="158299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1895" extrusionOk="0">
                    <a:moveTo>
                      <a:pt x="1393" y="343"/>
                    </a:moveTo>
                    <a:cubicBezTo>
                      <a:pt x="1872" y="343"/>
                      <a:pt x="2283" y="617"/>
                      <a:pt x="2283" y="959"/>
                    </a:cubicBezTo>
                    <a:cubicBezTo>
                      <a:pt x="2283" y="1278"/>
                      <a:pt x="1872" y="1552"/>
                      <a:pt x="1393" y="1552"/>
                    </a:cubicBezTo>
                    <a:cubicBezTo>
                      <a:pt x="891" y="1552"/>
                      <a:pt x="480" y="1278"/>
                      <a:pt x="480" y="959"/>
                    </a:cubicBezTo>
                    <a:cubicBezTo>
                      <a:pt x="480" y="617"/>
                      <a:pt x="891" y="343"/>
                      <a:pt x="1393" y="343"/>
                    </a:cubicBezTo>
                    <a:close/>
                    <a:moveTo>
                      <a:pt x="1393" y="0"/>
                    </a:moveTo>
                    <a:cubicBezTo>
                      <a:pt x="617" y="0"/>
                      <a:pt x="1" y="434"/>
                      <a:pt x="1" y="959"/>
                    </a:cubicBezTo>
                    <a:cubicBezTo>
                      <a:pt x="1" y="1461"/>
                      <a:pt x="617" y="1895"/>
                      <a:pt x="1393" y="1895"/>
                    </a:cubicBezTo>
                    <a:cubicBezTo>
                      <a:pt x="2146" y="1895"/>
                      <a:pt x="2763" y="1461"/>
                      <a:pt x="2763" y="959"/>
                    </a:cubicBezTo>
                    <a:cubicBezTo>
                      <a:pt x="2763" y="434"/>
                      <a:pt x="2146" y="0"/>
                      <a:pt x="13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40"/>
              <p:cNvSpPr/>
              <p:nvPr/>
            </p:nvSpPr>
            <p:spPr>
              <a:xfrm>
                <a:off x="6341990" y="2323636"/>
                <a:ext cx="230807" cy="158299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1895" fill="none" extrusionOk="0">
                    <a:moveTo>
                      <a:pt x="1393" y="1552"/>
                    </a:moveTo>
                    <a:cubicBezTo>
                      <a:pt x="891" y="1552"/>
                      <a:pt x="480" y="1278"/>
                      <a:pt x="480" y="959"/>
                    </a:cubicBezTo>
                    <a:cubicBezTo>
                      <a:pt x="480" y="617"/>
                      <a:pt x="891" y="343"/>
                      <a:pt x="1393" y="343"/>
                    </a:cubicBezTo>
                    <a:cubicBezTo>
                      <a:pt x="1872" y="343"/>
                      <a:pt x="2283" y="617"/>
                      <a:pt x="2283" y="959"/>
                    </a:cubicBezTo>
                    <a:cubicBezTo>
                      <a:pt x="2283" y="1278"/>
                      <a:pt x="1872" y="1552"/>
                      <a:pt x="1393" y="1552"/>
                    </a:cubicBezTo>
                    <a:close/>
                    <a:moveTo>
                      <a:pt x="1393" y="0"/>
                    </a:moveTo>
                    <a:cubicBezTo>
                      <a:pt x="617" y="0"/>
                      <a:pt x="1" y="434"/>
                      <a:pt x="1" y="959"/>
                    </a:cubicBezTo>
                    <a:cubicBezTo>
                      <a:pt x="1" y="1461"/>
                      <a:pt x="617" y="1895"/>
                      <a:pt x="1393" y="1895"/>
                    </a:cubicBezTo>
                    <a:cubicBezTo>
                      <a:pt x="2146" y="1895"/>
                      <a:pt x="2763" y="1461"/>
                      <a:pt x="2763" y="959"/>
                    </a:cubicBezTo>
                    <a:cubicBezTo>
                      <a:pt x="2763" y="434"/>
                      <a:pt x="2146" y="0"/>
                      <a:pt x="1393" y="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0"/>
              <p:cNvSpPr/>
              <p:nvPr/>
            </p:nvSpPr>
            <p:spPr>
              <a:xfrm>
                <a:off x="6361036" y="2308350"/>
                <a:ext cx="196474" cy="14309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1713" extrusionOk="0">
                    <a:moveTo>
                      <a:pt x="1256" y="1"/>
                    </a:moveTo>
                    <a:lnTo>
                      <a:pt x="1097" y="23"/>
                    </a:lnTo>
                    <a:lnTo>
                      <a:pt x="503" y="206"/>
                    </a:lnTo>
                    <a:lnTo>
                      <a:pt x="1" y="594"/>
                    </a:lnTo>
                    <a:lnTo>
                      <a:pt x="389" y="1713"/>
                    </a:lnTo>
                    <a:lnTo>
                      <a:pt x="1165" y="1119"/>
                    </a:lnTo>
                    <a:lnTo>
                      <a:pt x="1918" y="1713"/>
                    </a:lnTo>
                    <a:lnTo>
                      <a:pt x="2352" y="640"/>
                    </a:lnTo>
                    <a:lnTo>
                      <a:pt x="1804" y="206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0"/>
              <p:cNvSpPr/>
              <p:nvPr/>
            </p:nvSpPr>
            <p:spPr>
              <a:xfrm>
                <a:off x="6408733" y="2039539"/>
                <a:ext cx="204076" cy="343245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4109" extrusionOk="0">
                    <a:moveTo>
                      <a:pt x="868" y="0"/>
                    </a:moveTo>
                    <a:cubicBezTo>
                      <a:pt x="389" y="0"/>
                      <a:pt x="1" y="457"/>
                      <a:pt x="1" y="982"/>
                    </a:cubicBezTo>
                    <a:lnTo>
                      <a:pt x="1" y="2100"/>
                    </a:lnTo>
                    <a:cubicBezTo>
                      <a:pt x="1" y="2123"/>
                      <a:pt x="1" y="2169"/>
                      <a:pt x="1" y="2192"/>
                    </a:cubicBezTo>
                    <a:cubicBezTo>
                      <a:pt x="1" y="2214"/>
                      <a:pt x="1" y="2260"/>
                      <a:pt x="1" y="2283"/>
                    </a:cubicBezTo>
                    <a:lnTo>
                      <a:pt x="1" y="2968"/>
                    </a:lnTo>
                    <a:lnTo>
                      <a:pt x="1" y="2990"/>
                    </a:lnTo>
                    <a:lnTo>
                      <a:pt x="1" y="3675"/>
                    </a:lnTo>
                    <a:cubicBezTo>
                      <a:pt x="1" y="3926"/>
                      <a:pt x="206" y="4109"/>
                      <a:pt x="434" y="4109"/>
                    </a:cubicBezTo>
                    <a:lnTo>
                      <a:pt x="731" y="4109"/>
                    </a:lnTo>
                    <a:cubicBezTo>
                      <a:pt x="959" y="4109"/>
                      <a:pt x="1165" y="3926"/>
                      <a:pt x="1165" y="3675"/>
                    </a:cubicBezTo>
                    <a:lnTo>
                      <a:pt x="1165" y="3082"/>
                    </a:lnTo>
                    <a:lnTo>
                      <a:pt x="1576" y="3082"/>
                    </a:lnTo>
                    <a:cubicBezTo>
                      <a:pt x="2055" y="3082"/>
                      <a:pt x="2443" y="2648"/>
                      <a:pt x="2443" y="2100"/>
                    </a:cubicBezTo>
                    <a:lnTo>
                      <a:pt x="2443" y="982"/>
                    </a:lnTo>
                    <a:cubicBezTo>
                      <a:pt x="2443" y="457"/>
                      <a:pt x="2055" y="0"/>
                      <a:pt x="15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0"/>
              <p:cNvSpPr/>
              <p:nvPr/>
            </p:nvSpPr>
            <p:spPr>
              <a:xfrm>
                <a:off x="6408733" y="2039539"/>
                <a:ext cx="204076" cy="343245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4109" fill="none" extrusionOk="0">
                    <a:moveTo>
                      <a:pt x="1576" y="0"/>
                    </a:moveTo>
                    <a:lnTo>
                      <a:pt x="868" y="0"/>
                    </a:lnTo>
                    <a:cubicBezTo>
                      <a:pt x="389" y="0"/>
                      <a:pt x="1" y="457"/>
                      <a:pt x="1" y="982"/>
                    </a:cubicBezTo>
                    <a:lnTo>
                      <a:pt x="1" y="2100"/>
                    </a:lnTo>
                    <a:cubicBezTo>
                      <a:pt x="1" y="2123"/>
                      <a:pt x="1" y="2169"/>
                      <a:pt x="1" y="2192"/>
                    </a:cubicBezTo>
                    <a:cubicBezTo>
                      <a:pt x="1" y="2214"/>
                      <a:pt x="1" y="2260"/>
                      <a:pt x="1" y="2283"/>
                    </a:cubicBezTo>
                    <a:lnTo>
                      <a:pt x="1" y="2968"/>
                    </a:lnTo>
                    <a:lnTo>
                      <a:pt x="1" y="2990"/>
                    </a:lnTo>
                    <a:lnTo>
                      <a:pt x="1" y="3675"/>
                    </a:lnTo>
                    <a:cubicBezTo>
                      <a:pt x="1" y="3926"/>
                      <a:pt x="206" y="4109"/>
                      <a:pt x="434" y="4109"/>
                    </a:cubicBezTo>
                    <a:lnTo>
                      <a:pt x="731" y="4109"/>
                    </a:lnTo>
                    <a:cubicBezTo>
                      <a:pt x="959" y="4109"/>
                      <a:pt x="1165" y="3926"/>
                      <a:pt x="1165" y="3675"/>
                    </a:cubicBezTo>
                    <a:lnTo>
                      <a:pt x="1165" y="3082"/>
                    </a:lnTo>
                    <a:lnTo>
                      <a:pt x="1576" y="3082"/>
                    </a:lnTo>
                    <a:cubicBezTo>
                      <a:pt x="2055" y="3082"/>
                      <a:pt x="2443" y="2648"/>
                      <a:pt x="2443" y="2100"/>
                    </a:cubicBezTo>
                    <a:lnTo>
                      <a:pt x="2443" y="982"/>
                    </a:lnTo>
                    <a:cubicBezTo>
                      <a:pt x="2443" y="457"/>
                      <a:pt x="2055" y="0"/>
                      <a:pt x="157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0"/>
              <p:cNvSpPr/>
              <p:nvPr/>
            </p:nvSpPr>
            <p:spPr>
              <a:xfrm>
                <a:off x="6416335" y="2101270"/>
                <a:ext cx="200317" cy="196140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348" extrusionOk="0">
                    <a:moveTo>
                      <a:pt x="195" y="1"/>
                    </a:moveTo>
                    <a:cubicBezTo>
                      <a:pt x="140" y="1"/>
                      <a:pt x="1" y="813"/>
                      <a:pt x="1" y="813"/>
                    </a:cubicBezTo>
                    <a:cubicBezTo>
                      <a:pt x="1" y="813"/>
                      <a:pt x="47" y="1704"/>
                      <a:pt x="298" y="2046"/>
                    </a:cubicBezTo>
                    <a:cubicBezTo>
                      <a:pt x="497" y="2326"/>
                      <a:pt x="942" y="2343"/>
                      <a:pt x="1050" y="2343"/>
                    </a:cubicBezTo>
                    <a:cubicBezTo>
                      <a:pt x="1065" y="2343"/>
                      <a:pt x="1074" y="2343"/>
                      <a:pt x="1074" y="2343"/>
                    </a:cubicBezTo>
                    <a:cubicBezTo>
                      <a:pt x="1074" y="2343"/>
                      <a:pt x="1134" y="2347"/>
                      <a:pt x="1225" y="2347"/>
                    </a:cubicBezTo>
                    <a:cubicBezTo>
                      <a:pt x="1428" y="2347"/>
                      <a:pt x="1783" y="2325"/>
                      <a:pt x="1941" y="2183"/>
                    </a:cubicBezTo>
                    <a:cubicBezTo>
                      <a:pt x="2124" y="2046"/>
                      <a:pt x="2398" y="1726"/>
                      <a:pt x="2352" y="1498"/>
                    </a:cubicBezTo>
                    <a:cubicBezTo>
                      <a:pt x="2286" y="1279"/>
                      <a:pt x="1989" y="1018"/>
                      <a:pt x="1480" y="1018"/>
                    </a:cubicBezTo>
                    <a:cubicBezTo>
                      <a:pt x="1459" y="1018"/>
                      <a:pt x="1438" y="1018"/>
                      <a:pt x="1416" y="1019"/>
                    </a:cubicBezTo>
                    <a:cubicBezTo>
                      <a:pt x="917" y="1039"/>
                      <a:pt x="784" y="1409"/>
                      <a:pt x="560" y="1409"/>
                    </a:cubicBezTo>
                    <a:cubicBezTo>
                      <a:pt x="528" y="1409"/>
                      <a:pt x="494" y="1401"/>
                      <a:pt x="457" y="1384"/>
                    </a:cubicBezTo>
                    <a:cubicBezTo>
                      <a:pt x="252" y="1293"/>
                      <a:pt x="252" y="197"/>
                      <a:pt x="206" y="15"/>
                    </a:cubicBezTo>
                    <a:cubicBezTo>
                      <a:pt x="203" y="5"/>
                      <a:pt x="200" y="1"/>
                      <a:pt x="1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0"/>
              <p:cNvSpPr/>
              <p:nvPr/>
            </p:nvSpPr>
            <p:spPr>
              <a:xfrm>
                <a:off x="6492601" y="2138693"/>
                <a:ext cx="26815" cy="26731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0" extrusionOk="0">
                    <a:moveTo>
                      <a:pt x="161" y="0"/>
                    </a:moveTo>
                    <a:cubicBezTo>
                      <a:pt x="69" y="0"/>
                      <a:pt x="1" y="69"/>
                      <a:pt x="1" y="160"/>
                    </a:cubicBezTo>
                    <a:cubicBezTo>
                      <a:pt x="1" y="251"/>
                      <a:pt x="69" y="320"/>
                      <a:pt x="161" y="320"/>
                    </a:cubicBezTo>
                    <a:cubicBezTo>
                      <a:pt x="252" y="320"/>
                      <a:pt x="320" y="251"/>
                      <a:pt x="320" y="160"/>
                    </a:cubicBezTo>
                    <a:cubicBezTo>
                      <a:pt x="320" y="69"/>
                      <a:pt x="252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0"/>
              <p:cNvSpPr/>
              <p:nvPr/>
            </p:nvSpPr>
            <p:spPr>
              <a:xfrm>
                <a:off x="6580310" y="2138693"/>
                <a:ext cx="2297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275" h="275" extrusionOk="0">
                    <a:moveTo>
                      <a:pt x="138" y="0"/>
                    </a:moveTo>
                    <a:cubicBezTo>
                      <a:pt x="69" y="0"/>
                      <a:pt x="1" y="69"/>
                      <a:pt x="1" y="137"/>
                    </a:cubicBezTo>
                    <a:cubicBezTo>
                      <a:pt x="1" y="228"/>
                      <a:pt x="69" y="274"/>
                      <a:pt x="138" y="274"/>
                    </a:cubicBezTo>
                    <a:cubicBezTo>
                      <a:pt x="229" y="274"/>
                      <a:pt x="275" y="228"/>
                      <a:pt x="275" y="137"/>
                    </a:cubicBezTo>
                    <a:cubicBezTo>
                      <a:pt x="275" y="69"/>
                      <a:pt x="229" y="0"/>
                      <a:pt x="1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0"/>
              <p:cNvSpPr/>
              <p:nvPr/>
            </p:nvSpPr>
            <p:spPr>
              <a:xfrm>
                <a:off x="6521252" y="2199673"/>
                <a:ext cx="47698" cy="26898"/>
              </a:xfrm>
              <a:custGeom>
                <a:avLst/>
                <a:gdLst/>
                <a:ahLst/>
                <a:cxnLst/>
                <a:rect l="l" t="t" r="r" b="b"/>
                <a:pathLst>
                  <a:path w="571" h="322" extrusionOk="0">
                    <a:moveTo>
                      <a:pt x="0" y="1"/>
                    </a:moveTo>
                    <a:cubicBezTo>
                      <a:pt x="0" y="130"/>
                      <a:pt x="123" y="322"/>
                      <a:pt x="292" y="322"/>
                    </a:cubicBezTo>
                    <a:cubicBezTo>
                      <a:pt x="301" y="322"/>
                      <a:pt x="310" y="321"/>
                      <a:pt x="320" y="320"/>
                    </a:cubicBezTo>
                    <a:cubicBezTo>
                      <a:pt x="480" y="297"/>
                      <a:pt x="571" y="69"/>
                      <a:pt x="571" y="6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0"/>
              <p:cNvSpPr/>
              <p:nvPr/>
            </p:nvSpPr>
            <p:spPr>
              <a:xfrm>
                <a:off x="6483495" y="2123407"/>
                <a:ext cx="33999" cy="1378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165" extrusionOk="0">
                    <a:moveTo>
                      <a:pt x="338" y="1"/>
                    </a:moveTo>
                    <a:cubicBezTo>
                      <a:pt x="247" y="1"/>
                      <a:pt x="156" y="23"/>
                      <a:pt x="41" y="69"/>
                    </a:cubicBezTo>
                    <a:cubicBezTo>
                      <a:pt x="1" y="89"/>
                      <a:pt x="14" y="164"/>
                      <a:pt x="50" y="164"/>
                    </a:cubicBezTo>
                    <a:cubicBezTo>
                      <a:pt x="55" y="164"/>
                      <a:pt x="59" y="163"/>
                      <a:pt x="64" y="160"/>
                    </a:cubicBezTo>
                    <a:cubicBezTo>
                      <a:pt x="156" y="138"/>
                      <a:pt x="247" y="115"/>
                      <a:pt x="338" y="92"/>
                    </a:cubicBezTo>
                    <a:cubicBezTo>
                      <a:pt x="407" y="92"/>
                      <a:pt x="407" y="1"/>
                      <a:pt x="3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0"/>
              <p:cNvSpPr/>
              <p:nvPr/>
            </p:nvSpPr>
            <p:spPr>
              <a:xfrm>
                <a:off x="6570871" y="2117727"/>
                <a:ext cx="31827" cy="11778"/>
              </a:xfrm>
              <a:custGeom>
                <a:avLst/>
                <a:gdLst/>
                <a:ahLst/>
                <a:cxnLst/>
                <a:rect l="l" t="t" r="r" b="b"/>
                <a:pathLst>
                  <a:path w="381" h="141" extrusionOk="0">
                    <a:moveTo>
                      <a:pt x="68" y="0"/>
                    </a:moveTo>
                    <a:cubicBezTo>
                      <a:pt x="6" y="0"/>
                      <a:pt x="0" y="94"/>
                      <a:pt x="51" y="94"/>
                    </a:cubicBezTo>
                    <a:cubicBezTo>
                      <a:pt x="56" y="94"/>
                      <a:pt x="62" y="94"/>
                      <a:pt x="68" y="91"/>
                    </a:cubicBezTo>
                    <a:cubicBezTo>
                      <a:pt x="160" y="91"/>
                      <a:pt x="228" y="114"/>
                      <a:pt x="296" y="137"/>
                    </a:cubicBezTo>
                    <a:cubicBezTo>
                      <a:pt x="304" y="140"/>
                      <a:pt x="311" y="141"/>
                      <a:pt x="317" y="141"/>
                    </a:cubicBezTo>
                    <a:cubicBezTo>
                      <a:pt x="369" y="141"/>
                      <a:pt x="380" y="66"/>
                      <a:pt x="319" y="46"/>
                    </a:cubicBezTo>
                    <a:cubicBezTo>
                      <a:pt x="251" y="23"/>
                      <a:pt x="160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0"/>
              <p:cNvSpPr/>
              <p:nvPr/>
            </p:nvSpPr>
            <p:spPr>
              <a:xfrm>
                <a:off x="6544725" y="2133347"/>
                <a:ext cx="28068" cy="43856"/>
              </a:xfrm>
              <a:custGeom>
                <a:avLst/>
                <a:gdLst/>
                <a:ahLst/>
                <a:cxnLst/>
                <a:rect l="l" t="t" r="r" b="b"/>
                <a:pathLst>
                  <a:path w="336" h="525" extrusionOk="0">
                    <a:moveTo>
                      <a:pt x="135" y="0"/>
                    </a:moveTo>
                    <a:cubicBezTo>
                      <a:pt x="99" y="0"/>
                      <a:pt x="68" y="38"/>
                      <a:pt x="84" y="87"/>
                    </a:cubicBezTo>
                    <a:cubicBezTo>
                      <a:pt x="107" y="156"/>
                      <a:pt x="176" y="224"/>
                      <a:pt x="199" y="315"/>
                    </a:cubicBezTo>
                    <a:cubicBezTo>
                      <a:pt x="221" y="338"/>
                      <a:pt x="244" y="384"/>
                      <a:pt x="199" y="407"/>
                    </a:cubicBezTo>
                    <a:cubicBezTo>
                      <a:pt x="153" y="407"/>
                      <a:pt x="107" y="429"/>
                      <a:pt x="62" y="429"/>
                    </a:cubicBezTo>
                    <a:cubicBezTo>
                      <a:pt x="1" y="450"/>
                      <a:pt x="30" y="524"/>
                      <a:pt x="70" y="524"/>
                    </a:cubicBezTo>
                    <a:cubicBezTo>
                      <a:pt x="74" y="524"/>
                      <a:pt x="79" y="523"/>
                      <a:pt x="84" y="521"/>
                    </a:cubicBezTo>
                    <a:cubicBezTo>
                      <a:pt x="176" y="498"/>
                      <a:pt x="244" y="498"/>
                      <a:pt x="313" y="475"/>
                    </a:cubicBezTo>
                    <a:cubicBezTo>
                      <a:pt x="336" y="452"/>
                      <a:pt x="336" y="452"/>
                      <a:pt x="336" y="429"/>
                    </a:cubicBezTo>
                    <a:cubicBezTo>
                      <a:pt x="336" y="292"/>
                      <a:pt x="221" y="156"/>
                      <a:pt x="176" y="19"/>
                    </a:cubicBezTo>
                    <a:cubicBezTo>
                      <a:pt x="163" y="6"/>
                      <a:pt x="149" y="0"/>
                      <a:pt x="1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0"/>
              <p:cNvSpPr/>
              <p:nvPr/>
            </p:nvSpPr>
            <p:spPr>
              <a:xfrm>
                <a:off x="6288613" y="1909311"/>
                <a:ext cx="472557" cy="351515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4208" extrusionOk="0">
                    <a:moveTo>
                      <a:pt x="4577" y="1"/>
                    </a:moveTo>
                    <a:cubicBezTo>
                      <a:pt x="4549" y="1"/>
                      <a:pt x="4522" y="3"/>
                      <a:pt x="4497" y="7"/>
                    </a:cubicBezTo>
                    <a:cubicBezTo>
                      <a:pt x="4109" y="76"/>
                      <a:pt x="3630" y="646"/>
                      <a:pt x="3630" y="646"/>
                    </a:cubicBezTo>
                    <a:cubicBezTo>
                      <a:pt x="3630" y="646"/>
                      <a:pt x="4018" y="144"/>
                      <a:pt x="3630" y="53"/>
                    </a:cubicBezTo>
                    <a:cubicBezTo>
                      <a:pt x="3601" y="47"/>
                      <a:pt x="3573" y="45"/>
                      <a:pt x="3544" y="45"/>
                    </a:cubicBezTo>
                    <a:cubicBezTo>
                      <a:pt x="3205" y="45"/>
                      <a:pt x="2859" y="403"/>
                      <a:pt x="2648" y="760"/>
                    </a:cubicBezTo>
                    <a:cubicBezTo>
                      <a:pt x="2648" y="760"/>
                      <a:pt x="2568" y="753"/>
                      <a:pt x="2437" y="753"/>
                    </a:cubicBezTo>
                    <a:cubicBezTo>
                      <a:pt x="1989" y="753"/>
                      <a:pt x="955" y="835"/>
                      <a:pt x="548" y="1559"/>
                    </a:cubicBezTo>
                    <a:cubicBezTo>
                      <a:pt x="1" y="2518"/>
                      <a:pt x="411" y="3226"/>
                      <a:pt x="1370" y="4207"/>
                    </a:cubicBezTo>
                    <a:lnTo>
                      <a:pt x="1644" y="3568"/>
                    </a:lnTo>
                    <a:lnTo>
                      <a:pt x="1621" y="3294"/>
                    </a:lnTo>
                    <a:lnTo>
                      <a:pt x="1758" y="2427"/>
                    </a:lnTo>
                    <a:cubicBezTo>
                      <a:pt x="1758" y="2427"/>
                      <a:pt x="2031" y="2460"/>
                      <a:pt x="2423" y="2460"/>
                    </a:cubicBezTo>
                    <a:cubicBezTo>
                      <a:pt x="3192" y="2460"/>
                      <a:pt x="4417" y="2330"/>
                      <a:pt x="4931" y="1559"/>
                    </a:cubicBezTo>
                    <a:cubicBezTo>
                      <a:pt x="5657" y="470"/>
                      <a:pt x="4985" y="1"/>
                      <a:pt x="45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0"/>
              <p:cNvSpPr/>
              <p:nvPr/>
            </p:nvSpPr>
            <p:spPr>
              <a:xfrm>
                <a:off x="6336310" y="2142452"/>
                <a:ext cx="95397" cy="95481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143" extrusionOk="0">
                    <a:moveTo>
                      <a:pt x="571" y="1"/>
                    </a:moveTo>
                    <a:cubicBezTo>
                      <a:pt x="251" y="1"/>
                      <a:pt x="0" y="252"/>
                      <a:pt x="0" y="572"/>
                    </a:cubicBezTo>
                    <a:cubicBezTo>
                      <a:pt x="0" y="891"/>
                      <a:pt x="251" y="1142"/>
                      <a:pt x="571" y="1142"/>
                    </a:cubicBezTo>
                    <a:cubicBezTo>
                      <a:pt x="868" y="1142"/>
                      <a:pt x="1141" y="891"/>
                      <a:pt x="1141" y="572"/>
                    </a:cubicBezTo>
                    <a:cubicBezTo>
                      <a:pt x="1141" y="252"/>
                      <a:pt x="868" y="1"/>
                      <a:pt x="57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0"/>
              <p:cNvSpPr/>
              <p:nvPr/>
            </p:nvSpPr>
            <p:spPr>
              <a:xfrm>
                <a:off x="6336310" y="2142452"/>
                <a:ext cx="95397" cy="95481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143" fill="none" extrusionOk="0">
                    <a:moveTo>
                      <a:pt x="1141" y="572"/>
                    </a:moveTo>
                    <a:cubicBezTo>
                      <a:pt x="1141" y="891"/>
                      <a:pt x="868" y="1142"/>
                      <a:pt x="571" y="1142"/>
                    </a:cubicBezTo>
                    <a:cubicBezTo>
                      <a:pt x="251" y="1142"/>
                      <a:pt x="0" y="891"/>
                      <a:pt x="0" y="572"/>
                    </a:cubicBezTo>
                    <a:cubicBezTo>
                      <a:pt x="0" y="252"/>
                      <a:pt x="251" y="1"/>
                      <a:pt x="571" y="1"/>
                    </a:cubicBezTo>
                    <a:cubicBezTo>
                      <a:pt x="868" y="1"/>
                      <a:pt x="1141" y="252"/>
                      <a:pt x="1141" y="57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0"/>
              <p:cNvSpPr/>
              <p:nvPr/>
            </p:nvSpPr>
            <p:spPr>
              <a:xfrm>
                <a:off x="6372480" y="2161331"/>
                <a:ext cx="38259" cy="33665"/>
              </a:xfrm>
              <a:custGeom>
                <a:avLst/>
                <a:gdLst/>
                <a:ahLst/>
                <a:cxnLst/>
                <a:rect l="l" t="t" r="r" b="b"/>
                <a:pathLst>
                  <a:path w="458" h="403" extrusionOk="0">
                    <a:moveTo>
                      <a:pt x="95" y="1"/>
                    </a:moveTo>
                    <a:cubicBezTo>
                      <a:pt x="79" y="1"/>
                      <a:pt x="63" y="1"/>
                      <a:pt x="47" y="3"/>
                    </a:cubicBezTo>
                    <a:cubicBezTo>
                      <a:pt x="1" y="3"/>
                      <a:pt x="1" y="72"/>
                      <a:pt x="47" y="72"/>
                    </a:cubicBezTo>
                    <a:cubicBezTo>
                      <a:pt x="252" y="72"/>
                      <a:pt x="389" y="163"/>
                      <a:pt x="366" y="368"/>
                    </a:cubicBezTo>
                    <a:cubicBezTo>
                      <a:pt x="366" y="391"/>
                      <a:pt x="389" y="403"/>
                      <a:pt x="412" y="403"/>
                    </a:cubicBezTo>
                    <a:cubicBezTo>
                      <a:pt x="435" y="403"/>
                      <a:pt x="457" y="391"/>
                      <a:pt x="457" y="368"/>
                    </a:cubicBezTo>
                    <a:cubicBezTo>
                      <a:pt x="457" y="135"/>
                      <a:pt x="300" y="1"/>
                      <a:pt x="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73" name="Google Shape;973;p40"/>
          <p:cNvSpPr/>
          <p:nvPr/>
        </p:nvSpPr>
        <p:spPr>
          <a:xfrm>
            <a:off x="5091167" y="4588837"/>
            <a:ext cx="3621811" cy="64"/>
          </a:xfrm>
          <a:custGeom>
            <a:avLst/>
            <a:gdLst/>
            <a:ahLst/>
            <a:cxnLst/>
            <a:rect l="l" t="t" r="r" b="b"/>
            <a:pathLst>
              <a:path w="56996" h="1" fill="none" extrusionOk="0">
                <a:moveTo>
                  <a:pt x="1" y="0"/>
                </a:moveTo>
                <a:lnTo>
                  <a:pt x="56995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40"/>
          <p:cNvSpPr/>
          <p:nvPr/>
        </p:nvSpPr>
        <p:spPr>
          <a:xfrm>
            <a:off x="8317603" y="953490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40"/>
          <p:cNvSpPr/>
          <p:nvPr/>
        </p:nvSpPr>
        <p:spPr>
          <a:xfrm>
            <a:off x="7834642" y="1301475"/>
            <a:ext cx="520751" cy="520751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4E2B-8AFF-4EC2-84A3-AAB8CB5E3B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46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"/>
          <p:cNvSpPr txBox="1">
            <a:spLocks noGrp="1"/>
          </p:cNvSpPr>
          <p:nvPr>
            <p:ph type="subTitle" idx="1"/>
          </p:nvPr>
        </p:nvSpPr>
        <p:spPr>
          <a:xfrm>
            <a:off x="1310725" y="2677160"/>
            <a:ext cx="6499033" cy="129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/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 yang </a:t>
            </a:r>
            <a:r>
              <a:rPr lang="en-US" dirty="0" err="1"/>
              <a:t>mempelajari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keterampilan</a:t>
            </a:r>
            <a:r>
              <a:rPr lang="en-US" dirty="0"/>
              <a:t>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menciptakan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err="1"/>
              <a:t>guna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menyelesaikan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 dan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konvensional</a:t>
            </a:r>
            <a:r>
              <a:rPr lang="en-US" dirty="0"/>
              <a:t>. </a:t>
            </a:r>
            <a:r>
              <a:rPr lang="en-US" dirty="0" err="1"/>
              <a:t>Kemajuan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dihindari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kehidupan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kemajuan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berkembang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kemajuan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" name="Google Shape;738;p35">
            <a:extLst>
              <a:ext uri="{FF2B5EF4-FFF2-40B4-BE49-F238E27FC236}">
                <a16:creationId xmlns:a16="http://schemas.microsoft.com/office/drawing/2014/main" id="{95C4B16A-0393-4628-B866-F5F8418FA7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32491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dirty="0"/>
          </a:p>
        </p:txBody>
      </p:sp>
      <p:grpSp>
        <p:nvGrpSpPr>
          <p:cNvPr id="8" name="Google Shape;18089;p89">
            <a:extLst>
              <a:ext uri="{FF2B5EF4-FFF2-40B4-BE49-F238E27FC236}">
                <a16:creationId xmlns:a16="http://schemas.microsoft.com/office/drawing/2014/main" id="{F6218267-039A-4F80-B80E-E0D4BFD9C005}"/>
              </a:ext>
            </a:extLst>
          </p:cNvPr>
          <p:cNvGrpSpPr/>
          <p:nvPr/>
        </p:nvGrpSpPr>
        <p:grpSpPr>
          <a:xfrm>
            <a:off x="3846683" y="642072"/>
            <a:ext cx="1450634" cy="826672"/>
            <a:chOff x="7003021" y="2476992"/>
            <a:chExt cx="383749" cy="266600"/>
          </a:xfrm>
        </p:grpSpPr>
        <p:sp>
          <p:nvSpPr>
            <p:cNvPr id="9" name="Google Shape;18090;p89">
              <a:extLst>
                <a:ext uri="{FF2B5EF4-FFF2-40B4-BE49-F238E27FC236}">
                  <a16:creationId xmlns:a16="http://schemas.microsoft.com/office/drawing/2014/main" id="{558C950C-FDA4-4DBD-A1C7-B057F89A0C40}"/>
                </a:ext>
              </a:extLst>
            </p:cNvPr>
            <p:cNvSpPr/>
            <p:nvPr/>
          </p:nvSpPr>
          <p:spPr>
            <a:xfrm>
              <a:off x="7009345" y="2514445"/>
              <a:ext cx="371178" cy="223654"/>
            </a:xfrm>
            <a:custGeom>
              <a:avLst/>
              <a:gdLst/>
              <a:ahLst/>
              <a:cxnLst/>
              <a:rect l="l" t="t" r="r" b="b"/>
              <a:pathLst>
                <a:path w="14261" h="8593" extrusionOk="0">
                  <a:moveTo>
                    <a:pt x="7129" y="0"/>
                  </a:moveTo>
                  <a:cubicBezTo>
                    <a:pt x="6281" y="0"/>
                    <a:pt x="5007" y="546"/>
                    <a:pt x="3347" y="1619"/>
                  </a:cubicBezTo>
                  <a:cubicBezTo>
                    <a:pt x="2048" y="2463"/>
                    <a:pt x="852" y="3406"/>
                    <a:pt x="254" y="3892"/>
                  </a:cubicBezTo>
                  <a:cubicBezTo>
                    <a:pt x="1" y="4099"/>
                    <a:pt x="1" y="4490"/>
                    <a:pt x="254" y="4698"/>
                  </a:cubicBezTo>
                  <a:cubicBezTo>
                    <a:pt x="852" y="5187"/>
                    <a:pt x="2045" y="6130"/>
                    <a:pt x="3347" y="6971"/>
                  </a:cubicBezTo>
                  <a:cubicBezTo>
                    <a:pt x="5007" y="8047"/>
                    <a:pt x="6281" y="8593"/>
                    <a:pt x="7129" y="8593"/>
                  </a:cubicBezTo>
                  <a:cubicBezTo>
                    <a:pt x="7977" y="8593"/>
                    <a:pt x="9254" y="8047"/>
                    <a:pt x="10911" y="6971"/>
                  </a:cubicBezTo>
                  <a:cubicBezTo>
                    <a:pt x="12213" y="6130"/>
                    <a:pt x="13410" y="5187"/>
                    <a:pt x="14004" y="4698"/>
                  </a:cubicBezTo>
                  <a:cubicBezTo>
                    <a:pt x="14261" y="4490"/>
                    <a:pt x="14261" y="4099"/>
                    <a:pt x="14004" y="3892"/>
                  </a:cubicBezTo>
                  <a:cubicBezTo>
                    <a:pt x="13410" y="3406"/>
                    <a:pt x="12213" y="2463"/>
                    <a:pt x="10911" y="1619"/>
                  </a:cubicBezTo>
                  <a:cubicBezTo>
                    <a:pt x="9251" y="546"/>
                    <a:pt x="7977" y="0"/>
                    <a:pt x="7129" y="0"/>
                  </a:cubicBezTo>
                  <a:close/>
                </a:path>
              </a:pathLst>
            </a:custGeom>
            <a:solidFill>
              <a:srgbClr val="C9D4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091;p89">
              <a:extLst>
                <a:ext uri="{FF2B5EF4-FFF2-40B4-BE49-F238E27FC236}">
                  <a16:creationId xmlns:a16="http://schemas.microsoft.com/office/drawing/2014/main" id="{D2EF061C-B600-40C7-A77C-7373C785289A}"/>
                </a:ext>
              </a:extLst>
            </p:cNvPr>
            <p:cNvSpPr/>
            <p:nvPr/>
          </p:nvSpPr>
          <p:spPr>
            <a:xfrm>
              <a:off x="7009267" y="2514445"/>
              <a:ext cx="204134" cy="223654"/>
            </a:xfrm>
            <a:custGeom>
              <a:avLst/>
              <a:gdLst/>
              <a:ahLst/>
              <a:cxnLst/>
              <a:rect l="l" t="t" r="r" b="b"/>
              <a:pathLst>
                <a:path w="7843" h="8593" extrusionOk="0">
                  <a:moveTo>
                    <a:pt x="7132" y="0"/>
                  </a:moveTo>
                  <a:cubicBezTo>
                    <a:pt x="6281" y="0"/>
                    <a:pt x="5010" y="546"/>
                    <a:pt x="3350" y="1619"/>
                  </a:cubicBezTo>
                  <a:cubicBezTo>
                    <a:pt x="2048" y="2463"/>
                    <a:pt x="852" y="3406"/>
                    <a:pt x="257" y="3892"/>
                  </a:cubicBezTo>
                  <a:cubicBezTo>
                    <a:pt x="0" y="4099"/>
                    <a:pt x="0" y="4490"/>
                    <a:pt x="257" y="4698"/>
                  </a:cubicBezTo>
                  <a:cubicBezTo>
                    <a:pt x="852" y="5187"/>
                    <a:pt x="2048" y="6130"/>
                    <a:pt x="3350" y="6971"/>
                  </a:cubicBezTo>
                  <a:cubicBezTo>
                    <a:pt x="5010" y="8047"/>
                    <a:pt x="6284" y="8593"/>
                    <a:pt x="7132" y="8593"/>
                  </a:cubicBezTo>
                  <a:cubicBezTo>
                    <a:pt x="7371" y="8586"/>
                    <a:pt x="7611" y="8554"/>
                    <a:pt x="7843" y="8491"/>
                  </a:cubicBezTo>
                  <a:cubicBezTo>
                    <a:pt x="7048" y="8286"/>
                    <a:pt x="6020" y="7780"/>
                    <a:pt x="4771" y="6971"/>
                  </a:cubicBezTo>
                  <a:cubicBezTo>
                    <a:pt x="3469" y="6130"/>
                    <a:pt x="2273" y="5187"/>
                    <a:pt x="1675" y="4698"/>
                  </a:cubicBezTo>
                  <a:cubicBezTo>
                    <a:pt x="1422" y="4490"/>
                    <a:pt x="1422" y="4099"/>
                    <a:pt x="1675" y="3892"/>
                  </a:cubicBezTo>
                  <a:cubicBezTo>
                    <a:pt x="2273" y="3406"/>
                    <a:pt x="3469" y="2463"/>
                    <a:pt x="4771" y="1619"/>
                  </a:cubicBezTo>
                  <a:cubicBezTo>
                    <a:pt x="6017" y="813"/>
                    <a:pt x="7048" y="303"/>
                    <a:pt x="7843" y="99"/>
                  </a:cubicBezTo>
                  <a:cubicBezTo>
                    <a:pt x="7611" y="39"/>
                    <a:pt x="7371" y="4"/>
                    <a:pt x="7132" y="0"/>
                  </a:cubicBezTo>
                  <a:close/>
                </a:path>
              </a:pathLst>
            </a:custGeom>
            <a:solidFill>
              <a:srgbClr val="95A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092;p89">
              <a:extLst>
                <a:ext uri="{FF2B5EF4-FFF2-40B4-BE49-F238E27FC236}">
                  <a16:creationId xmlns:a16="http://schemas.microsoft.com/office/drawing/2014/main" id="{DF49A140-96F9-4C6C-BCEF-C6EE43188FF2}"/>
                </a:ext>
              </a:extLst>
            </p:cNvPr>
            <p:cNvSpPr/>
            <p:nvPr/>
          </p:nvSpPr>
          <p:spPr>
            <a:xfrm>
              <a:off x="7108614" y="2546251"/>
              <a:ext cx="166342" cy="159991"/>
            </a:xfrm>
            <a:custGeom>
              <a:avLst/>
              <a:gdLst/>
              <a:ahLst/>
              <a:cxnLst/>
              <a:rect l="l" t="t" r="r" b="b"/>
              <a:pathLst>
                <a:path w="6391" h="6147" extrusionOk="0">
                  <a:moveTo>
                    <a:pt x="3314" y="1"/>
                  </a:moveTo>
                  <a:cubicBezTo>
                    <a:pt x="2516" y="1"/>
                    <a:pt x="1732" y="312"/>
                    <a:pt x="1144" y="900"/>
                  </a:cubicBezTo>
                  <a:cubicBezTo>
                    <a:pt x="264" y="1780"/>
                    <a:pt x="1" y="3103"/>
                    <a:pt x="476" y="4250"/>
                  </a:cubicBezTo>
                  <a:cubicBezTo>
                    <a:pt x="954" y="5397"/>
                    <a:pt x="2073" y="6146"/>
                    <a:pt x="3315" y="6146"/>
                  </a:cubicBezTo>
                  <a:cubicBezTo>
                    <a:pt x="5011" y="6143"/>
                    <a:pt x="6387" y="4770"/>
                    <a:pt x="6390" y="3075"/>
                  </a:cubicBezTo>
                  <a:cubicBezTo>
                    <a:pt x="6390" y="1829"/>
                    <a:pt x="5641" y="710"/>
                    <a:pt x="4490" y="235"/>
                  </a:cubicBezTo>
                  <a:cubicBezTo>
                    <a:pt x="4110" y="78"/>
                    <a:pt x="3710" y="1"/>
                    <a:pt x="3314" y="1"/>
                  </a:cubicBezTo>
                  <a:close/>
                </a:path>
              </a:pathLst>
            </a:custGeom>
            <a:solidFill>
              <a:srgbClr val="7286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093;p89">
              <a:extLst>
                <a:ext uri="{FF2B5EF4-FFF2-40B4-BE49-F238E27FC236}">
                  <a16:creationId xmlns:a16="http://schemas.microsoft.com/office/drawing/2014/main" id="{6DE47121-39BF-4C97-A054-84537CD206EF}"/>
                </a:ext>
              </a:extLst>
            </p:cNvPr>
            <p:cNvSpPr/>
            <p:nvPr/>
          </p:nvSpPr>
          <p:spPr>
            <a:xfrm>
              <a:off x="7114939" y="2546225"/>
              <a:ext cx="95183" cy="160017"/>
            </a:xfrm>
            <a:custGeom>
              <a:avLst/>
              <a:gdLst/>
              <a:ahLst/>
              <a:cxnLst/>
              <a:rect l="l" t="t" r="r" b="b"/>
              <a:pathLst>
                <a:path w="3657" h="6148" extrusionOk="0">
                  <a:moveTo>
                    <a:pt x="3067" y="0"/>
                  </a:moveTo>
                  <a:cubicBezTo>
                    <a:pt x="1411" y="0"/>
                    <a:pt x="0" y="1346"/>
                    <a:pt x="0" y="3076"/>
                  </a:cubicBezTo>
                  <a:cubicBezTo>
                    <a:pt x="0" y="4802"/>
                    <a:pt x="1411" y="6147"/>
                    <a:pt x="3067" y="6147"/>
                  </a:cubicBezTo>
                  <a:cubicBezTo>
                    <a:pt x="3261" y="6147"/>
                    <a:pt x="3458" y="6129"/>
                    <a:pt x="3656" y="6091"/>
                  </a:cubicBezTo>
                  <a:cubicBezTo>
                    <a:pt x="2214" y="5809"/>
                    <a:pt x="1172" y="4546"/>
                    <a:pt x="1169" y="3076"/>
                  </a:cubicBezTo>
                  <a:cubicBezTo>
                    <a:pt x="1172" y="1605"/>
                    <a:pt x="2214" y="338"/>
                    <a:pt x="3656" y="57"/>
                  </a:cubicBezTo>
                  <a:cubicBezTo>
                    <a:pt x="3458" y="18"/>
                    <a:pt x="3261" y="0"/>
                    <a:pt x="3067" y="0"/>
                  </a:cubicBezTo>
                  <a:close/>
                </a:path>
              </a:pathLst>
            </a:custGeom>
            <a:solidFill>
              <a:srgbClr val="5A70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094;p89">
              <a:extLst>
                <a:ext uri="{FF2B5EF4-FFF2-40B4-BE49-F238E27FC236}">
                  <a16:creationId xmlns:a16="http://schemas.microsoft.com/office/drawing/2014/main" id="{8C7D4757-BB83-437A-99B8-23D23F587196}"/>
                </a:ext>
              </a:extLst>
            </p:cNvPr>
            <p:cNvSpPr/>
            <p:nvPr/>
          </p:nvSpPr>
          <p:spPr>
            <a:xfrm>
              <a:off x="7151377" y="2585865"/>
              <a:ext cx="83913" cy="80711"/>
            </a:xfrm>
            <a:custGeom>
              <a:avLst/>
              <a:gdLst/>
              <a:ahLst/>
              <a:cxnLst/>
              <a:rect l="l" t="t" r="r" b="b"/>
              <a:pathLst>
                <a:path w="3224" h="3101" extrusionOk="0">
                  <a:moveTo>
                    <a:pt x="1671" y="1"/>
                  </a:moveTo>
                  <a:cubicBezTo>
                    <a:pt x="1269" y="1"/>
                    <a:pt x="874" y="159"/>
                    <a:pt x="578" y="455"/>
                  </a:cubicBezTo>
                  <a:cubicBezTo>
                    <a:pt x="134" y="898"/>
                    <a:pt x="1" y="1567"/>
                    <a:pt x="240" y="2144"/>
                  </a:cubicBezTo>
                  <a:cubicBezTo>
                    <a:pt x="479" y="2724"/>
                    <a:pt x="1046" y="3101"/>
                    <a:pt x="1672" y="3101"/>
                  </a:cubicBezTo>
                  <a:cubicBezTo>
                    <a:pt x="2531" y="3101"/>
                    <a:pt x="3224" y="2407"/>
                    <a:pt x="3224" y="1553"/>
                  </a:cubicBezTo>
                  <a:cubicBezTo>
                    <a:pt x="3224" y="923"/>
                    <a:pt x="2847" y="360"/>
                    <a:pt x="2267" y="120"/>
                  </a:cubicBezTo>
                  <a:cubicBezTo>
                    <a:pt x="2074" y="40"/>
                    <a:pt x="1872" y="1"/>
                    <a:pt x="1671" y="1"/>
                  </a:cubicBezTo>
                  <a:close/>
                </a:path>
              </a:pathLst>
            </a:custGeom>
            <a:solidFill>
              <a:srgbClr val="5C70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095;p89">
              <a:extLst>
                <a:ext uri="{FF2B5EF4-FFF2-40B4-BE49-F238E27FC236}">
                  <a16:creationId xmlns:a16="http://schemas.microsoft.com/office/drawing/2014/main" id="{9260F822-6F44-48BB-8C9D-F3BD74AA67EE}"/>
                </a:ext>
              </a:extLst>
            </p:cNvPr>
            <p:cNvSpPr/>
            <p:nvPr/>
          </p:nvSpPr>
          <p:spPr>
            <a:xfrm>
              <a:off x="7154501" y="2585839"/>
              <a:ext cx="56167" cy="80815"/>
            </a:xfrm>
            <a:custGeom>
              <a:avLst/>
              <a:gdLst/>
              <a:ahLst/>
              <a:cxnLst/>
              <a:rect l="l" t="t" r="r" b="b"/>
              <a:pathLst>
                <a:path w="2158" h="3105" extrusionOk="0">
                  <a:moveTo>
                    <a:pt x="1552" y="1"/>
                  </a:moveTo>
                  <a:cubicBezTo>
                    <a:pt x="734" y="1"/>
                    <a:pt x="0" y="660"/>
                    <a:pt x="0" y="1554"/>
                  </a:cubicBezTo>
                  <a:cubicBezTo>
                    <a:pt x="0" y="2443"/>
                    <a:pt x="733" y="3104"/>
                    <a:pt x="1550" y="3104"/>
                  </a:cubicBezTo>
                  <a:cubicBezTo>
                    <a:pt x="1751" y="3104"/>
                    <a:pt x="1956" y="3064"/>
                    <a:pt x="2157" y="2978"/>
                  </a:cubicBezTo>
                  <a:cubicBezTo>
                    <a:pt x="1584" y="2736"/>
                    <a:pt x="1214" y="2173"/>
                    <a:pt x="1214" y="1554"/>
                  </a:cubicBezTo>
                  <a:cubicBezTo>
                    <a:pt x="1214" y="931"/>
                    <a:pt x="1584" y="368"/>
                    <a:pt x="2157" y="125"/>
                  </a:cubicBezTo>
                  <a:cubicBezTo>
                    <a:pt x="1957" y="40"/>
                    <a:pt x="1752" y="1"/>
                    <a:pt x="1552" y="1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096;p89">
              <a:extLst>
                <a:ext uri="{FF2B5EF4-FFF2-40B4-BE49-F238E27FC236}">
                  <a16:creationId xmlns:a16="http://schemas.microsoft.com/office/drawing/2014/main" id="{618704DC-A660-4782-8A05-B8C58EC124A7}"/>
                </a:ext>
              </a:extLst>
            </p:cNvPr>
            <p:cNvSpPr/>
            <p:nvPr/>
          </p:nvSpPr>
          <p:spPr>
            <a:xfrm>
              <a:off x="7204864" y="2588390"/>
              <a:ext cx="32534" cy="27901"/>
            </a:xfrm>
            <a:custGeom>
              <a:avLst/>
              <a:gdLst/>
              <a:ahLst/>
              <a:cxnLst/>
              <a:rect l="l" t="t" r="r" b="b"/>
              <a:pathLst>
                <a:path w="1250" h="1072" extrusionOk="0">
                  <a:moveTo>
                    <a:pt x="540" y="1"/>
                  </a:moveTo>
                  <a:cubicBezTo>
                    <a:pt x="265" y="1"/>
                    <a:pt x="1" y="213"/>
                    <a:pt x="1" y="537"/>
                  </a:cubicBezTo>
                  <a:cubicBezTo>
                    <a:pt x="1" y="833"/>
                    <a:pt x="240" y="1072"/>
                    <a:pt x="535" y="1072"/>
                  </a:cubicBezTo>
                  <a:cubicBezTo>
                    <a:pt x="1010" y="1072"/>
                    <a:pt x="1250" y="495"/>
                    <a:pt x="915" y="157"/>
                  </a:cubicBezTo>
                  <a:cubicBezTo>
                    <a:pt x="806" y="49"/>
                    <a:pt x="672" y="1"/>
                    <a:pt x="540" y="1"/>
                  </a:cubicBezTo>
                  <a:close/>
                </a:path>
              </a:pathLst>
            </a:custGeom>
            <a:solidFill>
              <a:srgbClr val="95A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097;p89">
              <a:extLst>
                <a:ext uri="{FF2B5EF4-FFF2-40B4-BE49-F238E27FC236}">
                  <a16:creationId xmlns:a16="http://schemas.microsoft.com/office/drawing/2014/main" id="{709AB31D-0B6E-44EC-B2A0-C21DB91EF172}"/>
                </a:ext>
              </a:extLst>
            </p:cNvPr>
            <p:cNvSpPr/>
            <p:nvPr/>
          </p:nvSpPr>
          <p:spPr>
            <a:xfrm>
              <a:off x="7309521" y="2529255"/>
              <a:ext cx="37063" cy="25663"/>
            </a:xfrm>
            <a:custGeom>
              <a:avLst/>
              <a:gdLst/>
              <a:ahLst/>
              <a:cxnLst/>
              <a:rect l="l" t="t" r="r" b="b"/>
              <a:pathLst>
                <a:path w="1424" h="986" extrusionOk="0">
                  <a:moveTo>
                    <a:pt x="333" y="0"/>
                  </a:moveTo>
                  <a:cubicBezTo>
                    <a:pt x="135" y="0"/>
                    <a:pt x="0" y="285"/>
                    <a:pt x="209" y="424"/>
                  </a:cubicBezTo>
                  <a:lnTo>
                    <a:pt x="212" y="424"/>
                  </a:lnTo>
                  <a:cubicBezTo>
                    <a:pt x="455" y="589"/>
                    <a:pt x="712" y="761"/>
                    <a:pt x="969" y="944"/>
                  </a:cubicBezTo>
                  <a:cubicBezTo>
                    <a:pt x="1012" y="973"/>
                    <a:pt x="1056" y="985"/>
                    <a:pt x="1097" y="985"/>
                  </a:cubicBezTo>
                  <a:cubicBezTo>
                    <a:pt x="1288" y="985"/>
                    <a:pt x="1424" y="716"/>
                    <a:pt x="1233" y="571"/>
                  </a:cubicBezTo>
                  <a:cubicBezTo>
                    <a:pt x="972" y="385"/>
                    <a:pt x="712" y="209"/>
                    <a:pt x="466" y="44"/>
                  </a:cubicBezTo>
                  <a:cubicBezTo>
                    <a:pt x="420" y="13"/>
                    <a:pt x="375" y="0"/>
                    <a:pt x="3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098;p89">
              <a:extLst>
                <a:ext uri="{FF2B5EF4-FFF2-40B4-BE49-F238E27FC236}">
                  <a16:creationId xmlns:a16="http://schemas.microsoft.com/office/drawing/2014/main" id="{B7241C32-F9F6-4C32-9E5E-E76B491F901E}"/>
                </a:ext>
              </a:extLst>
            </p:cNvPr>
            <p:cNvSpPr/>
            <p:nvPr/>
          </p:nvSpPr>
          <p:spPr>
            <a:xfrm>
              <a:off x="7073998" y="2476992"/>
              <a:ext cx="225216" cy="57260"/>
            </a:xfrm>
            <a:custGeom>
              <a:avLst/>
              <a:gdLst/>
              <a:ahLst/>
              <a:cxnLst/>
              <a:rect l="l" t="t" r="r" b="b"/>
              <a:pathLst>
                <a:path w="8653" h="2200" extrusionOk="0">
                  <a:moveTo>
                    <a:pt x="4645" y="0"/>
                  </a:moveTo>
                  <a:cubicBezTo>
                    <a:pt x="3523" y="0"/>
                    <a:pt x="2066" y="581"/>
                    <a:pt x="194" y="1777"/>
                  </a:cubicBezTo>
                  <a:cubicBezTo>
                    <a:pt x="1" y="1900"/>
                    <a:pt x="89" y="2199"/>
                    <a:pt x="317" y="2199"/>
                  </a:cubicBezTo>
                  <a:cubicBezTo>
                    <a:pt x="363" y="2199"/>
                    <a:pt x="405" y="2189"/>
                    <a:pt x="440" y="2164"/>
                  </a:cubicBezTo>
                  <a:cubicBezTo>
                    <a:pt x="2235" y="1017"/>
                    <a:pt x="3611" y="461"/>
                    <a:pt x="4645" y="461"/>
                  </a:cubicBezTo>
                  <a:cubicBezTo>
                    <a:pt x="5553" y="461"/>
                    <a:pt x="6714" y="887"/>
                    <a:pt x="8199" y="1763"/>
                  </a:cubicBezTo>
                  <a:cubicBezTo>
                    <a:pt x="8241" y="1788"/>
                    <a:pt x="8282" y="1799"/>
                    <a:pt x="8320" y="1799"/>
                  </a:cubicBezTo>
                  <a:cubicBezTo>
                    <a:pt x="8524" y="1799"/>
                    <a:pt x="8653" y="1499"/>
                    <a:pt x="8431" y="1366"/>
                  </a:cubicBezTo>
                  <a:cubicBezTo>
                    <a:pt x="6876" y="447"/>
                    <a:pt x="5637" y="0"/>
                    <a:pt x="464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099;p89">
              <a:extLst>
                <a:ext uri="{FF2B5EF4-FFF2-40B4-BE49-F238E27FC236}">
                  <a16:creationId xmlns:a16="http://schemas.microsoft.com/office/drawing/2014/main" id="{A9A31846-E4CF-4C37-B4C3-2DD1A8A053A6}"/>
                </a:ext>
              </a:extLst>
            </p:cNvPr>
            <p:cNvSpPr/>
            <p:nvPr/>
          </p:nvSpPr>
          <p:spPr>
            <a:xfrm>
              <a:off x="7003021" y="2508849"/>
              <a:ext cx="383749" cy="234742"/>
            </a:xfrm>
            <a:custGeom>
              <a:avLst/>
              <a:gdLst/>
              <a:ahLst/>
              <a:cxnLst/>
              <a:rect l="l" t="t" r="r" b="b"/>
              <a:pathLst>
                <a:path w="14744" h="9019" extrusionOk="0">
                  <a:moveTo>
                    <a:pt x="7372" y="458"/>
                  </a:moveTo>
                  <a:cubicBezTo>
                    <a:pt x="9247" y="458"/>
                    <a:pt x="12991" y="3396"/>
                    <a:pt x="14096" y="4297"/>
                  </a:cubicBezTo>
                  <a:cubicBezTo>
                    <a:pt x="14230" y="4406"/>
                    <a:pt x="14230" y="4614"/>
                    <a:pt x="14096" y="4723"/>
                  </a:cubicBezTo>
                  <a:lnTo>
                    <a:pt x="14096" y="4726"/>
                  </a:lnTo>
                  <a:cubicBezTo>
                    <a:pt x="12991" y="5623"/>
                    <a:pt x="9247" y="8561"/>
                    <a:pt x="7372" y="8561"/>
                  </a:cubicBezTo>
                  <a:cubicBezTo>
                    <a:pt x="5497" y="8561"/>
                    <a:pt x="1757" y="5623"/>
                    <a:pt x="652" y="4726"/>
                  </a:cubicBezTo>
                  <a:cubicBezTo>
                    <a:pt x="514" y="4614"/>
                    <a:pt x="514" y="4406"/>
                    <a:pt x="652" y="4297"/>
                  </a:cubicBezTo>
                  <a:cubicBezTo>
                    <a:pt x="1753" y="3396"/>
                    <a:pt x="5497" y="458"/>
                    <a:pt x="7372" y="458"/>
                  </a:cubicBezTo>
                  <a:close/>
                  <a:moveTo>
                    <a:pt x="7372" y="1"/>
                  </a:moveTo>
                  <a:cubicBezTo>
                    <a:pt x="5402" y="1"/>
                    <a:pt x="1813" y="2756"/>
                    <a:pt x="360" y="3942"/>
                  </a:cubicBezTo>
                  <a:cubicBezTo>
                    <a:pt x="1" y="4234"/>
                    <a:pt x="1" y="4786"/>
                    <a:pt x="360" y="5081"/>
                  </a:cubicBezTo>
                  <a:cubicBezTo>
                    <a:pt x="1813" y="6264"/>
                    <a:pt x="5402" y="9019"/>
                    <a:pt x="7372" y="9019"/>
                  </a:cubicBezTo>
                  <a:cubicBezTo>
                    <a:pt x="9342" y="9019"/>
                    <a:pt x="12931" y="6264"/>
                    <a:pt x="14384" y="5081"/>
                  </a:cubicBezTo>
                  <a:cubicBezTo>
                    <a:pt x="14743" y="4786"/>
                    <a:pt x="14743" y="4234"/>
                    <a:pt x="14384" y="3942"/>
                  </a:cubicBezTo>
                  <a:cubicBezTo>
                    <a:pt x="12935" y="2756"/>
                    <a:pt x="9342" y="1"/>
                    <a:pt x="73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100;p89">
              <a:extLst>
                <a:ext uri="{FF2B5EF4-FFF2-40B4-BE49-F238E27FC236}">
                  <a16:creationId xmlns:a16="http://schemas.microsoft.com/office/drawing/2014/main" id="{6BB81BD3-0BE2-4B14-BAC6-84F6BD1ABE9F}"/>
                </a:ext>
              </a:extLst>
            </p:cNvPr>
            <p:cNvSpPr/>
            <p:nvPr/>
          </p:nvSpPr>
          <p:spPr>
            <a:xfrm>
              <a:off x="7103305" y="2540733"/>
              <a:ext cx="187528" cy="171131"/>
            </a:xfrm>
            <a:custGeom>
              <a:avLst/>
              <a:gdLst/>
              <a:ahLst/>
              <a:cxnLst/>
              <a:rect l="l" t="t" r="r" b="b"/>
              <a:pathLst>
                <a:path w="7205" h="6575" extrusionOk="0">
                  <a:moveTo>
                    <a:pt x="3410" y="0"/>
                  </a:moveTo>
                  <a:cubicBezTo>
                    <a:pt x="2147" y="42"/>
                    <a:pt x="1017" y="806"/>
                    <a:pt x="511" y="1964"/>
                  </a:cubicBezTo>
                  <a:cubicBezTo>
                    <a:pt x="1" y="3121"/>
                    <a:pt x="205" y="4469"/>
                    <a:pt x="1028" y="5426"/>
                  </a:cubicBezTo>
                  <a:cubicBezTo>
                    <a:pt x="1074" y="5477"/>
                    <a:pt x="1137" y="5504"/>
                    <a:pt x="1200" y="5504"/>
                  </a:cubicBezTo>
                  <a:cubicBezTo>
                    <a:pt x="1258" y="5504"/>
                    <a:pt x="1315" y="5482"/>
                    <a:pt x="1359" y="5436"/>
                  </a:cubicBezTo>
                  <a:lnTo>
                    <a:pt x="1362" y="5433"/>
                  </a:lnTo>
                  <a:cubicBezTo>
                    <a:pt x="1447" y="5348"/>
                    <a:pt x="1450" y="5215"/>
                    <a:pt x="1373" y="5127"/>
                  </a:cubicBezTo>
                  <a:cubicBezTo>
                    <a:pt x="423" y="4015"/>
                    <a:pt x="476" y="2365"/>
                    <a:pt x="1496" y="1320"/>
                  </a:cubicBezTo>
                  <a:cubicBezTo>
                    <a:pt x="2047" y="754"/>
                    <a:pt x="2782" y="465"/>
                    <a:pt x="3521" y="465"/>
                  </a:cubicBezTo>
                  <a:cubicBezTo>
                    <a:pt x="4146" y="465"/>
                    <a:pt x="4773" y="672"/>
                    <a:pt x="5292" y="1091"/>
                  </a:cubicBezTo>
                  <a:cubicBezTo>
                    <a:pt x="6429" y="2009"/>
                    <a:pt x="6682" y="3638"/>
                    <a:pt x="5873" y="4856"/>
                  </a:cubicBezTo>
                  <a:cubicBezTo>
                    <a:pt x="5331" y="5668"/>
                    <a:pt x="4435" y="6116"/>
                    <a:pt x="3517" y="6116"/>
                  </a:cubicBezTo>
                  <a:cubicBezTo>
                    <a:pt x="3063" y="6116"/>
                    <a:pt x="2603" y="6007"/>
                    <a:pt x="2178" y="5778"/>
                  </a:cubicBezTo>
                  <a:cubicBezTo>
                    <a:pt x="2145" y="5759"/>
                    <a:pt x="2108" y="5750"/>
                    <a:pt x="2071" y="5750"/>
                  </a:cubicBezTo>
                  <a:cubicBezTo>
                    <a:pt x="2012" y="5750"/>
                    <a:pt x="1954" y="5773"/>
                    <a:pt x="1911" y="5816"/>
                  </a:cubicBezTo>
                  <a:lnTo>
                    <a:pt x="1908" y="5820"/>
                  </a:lnTo>
                  <a:cubicBezTo>
                    <a:pt x="1802" y="5929"/>
                    <a:pt x="1827" y="6108"/>
                    <a:pt x="1960" y="6179"/>
                  </a:cubicBezTo>
                  <a:cubicBezTo>
                    <a:pt x="2461" y="6449"/>
                    <a:pt x="2994" y="6575"/>
                    <a:pt x="3516" y="6575"/>
                  </a:cubicBezTo>
                  <a:cubicBezTo>
                    <a:pt x="4977" y="6575"/>
                    <a:pt x="6354" y="5590"/>
                    <a:pt x="6717" y="4039"/>
                  </a:cubicBezTo>
                  <a:cubicBezTo>
                    <a:pt x="7205" y="1970"/>
                    <a:pt x="5632" y="2"/>
                    <a:pt x="3526" y="2"/>
                  </a:cubicBezTo>
                  <a:cubicBezTo>
                    <a:pt x="3487" y="2"/>
                    <a:pt x="3449" y="2"/>
                    <a:pt x="3410" y="4"/>
                  </a:cubicBezTo>
                  <a:lnTo>
                    <a:pt x="3410" y="0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101;p89">
              <a:extLst>
                <a:ext uri="{FF2B5EF4-FFF2-40B4-BE49-F238E27FC236}">
                  <a16:creationId xmlns:a16="http://schemas.microsoft.com/office/drawing/2014/main" id="{1867717E-2F6B-441D-BA3D-6D7469CE7035}"/>
                </a:ext>
              </a:extLst>
            </p:cNvPr>
            <p:cNvSpPr/>
            <p:nvPr/>
          </p:nvSpPr>
          <p:spPr>
            <a:xfrm>
              <a:off x="7145521" y="2580477"/>
              <a:ext cx="95183" cy="91591"/>
            </a:xfrm>
            <a:custGeom>
              <a:avLst/>
              <a:gdLst/>
              <a:ahLst/>
              <a:cxnLst/>
              <a:rect l="l" t="t" r="r" b="b"/>
              <a:pathLst>
                <a:path w="3657" h="3519" extrusionOk="0">
                  <a:moveTo>
                    <a:pt x="1897" y="0"/>
                  </a:moveTo>
                  <a:cubicBezTo>
                    <a:pt x="1186" y="0"/>
                    <a:pt x="546" y="430"/>
                    <a:pt x="271" y="1087"/>
                  </a:cubicBezTo>
                  <a:cubicBezTo>
                    <a:pt x="1" y="1742"/>
                    <a:pt x="152" y="2502"/>
                    <a:pt x="655" y="3005"/>
                  </a:cubicBezTo>
                  <a:cubicBezTo>
                    <a:pt x="991" y="3341"/>
                    <a:pt x="1440" y="3519"/>
                    <a:pt x="1898" y="3519"/>
                  </a:cubicBezTo>
                  <a:cubicBezTo>
                    <a:pt x="2125" y="3519"/>
                    <a:pt x="2354" y="3475"/>
                    <a:pt x="2573" y="3385"/>
                  </a:cubicBezTo>
                  <a:cubicBezTo>
                    <a:pt x="3227" y="3114"/>
                    <a:pt x="3656" y="2470"/>
                    <a:pt x="3656" y="1760"/>
                  </a:cubicBezTo>
                  <a:cubicBezTo>
                    <a:pt x="3656" y="1635"/>
                    <a:pt x="3558" y="1531"/>
                    <a:pt x="3434" y="1531"/>
                  </a:cubicBezTo>
                  <a:cubicBezTo>
                    <a:pt x="3432" y="1531"/>
                    <a:pt x="3430" y="1531"/>
                    <a:pt x="3428" y="1531"/>
                  </a:cubicBezTo>
                  <a:cubicBezTo>
                    <a:pt x="3301" y="1531"/>
                    <a:pt x="3199" y="1633"/>
                    <a:pt x="3199" y="1760"/>
                  </a:cubicBezTo>
                  <a:cubicBezTo>
                    <a:pt x="3199" y="2284"/>
                    <a:pt x="2882" y="2759"/>
                    <a:pt x="2397" y="2959"/>
                  </a:cubicBezTo>
                  <a:cubicBezTo>
                    <a:pt x="2236" y="3025"/>
                    <a:pt x="2068" y="3058"/>
                    <a:pt x="1901" y="3058"/>
                  </a:cubicBezTo>
                  <a:cubicBezTo>
                    <a:pt x="1562" y="3058"/>
                    <a:pt x="1229" y="2925"/>
                    <a:pt x="979" y="2678"/>
                  </a:cubicBezTo>
                  <a:cubicBezTo>
                    <a:pt x="162" y="1858"/>
                    <a:pt x="739" y="458"/>
                    <a:pt x="1897" y="458"/>
                  </a:cubicBezTo>
                  <a:cubicBezTo>
                    <a:pt x="2024" y="458"/>
                    <a:pt x="2126" y="356"/>
                    <a:pt x="2126" y="229"/>
                  </a:cubicBezTo>
                  <a:cubicBezTo>
                    <a:pt x="2126" y="102"/>
                    <a:pt x="2024" y="0"/>
                    <a:pt x="189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01087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4CC0A1-31CB-4441-BEB4-4A3434C76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150" y="2038702"/>
            <a:ext cx="3964526" cy="2853849"/>
          </a:xfrm>
        </p:spPr>
        <p:txBody>
          <a:bodyPr/>
          <a:lstStyle/>
          <a:p>
            <a:pPr algn="just"/>
            <a:r>
              <a:rPr lang="en-US" sz="1500" dirty="0">
                <a:latin typeface="Times New Roman" panose="02020603050405020304" pitchFamily="18" charset="0"/>
              </a:rPr>
              <a:t>	</a:t>
            </a:r>
            <a:r>
              <a:rPr lang="en-US" sz="1500" dirty="0" err="1">
                <a:latin typeface="Times New Roman" panose="02020603050405020304" pitchFamily="18" charset="0"/>
              </a:rPr>
              <a:t>Pengaduan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dilakukan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secara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langsung</a:t>
            </a:r>
            <a:r>
              <a:rPr lang="en-US" sz="1500" dirty="0">
                <a:latin typeface="Times New Roman" panose="02020603050405020304" pitchFamily="18" charset="0"/>
              </a:rPr>
              <a:t> dan </a:t>
            </a:r>
            <a:r>
              <a:rPr lang="en-US" sz="1500" dirty="0" err="1">
                <a:latin typeface="Times New Roman" panose="02020603050405020304" pitchFamily="18" charset="0"/>
              </a:rPr>
              <a:t>tidak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langsung</a:t>
            </a:r>
            <a:r>
              <a:rPr lang="en-US" sz="1500" dirty="0">
                <a:latin typeface="Times New Roman" panose="02020603050405020304" pitchFamily="18" charset="0"/>
              </a:rPr>
              <a:t> yang masing-masing </a:t>
            </a:r>
            <a:r>
              <a:rPr lang="en-US" sz="1500" dirty="0" err="1">
                <a:latin typeface="Times New Roman" panose="02020603050405020304" pitchFamily="18" charset="0"/>
              </a:rPr>
              <a:t>masih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memiliki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kendala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sehingga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membuat</a:t>
            </a:r>
            <a:r>
              <a:rPr lang="en-US" sz="1500" dirty="0">
                <a:latin typeface="Times New Roman" panose="02020603050405020304" pitchFamily="18" charset="0"/>
              </a:rPr>
              <a:t> proses </a:t>
            </a:r>
            <a:r>
              <a:rPr lang="en-US" sz="1500" dirty="0" err="1">
                <a:latin typeface="Times New Roman" panose="02020603050405020304" pitchFamily="18" charset="0"/>
              </a:rPr>
              <a:t>pengaduan</a:t>
            </a:r>
            <a:r>
              <a:rPr lang="en-US" sz="1500" dirty="0">
                <a:latin typeface="Times New Roman" panose="02020603050405020304" pitchFamily="18" charset="0"/>
              </a:rPr>
              <a:t> sangat </a:t>
            </a:r>
            <a:r>
              <a:rPr lang="en-US" sz="1500" dirty="0" err="1">
                <a:latin typeface="Times New Roman" panose="02020603050405020304" pitchFamily="18" charset="0"/>
              </a:rPr>
              <a:t>tidak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efektif</a:t>
            </a:r>
            <a:r>
              <a:rPr lang="en-US" sz="1500" dirty="0">
                <a:latin typeface="Times New Roman" panose="02020603050405020304" pitchFamily="18" charset="0"/>
              </a:rPr>
              <a:t> dan </a:t>
            </a:r>
            <a:r>
              <a:rPr lang="en-US" sz="1500" dirty="0" err="1">
                <a:latin typeface="Times New Roman" panose="02020603050405020304" pitchFamily="18" charset="0"/>
              </a:rPr>
              <a:t>tidak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terstruktur</a:t>
            </a:r>
            <a:r>
              <a:rPr lang="en-US" sz="1500" dirty="0">
                <a:latin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</a:rPr>
              <a:t>	</a:t>
            </a:r>
            <a:r>
              <a:rPr lang="en-US" sz="1500" dirty="0" err="1">
                <a:latin typeface="Times New Roman" panose="02020603050405020304" pitchFamily="18" charset="0"/>
              </a:rPr>
              <a:t>Pengaduan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secara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langsung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saat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ini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tidak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dianjurkan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dikarenakan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kita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masih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dalam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pandemi</a:t>
            </a:r>
            <a:r>
              <a:rPr lang="en-US" sz="1500" dirty="0">
                <a:latin typeface="Times New Roman" panose="02020603050405020304" pitchFamily="18" charset="0"/>
              </a:rPr>
              <a:t> covid-19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</a:rPr>
              <a:t>	</a:t>
            </a:r>
            <a:r>
              <a:rPr lang="en-US" sz="1500" dirty="0" err="1">
                <a:latin typeface="Times New Roman" panose="02020603050405020304" pitchFamily="18" charset="0"/>
              </a:rPr>
              <a:t>Pengaduan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secara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tidak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langsung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masih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menggunakan</a:t>
            </a:r>
            <a:r>
              <a:rPr lang="en-US" sz="1500" dirty="0">
                <a:latin typeface="Times New Roman" panose="02020603050405020304" pitchFamily="18" charset="0"/>
              </a:rPr>
              <a:t> SMS &amp; </a:t>
            </a:r>
            <a:r>
              <a:rPr lang="en-US" sz="1500" dirty="0" err="1">
                <a:latin typeface="Times New Roman" panose="02020603050405020304" pitchFamily="18" charset="0"/>
              </a:rPr>
              <a:t>memanfaatkan</a:t>
            </a:r>
            <a:r>
              <a:rPr lang="en-US" sz="1500" dirty="0">
                <a:latin typeface="Times New Roman" panose="02020603050405020304" pitchFamily="18" charset="0"/>
              </a:rPr>
              <a:t> third party </a:t>
            </a:r>
            <a:r>
              <a:rPr lang="en-US" sz="1500" dirty="0" err="1">
                <a:latin typeface="Times New Roman" panose="02020603050405020304" pitchFamily="18" charset="0"/>
              </a:rPr>
              <a:t>untuk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membuat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grup</a:t>
            </a:r>
            <a:r>
              <a:rPr lang="en-US" sz="1500" dirty="0">
                <a:latin typeface="Times New Roman" panose="02020603050405020304" pitchFamily="18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</a:rPr>
              <a:t>khusus</a:t>
            </a:r>
            <a:endParaRPr lang="en-US" sz="1500" dirty="0">
              <a:latin typeface="Times New Roman" panose="02020603050405020304" pitchFamily="18" charset="0"/>
            </a:endParaRPr>
          </a:p>
        </p:txBody>
      </p:sp>
      <p:grpSp>
        <p:nvGrpSpPr>
          <p:cNvPr id="4" name="Google Shape;15307;p87">
            <a:extLst>
              <a:ext uri="{FF2B5EF4-FFF2-40B4-BE49-F238E27FC236}">
                <a16:creationId xmlns:a16="http://schemas.microsoft.com/office/drawing/2014/main" id="{4952A91A-CAF9-42C2-B8F3-EFACCE7C1AF1}"/>
              </a:ext>
            </a:extLst>
          </p:cNvPr>
          <p:cNvGrpSpPr/>
          <p:nvPr/>
        </p:nvGrpSpPr>
        <p:grpSpPr>
          <a:xfrm>
            <a:off x="1946936" y="1188742"/>
            <a:ext cx="769298" cy="604649"/>
            <a:chOff x="5712834" y="3812971"/>
            <a:chExt cx="347550" cy="324046"/>
          </a:xfrm>
        </p:grpSpPr>
        <p:sp>
          <p:nvSpPr>
            <p:cNvPr id="5" name="Google Shape;15308;p87">
              <a:extLst>
                <a:ext uri="{FF2B5EF4-FFF2-40B4-BE49-F238E27FC236}">
                  <a16:creationId xmlns:a16="http://schemas.microsoft.com/office/drawing/2014/main" id="{AA01C855-FB9D-4289-BC3B-034908C6C3FC}"/>
                </a:ext>
              </a:extLst>
            </p:cNvPr>
            <p:cNvSpPr/>
            <p:nvPr/>
          </p:nvSpPr>
          <p:spPr>
            <a:xfrm>
              <a:off x="5928795" y="3936988"/>
              <a:ext cx="75856" cy="75882"/>
            </a:xfrm>
            <a:custGeom>
              <a:avLst/>
              <a:gdLst/>
              <a:ahLst/>
              <a:cxnLst/>
              <a:rect l="l" t="t" r="r" b="b"/>
              <a:pathLst>
                <a:path w="2895" h="2896" extrusionOk="0">
                  <a:moveTo>
                    <a:pt x="1445" y="1"/>
                  </a:moveTo>
                  <a:cubicBezTo>
                    <a:pt x="648" y="1"/>
                    <a:pt x="0" y="649"/>
                    <a:pt x="0" y="1450"/>
                  </a:cubicBezTo>
                  <a:cubicBezTo>
                    <a:pt x="0" y="2247"/>
                    <a:pt x="648" y="2895"/>
                    <a:pt x="1445" y="2895"/>
                  </a:cubicBezTo>
                  <a:cubicBezTo>
                    <a:pt x="2247" y="2895"/>
                    <a:pt x="2895" y="2247"/>
                    <a:pt x="2895" y="1450"/>
                  </a:cubicBezTo>
                  <a:cubicBezTo>
                    <a:pt x="2895" y="649"/>
                    <a:pt x="2247" y="1"/>
                    <a:pt x="1445" y="1"/>
                  </a:cubicBezTo>
                  <a:close/>
                </a:path>
              </a:pathLst>
            </a:custGeom>
            <a:solidFill>
              <a:srgbClr val="BCC9D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309;p87">
              <a:extLst>
                <a:ext uri="{FF2B5EF4-FFF2-40B4-BE49-F238E27FC236}">
                  <a16:creationId xmlns:a16="http://schemas.microsoft.com/office/drawing/2014/main" id="{DCC31CF7-E221-401A-8DDB-DFD9BFA6A01A}"/>
                </a:ext>
              </a:extLst>
            </p:cNvPr>
            <p:cNvSpPr/>
            <p:nvPr/>
          </p:nvSpPr>
          <p:spPr>
            <a:xfrm>
              <a:off x="5924498" y="3966806"/>
              <a:ext cx="84424" cy="46064"/>
            </a:xfrm>
            <a:custGeom>
              <a:avLst/>
              <a:gdLst/>
              <a:ahLst/>
              <a:cxnLst/>
              <a:rect l="l" t="t" r="r" b="b"/>
              <a:pathLst>
                <a:path w="3222" h="1758" extrusionOk="0">
                  <a:moveTo>
                    <a:pt x="198" y="0"/>
                  </a:moveTo>
                  <a:lnTo>
                    <a:pt x="198" y="0"/>
                  </a:lnTo>
                  <a:cubicBezTo>
                    <a:pt x="1" y="903"/>
                    <a:pt x="687" y="1757"/>
                    <a:pt x="1609" y="1757"/>
                  </a:cubicBezTo>
                  <a:cubicBezTo>
                    <a:pt x="2536" y="1757"/>
                    <a:pt x="3222" y="903"/>
                    <a:pt x="3025" y="0"/>
                  </a:cubicBezTo>
                  <a:lnTo>
                    <a:pt x="3025" y="0"/>
                  </a:lnTo>
                  <a:cubicBezTo>
                    <a:pt x="2876" y="663"/>
                    <a:pt x="2291" y="1138"/>
                    <a:pt x="1614" y="1138"/>
                  </a:cubicBezTo>
                  <a:cubicBezTo>
                    <a:pt x="932" y="1138"/>
                    <a:pt x="347" y="663"/>
                    <a:pt x="198" y="0"/>
                  </a:cubicBezTo>
                  <a:close/>
                </a:path>
              </a:pathLst>
            </a:custGeom>
            <a:solidFill>
              <a:srgbClr val="B0C0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310;p87">
              <a:extLst>
                <a:ext uri="{FF2B5EF4-FFF2-40B4-BE49-F238E27FC236}">
                  <a16:creationId xmlns:a16="http://schemas.microsoft.com/office/drawing/2014/main" id="{AA193799-E5F5-433F-87AA-3149A33BA97F}"/>
                </a:ext>
              </a:extLst>
            </p:cNvPr>
            <p:cNvSpPr/>
            <p:nvPr/>
          </p:nvSpPr>
          <p:spPr>
            <a:xfrm>
              <a:off x="5717865" y="3931721"/>
              <a:ext cx="81149" cy="86547"/>
            </a:xfrm>
            <a:custGeom>
              <a:avLst/>
              <a:gdLst/>
              <a:ahLst/>
              <a:cxnLst/>
              <a:rect l="l" t="t" r="r" b="b"/>
              <a:pathLst>
                <a:path w="3097" h="3303" extrusionOk="0">
                  <a:moveTo>
                    <a:pt x="826" y="0"/>
                  </a:moveTo>
                  <a:cubicBezTo>
                    <a:pt x="370" y="0"/>
                    <a:pt x="0" y="370"/>
                    <a:pt x="0" y="826"/>
                  </a:cubicBezTo>
                  <a:lnTo>
                    <a:pt x="0" y="2477"/>
                  </a:lnTo>
                  <a:cubicBezTo>
                    <a:pt x="0" y="2933"/>
                    <a:pt x="370" y="3303"/>
                    <a:pt x="826" y="3303"/>
                  </a:cubicBezTo>
                  <a:lnTo>
                    <a:pt x="3096" y="3303"/>
                  </a:lnTo>
                  <a:lnTo>
                    <a:pt x="3096" y="0"/>
                  </a:lnTo>
                  <a:close/>
                </a:path>
              </a:pathLst>
            </a:custGeom>
            <a:solidFill>
              <a:srgbClr val="D2DB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311;p87">
              <a:extLst>
                <a:ext uri="{FF2B5EF4-FFF2-40B4-BE49-F238E27FC236}">
                  <a16:creationId xmlns:a16="http://schemas.microsoft.com/office/drawing/2014/main" id="{BBDE9007-3A2A-421D-88B3-26F679A3BA1D}"/>
                </a:ext>
              </a:extLst>
            </p:cNvPr>
            <p:cNvSpPr/>
            <p:nvPr/>
          </p:nvSpPr>
          <p:spPr>
            <a:xfrm>
              <a:off x="5717865" y="3932219"/>
              <a:ext cx="81149" cy="86049"/>
            </a:xfrm>
            <a:custGeom>
              <a:avLst/>
              <a:gdLst/>
              <a:ahLst/>
              <a:cxnLst/>
              <a:rect l="l" t="t" r="r" b="b"/>
              <a:pathLst>
                <a:path w="3097" h="3284" extrusionOk="0">
                  <a:moveTo>
                    <a:pt x="643" y="0"/>
                  </a:moveTo>
                  <a:lnTo>
                    <a:pt x="643" y="0"/>
                  </a:lnTo>
                  <a:cubicBezTo>
                    <a:pt x="264" y="87"/>
                    <a:pt x="0" y="418"/>
                    <a:pt x="0" y="807"/>
                  </a:cubicBezTo>
                  <a:lnTo>
                    <a:pt x="0" y="2458"/>
                  </a:lnTo>
                  <a:cubicBezTo>
                    <a:pt x="0" y="2914"/>
                    <a:pt x="370" y="3284"/>
                    <a:pt x="826" y="3284"/>
                  </a:cubicBezTo>
                  <a:lnTo>
                    <a:pt x="3096" y="3284"/>
                  </a:lnTo>
                  <a:lnTo>
                    <a:pt x="3096" y="2664"/>
                  </a:lnTo>
                  <a:lnTo>
                    <a:pt x="1032" y="2664"/>
                  </a:lnTo>
                  <a:cubicBezTo>
                    <a:pt x="807" y="2664"/>
                    <a:pt x="619" y="2477"/>
                    <a:pt x="619" y="2252"/>
                  </a:cubicBezTo>
                  <a:lnTo>
                    <a:pt x="619" y="183"/>
                  </a:lnTo>
                  <a:cubicBezTo>
                    <a:pt x="619" y="125"/>
                    <a:pt x="629" y="63"/>
                    <a:pt x="643" y="0"/>
                  </a:cubicBezTo>
                  <a:close/>
                </a:path>
              </a:pathLst>
            </a:custGeom>
            <a:solidFill>
              <a:srgbClr val="C4CF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312;p87">
              <a:extLst>
                <a:ext uri="{FF2B5EF4-FFF2-40B4-BE49-F238E27FC236}">
                  <a16:creationId xmlns:a16="http://schemas.microsoft.com/office/drawing/2014/main" id="{0FA1759C-3A39-4E12-B1CA-CE2978B16E4A}"/>
                </a:ext>
              </a:extLst>
            </p:cNvPr>
            <p:cNvSpPr/>
            <p:nvPr/>
          </p:nvSpPr>
          <p:spPr>
            <a:xfrm>
              <a:off x="5798988" y="3839645"/>
              <a:ext cx="135231" cy="270436"/>
            </a:xfrm>
            <a:custGeom>
              <a:avLst/>
              <a:gdLst/>
              <a:ahLst/>
              <a:cxnLst/>
              <a:rect l="l" t="t" r="r" b="b"/>
              <a:pathLst>
                <a:path w="5161" h="10321" extrusionOk="0">
                  <a:moveTo>
                    <a:pt x="5161" y="0"/>
                  </a:moveTo>
                  <a:cubicBezTo>
                    <a:pt x="5161" y="0"/>
                    <a:pt x="3096" y="3509"/>
                    <a:pt x="0" y="3509"/>
                  </a:cubicBezTo>
                  <a:lnTo>
                    <a:pt x="0" y="6812"/>
                  </a:lnTo>
                  <a:cubicBezTo>
                    <a:pt x="3096" y="6812"/>
                    <a:pt x="5161" y="10321"/>
                    <a:pt x="5161" y="10321"/>
                  </a:cubicBezTo>
                  <a:lnTo>
                    <a:pt x="5161" y="0"/>
                  </a:ln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5313;p87">
              <a:extLst>
                <a:ext uri="{FF2B5EF4-FFF2-40B4-BE49-F238E27FC236}">
                  <a16:creationId xmlns:a16="http://schemas.microsoft.com/office/drawing/2014/main" id="{B6762F2F-88E5-4202-863D-BCA8C4483D8D}"/>
                </a:ext>
              </a:extLst>
            </p:cNvPr>
            <p:cNvSpPr/>
            <p:nvPr/>
          </p:nvSpPr>
          <p:spPr>
            <a:xfrm>
              <a:off x="5798988" y="4002022"/>
              <a:ext cx="135231" cy="108190"/>
            </a:xfrm>
            <a:custGeom>
              <a:avLst/>
              <a:gdLst/>
              <a:ahLst/>
              <a:cxnLst/>
              <a:rect l="l" t="t" r="r" b="b"/>
              <a:pathLst>
                <a:path w="5161" h="4129" extrusionOk="0">
                  <a:moveTo>
                    <a:pt x="0" y="0"/>
                  </a:moveTo>
                  <a:lnTo>
                    <a:pt x="0" y="620"/>
                  </a:lnTo>
                  <a:cubicBezTo>
                    <a:pt x="3096" y="620"/>
                    <a:pt x="5161" y="4129"/>
                    <a:pt x="5161" y="4129"/>
                  </a:cubicBezTo>
                  <a:lnTo>
                    <a:pt x="5161" y="2890"/>
                  </a:lnTo>
                  <a:cubicBezTo>
                    <a:pt x="5161" y="2890"/>
                    <a:pt x="3096" y="0"/>
                    <a:pt x="0" y="0"/>
                  </a:cubicBezTo>
                  <a:close/>
                </a:path>
              </a:pathLst>
            </a:custGeom>
            <a:solidFill>
              <a:srgbClr val="D1DA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314;p87">
              <a:extLst>
                <a:ext uri="{FF2B5EF4-FFF2-40B4-BE49-F238E27FC236}">
                  <a16:creationId xmlns:a16="http://schemas.microsoft.com/office/drawing/2014/main" id="{F5508EE3-37A1-4DF0-AD96-25668444C058}"/>
                </a:ext>
              </a:extLst>
            </p:cNvPr>
            <p:cNvSpPr/>
            <p:nvPr/>
          </p:nvSpPr>
          <p:spPr>
            <a:xfrm>
              <a:off x="5934193" y="3818002"/>
              <a:ext cx="32491" cy="313854"/>
            </a:xfrm>
            <a:custGeom>
              <a:avLst/>
              <a:gdLst/>
              <a:ahLst/>
              <a:cxnLst/>
              <a:rect l="l" t="t" r="r" b="b"/>
              <a:pathLst>
                <a:path w="1240" h="11978" extrusionOk="0">
                  <a:moveTo>
                    <a:pt x="1" y="1"/>
                  </a:moveTo>
                  <a:lnTo>
                    <a:pt x="1" y="11977"/>
                  </a:lnTo>
                  <a:lnTo>
                    <a:pt x="1239" y="11977"/>
                  </a:lnTo>
                  <a:lnTo>
                    <a:pt x="1239" y="1"/>
                  </a:lnTo>
                  <a:close/>
                </a:path>
              </a:pathLst>
            </a:custGeom>
            <a:solidFill>
              <a:srgbClr val="C2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315;p87">
              <a:extLst>
                <a:ext uri="{FF2B5EF4-FFF2-40B4-BE49-F238E27FC236}">
                  <a16:creationId xmlns:a16="http://schemas.microsoft.com/office/drawing/2014/main" id="{48BDE47C-AD4C-4BCE-B973-7E67D30B8902}"/>
                </a:ext>
              </a:extLst>
            </p:cNvPr>
            <p:cNvSpPr/>
            <p:nvPr/>
          </p:nvSpPr>
          <p:spPr>
            <a:xfrm>
              <a:off x="5934193" y="4104789"/>
              <a:ext cx="32491" cy="27067"/>
            </a:xfrm>
            <a:custGeom>
              <a:avLst/>
              <a:gdLst/>
              <a:ahLst/>
              <a:cxnLst/>
              <a:rect l="l" t="t" r="r" b="b"/>
              <a:pathLst>
                <a:path w="1240" h="1033" extrusionOk="0">
                  <a:moveTo>
                    <a:pt x="1" y="0"/>
                  </a:moveTo>
                  <a:lnTo>
                    <a:pt x="1" y="1032"/>
                  </a:lnTo>
                  <a:lnTo>
                    <a:pt x="1239" y="1032"/>
                  </a:lnTo>
                  <a:lnTo>
                    <a:pt x="1239" y="0"/>
                  </a:ln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316;p87">
              <a:extLst>
                <a:ext uri="{FF2B5EF4-FFF2-40B4-BE49-F238E27FC236}">
                  <a16:creationId xmlns:a16="http://schemas.microsoft.com/office/drawing/2014/main" id="{82852BC3-D5AD-41A5-A369-87802881FF65}"/>
                </a:ext>
              </a:extLst>
            </p:cNvPr>
            <p:cNvSpPr/>
            <p:nvPr/>
          </p:nvSpPr>
          <p:spPr>
            <a:xfrm>
              <a:off x="5755728" y="3931721"/>
              <a:ext cx="43287" cy="86547"/>
            </a:xfrm>
            <a:custGeom>
              <a:avLst/>
              <a:gdLst/>
              <a:ahLst/>
              <a:cxnLst/>
              <a:rect l="l" t="t" r="r" b="b"/>
              <a:pathLst>
                <a:path w="1652" h="3303" extrusionOk="0">
                  <a:moveTo>
                    <a:pt x="0" y="0"/>
                  </a:moveTo>
                  <a:lnTo>
                    <a:pt x="0" y="3303"/>
                  </a:lnTo>
                  <a:lnTo>
                    <a:pt x="1651" y="3303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rgbClr val="C2CE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317;p87">
              <a:extLst>
                <a:ext uri="{FF2B5EF4-FFF2-40B4-BE49-F238E27FC236}">
                  <a16:creationId xmlns:a16="http://schemas.microsoft.com/office/drawing/2014/main" id="{CF258875-1AC8-46F5-B584-D890780CABCF}"/>
                </a:ext>
              </a:extLst>
            </p:cNvPr>
            <p:cNvSpPr/>
            <p:nvPr/>
          </p:nvSpPr>
          <p:spPr>
            <a:xfrm>
              <a:off x="5755728" y="4002022"/>
              <a:ext cx="43287" cy="16246"/>
            </a:xfrm>
            <a:custGeom>
              <a:avLst/>
              <a:gdLst/>
              <a:ahLst/>
              <a:cxnLst/>
              <a:rect l="l" t="t" r="r" b="b"/>
              <a:pathLst>
                <a:path w="1652" h="620" extrusionOk="0">
                  <a:moveTo>
                    <a:pt x="0" y="0"/>
                  </a:moveTo>
                  <a:lnTo>
                    <a:pt x="0" y="620"/>
                  </a:lnTo>
                  <a:lnTo>
                    <a:pt x="1651" y="620"/>
                  </a:lnTo>
                  <a:lnTo>
                    <a:pt x="1651" y="0"/>
                  </a:lnTo>
                  <a:close/>
                </a:path>
              </a:pathLst>
            </a:custGeom>
            <a:solidFill>
              <a:srgbClr val="B2C1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318;p87">
              <a:extLst>
                <a:ext uri="{FF2B5EF4-FFF2-40B4-BE49-F238E27FC236}">
                  <a16:creationId xmlns:a16="http://schemas.microsoft.com/office/drawing/2014/main" id="{24D70F50-F6E0-4D91-ADA7-88BC433D4207}"/>
                </a:ext>
              </a:extLst>
            </p:cNvPr>
            <p:cNvSpPr/>
            <p:nvPr/>
          </p:nvSpPr>
          <p:spPr>
            <a:xfrm>
              <a:off x="5771947" y="4045283"/>
              <a:ext cx="32465" cy="32491"/>
            </a:xfrm>
            <a:custGeom>
              <a:avLst/>
              <a:gdLst/>
              <a:ahLst/>
              <a:cxnLst/>
              <a:rect l="l" t="t" r="r" b="b"/>
              <a:pathLst>
                <a:path w="1239" h="1240" extrusionOk="0">
                  <a:moveTo>
                    <a:pt x="0" y="1"/>
                  </a:moveTo>
                  <a:lnTo>
                    <a:pt x="0" y="1239"/>
                  </a:lnTo>
                  <a:lnTo>
                    <a:pt x="1239" y="1239"/>
                  </a:lnTo>
                  <a:lnTo>
                    <a:pt x="1239" y="1"/>
                  </a:lnTo>
                  <a:close/>
                </a:path>
              </a:pathLst>
            </a:custGeom>
            <a:solidFill>
              <a:srgbClr val="D2DB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319;p87">
              <a:extLst>
                <a:ext uri="{FF2B5EF4-FFF2-40B4-BE49-F238E27FC236}">
                  <a16:creationId xmlns:a16="http://schemas.microsoft.com/office/drawing/2014/main" id="{9C08F948-5EE8-4C52-87D5-5F27AAFD5D58}"/>
                </a:ext>
              </a:extLst>
            </p:cNvPr>
            <p:cNvSpPr/>
            <p:nvPr/>
          </p:nvSpPr>
          <p:spPr>
            <a:xfrm>
              <a:off x="5755728" y="4018242"/>
              <a:ext cx="43287" cy="81149"/>
            </a:xfrm>
            <a:custGeom>
              <a:avLst/>
              <a:gdLst/>
              <a:ahLst/>
              <a:cxnLst/>
              <a:rect l="l" t="t" r="r" b="b"/>
              <a:pathLst>
                <a:path w="1652" h="3097" extrusionOk="0">
                  <a:moveTo>
                    <a:pt x="0" y="1"/>
                  </a:moveTo>
                  <a:lnTo>
                    <a:pt x="0" y="3097"/>
                  </a:lnTo>
                  <a:lnTo>
                    <a:pt x="826" y="3097"/>
                  </a:lnTo>
                  <a:lnTo>
                    <a:pt x="1651" y="1"/>
                  </a:lnTo>
                  <a:close/>
                </a:path>
              </a:pathLst>
            </a:custGeom>
            <a:solidFill>
              <a:srgbClr val="B1C0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320;p87">
              <a:extLst>
                <a:ext uri="{FF2B5EF4-FFF2-40B4-BE49-F238E27FC236}">
                  <a16:creationId xmlns:a16="http://schemas.microsoft.com/office/drawing/2014/main" id="{D18CA010-F656-4967-835D-9DEE9CC710EC}"/>
                </a:ext>
              </a:extLst>
            </p:cNvPr>
            <p:cNvSpPr/>
            <p:nvPr/>
          </p:nvSpPr>
          <p:spPr>
            <a:xfrm>
              <a:off x="5712834" y="3812971"/>
              <a:ext cx="296848" cy="324046"/>
            </a:xfrm>
            <a:custGeom>
              <a:avLst/>
              <a:gdLst/>
              <a:ahLst/>
              <a:cxnLst/>
              <a:rect l="l" t="t" r="r" b="b"/>
              <a:pathLst>
                <a:path w="11329" h="12367" extrusionOk="0">
                  <a:moveTo>
                    <a:pt x="9884" y="4950"/>
                  </a:moveTo>
                  <a:cubicBezTo>
                    <a:pt x="10494" y="5041"/>
                    <a:pt x="10940" y="5569"/>
                    <a:pt x="10940" y="6183"/>
                  </a:cubicBezTo>
                  <a:cubicBezTo>
                    <a:pt x="10940" y="6803"/>
                    <a:pt x="10494" y="7326"/>
                    <a:pt x="9884" y="7422"/>
                  </a:cubicBezTo>
                  <a:lnTo>
                    <a:pt x="9884" y="7417"/>
                  </a:lnTo>
                  <a:lnTo>
                    <a:pt x="9884" y="4950"/>
                  </a:lnTo>
                  <a:close/>
                  <a:moveTo>
                    <a:pt x="1445" y="4724"/>
                  </a:moveTo>
                  <a:lnTo>
                    <a:pt x="1445" y="7638"/>
                  </a:lnTo>
                  <a:lnTo>
                    <a:pt x="1018" y="7638"/>
                  </a:lnTo>
                  <a:cubicBezTo>
                    <a:pt x="672" y="7638"/>
                    <a:pt x="389" y="7355"/>
                    <a:pt x="384" y="7009"/>
                  </a:cubicBezTo>
                  <a:lnTo>
                    <a:pt x="389" y="7009"/>
                  </a:lnTo>
                  <a:lnTo>
                    <a:pt x="389" y="5358"/>
                  </a:lnTo>
                  <a:cubicBezTo>
                    <a:pt x="389" y="5007"/>
                    <a:pt x="672" y="4724"/>
                    <a:pt x="1018" y="4724"/>
                  </a:cubicBezTo>
                  <a:close/>
                  <a:moveTo>
                    <a:pt x="3096" y="4724"/>
                  </a:moveTo>
                  <a:lnTo>
                    <a:pt x="3096" y="7638"/>
                  </a:lnTo>
                  <a:lnTo>
                    <a:pt x="1834" y="7638"/>
                  </a:lnTo>
                  <a:lnTo>
                    <a:pt x="1834" y="4724"/>
                  </a:lnTo>
                  <a:close/>
                  <a:moveTo>
                    <a:pt x="3303" y="9059"/>
                  </a:moveTo>
                  <a:lnTo>
                    <a:pt x="3303" y="9908"/>
                  </a:lnTo>
                  <a:lnTo>
                    <a:pt x="2938" y="9908"/>
                  </a:lnTo>
                  <a:lnTo>
                    <a:pt x="3164" y="9059"/>
                  </a:lnTo>
                  <a:close/>
                  <a:moveTo>
                    <a:pt x="3039" y="8027"/>
                  </a:moveTo>
                  <a:lnTo>
                    <a:pt x="2314" y="10739"/>
                  </a:lnTo>
                  <a:lnTo>
                    <a:pt x="1834" y="10739"/>
                  </a:lnTo>
                  <a:lnTo>
                    <a:pt x="1834" y="8027"/>
                  </a:lnTo>
                  <a:close/>
                  <a:moveTo>
                    <a:pt x="9495" y="390"/>
                  </a:moveTo>
                  <a:lnTo>
                    <a:pt x="9495" y="11972"/>
                  </a:lnTo>
                  <a:lnTo>
                    <a:pt x="8645" y="11972"/>
                  </a:lnTo>
                  <a:lnTo>
                    <a:pt x="8645" y="3812"/>
                  </a:lnTo>
                  <a:cubicBezTo>
                    <a:pt x="8638" y="3690"/>
                    <a:pt x="8545" y="3628"/>
                    <a:pt x="8451" y="3628"/>
                  </a:cubicBezTo>
                  <a:cubicBezTo>
                    <a:pt x="8357" y="3628"/>
                    <a:pt x="8264" y="3690"/>
                    <a:pt x="8257" y="3812"/>
                  </a:cubicBezTo>
                  <a:lnTo>
                    <a:pt x="8257" y="10710"/>
                  </a:lnTo>
                  <a:cubicBezTo>
                    <a:pt x="7930" y="10259"/>
                    <a:pt x="7565" y="9836"/>
                    <a:pt x="7167" y="9448"/>
                  </a:cubicBezTo>
                  <a:cubicBezTo>
                    <a:pt x="6672" y="8958"/>
                    <a:pt x="6106" y="8540"/>
                    <a:pt x="5492" y="8209"/>
                  </a:cubicBezTo>
                  <a:cubicBezTo>
                    <a:pt x="4872" y="7873"/>
                    <a:pt x="4186" y="7681"/>
                    <a:pt x="3485" y="7643"/>
                  </a:cubicBezTo>
                  <a:lnTo>
                    <a:pt x="3485" y="4719"/>
                  </a:lnTo>
                  <a:cubicBezTo>
                    <a:pt x="4186" y="4681"/>
                    <a:pt x="4872" y="4489"/>
                    <a:pt x="5492" y="4153"/>
                  </a:cubicBezTo>
                  <a:cubicBezTo>
                    <a:pt x="6106" y="3822"/>
                    <a:pt x="6672" y="3404"/>
                    <a:pt x="7167" y="2914"/>
                  </a:cubicBezTo>
                  <a:cubicBezTo>
                    <a:pt x="7565" y="2526"/>
                    <a:pt x="7930" y="2103"/>
                    <a:pt x="8257" y="1657"/>
                  </a:cubicBezTo>
                  <a:lnTo>
                    <a:pt x="8257" y="2886"/>
                  </a:lnTo>
                  <a:cubicBezTo>
                    <a:pt x="8264" y="3008"/>
                    <a:pt x="8357" y="3069"/>
                    <a:pt x="8451" y="3069"/>
                  </a:cubicBezTo>
                  <a:cubicBezTo>
                    <a:pt x="8545" y="3069"/>
                    <a:pt x="8638" y="3008"/>
                    <a:pt x="8645" y="2886"/>
                  </a:cubicBezTo>
                  <a:lnTo>
                    <a:pt x="8645" y="390"/>
                  </a:lnTo>
                  <a:close/>
                  <a:moveTo>
                    <a:pt x="8453" y="1"/>
                  </a:moveTo>
                  <a:cubicBezTo>
                    <a:pt x="8343" y="1"/>
                    <a:pt x="8257" y="87"/>
                    <a:pt x="8257" y="193"/>
                  </a:cubicBezTo>
                  <a:lnTo>
                    <a:pt x="8257" y="966"/>
                  </a:lnTo>
                  <a:cubicBezTo>
                    <a:pt x="7868" y="1575"/>
                    <a:pt x="7407" y="2142"/>
                    <a:pt x="6889" y="2646"/>
                  </a:cubicBezTo>
                  <a:cubicBezTo>
                    <a:pt x="6092" y="3418"/>
                    <a:pt x="4820" y="4340"/>
                    <a:pt x="3288" y="4340"/>
                  </a:cubicBezTo>
                  <a:lnTo>
                    <a:pt x="1018" y="4340"/>
                  </a:lnTo>
                  <a:cubicBezTo>
                    <a:pt x="456" y="4340"/>
                    <a:pt x="0" y="4796"/>
                    <a:pt x="0" y="5358"/>
                  </a:cubicBezTo>
                  <a:lnTo>
                    <a:pt x="0" y="7009"/>
                  </a:lnTo>
                  <a:cubicBezTo>
                    <a:pt x="0" y="7575"/>
                    <a:pt x="456" y="8031"/>
                    <a:pt x="1018" y="8031"/>
                  </a:cubicBezTo>
                  <a:lnTo>
                    <a:pt x="1445" y="8031"/>
                  </a:lnTo>
                  <a:lnTo>
                    <a:pt x="1445" y="10936"/>
                  </a:lnTo>
                  <a:cubicBezTo>
                    <a:pt x="1445" y="11041"/>
                    <a:pt x="1531" y="11128"/>
                    <a:pt x="1637" y="11128"/>
                  </a:cubicBezTo>
                  <a:lnTo>
                    <a:pt x="2463" y="11128"/>
                  </a:lnTo>
                  <a:cubicBezTo>
                    <a:pt x="2554" y="11128"/>
                    <a:pt x="2631" y="11070"/>
                    <a:pt x="2650" y="10984"/>
                  </a:cubicBezTo>
                  <a:lnTo>
                    <a:pt x="2832" y="10302"/>
                  </a:lnTo>
                  <a:lnTo>
                    <a:pt x="3495" y="10302"/>
                  </a:lnTo>
                  <a:cubicBezTo>
                    <a:pt x="3600" y="10302"/>
                    <a:pt x="3687" y="10216"/>
                    <a:pt x="3687" y="10110"/>
                  </a:cubicBezTo>
                  <a:lnTo>
                    <a:pt x="3687" y="8867"/>
                  </a:lnTo>
                  <a:cubicBezTo>
                    <a:pt x="3687" y="8756"/>
                    <a:pt x="3600" y="8670"/>
                    <a:pt x="3495" y="8670"/>
                  </a:cubicBezTo>
                  <a:lnTo>
                    <a:pt x="3264" y="8670"/>
                  </a:lnTo>
                  <a:lnTo>
                    <a:pt x="3437" y="8031"/>
                  </a:lnTo>
                  <a:cubicBezTo>
                    <a:pt x="4901" y="8084"/>
                    <a:pt x="6116" y="8972"/>
                    <a:pt x="6889" y="9721"/>
                  </a:cubicBezTo>
                  <a:cubicBezTo>
                    <a:pt x="7407" y="10225"/>
                    <a:pt x="7868" y="10792"/>
                    <a:pt x="8257" y="11401"/>
                  </a:cubicBezTo>
                  <a:lnTo>
                    <a:pt x="8257" y="12169"/>
                  </a:lnTo>
                  <a:cubicBezTo>
                    <a:pt x="8257" y="12280"/>
                    <a:pt x="8343" y="12366"/>
                    <a:pt x="8449" y="12366"/>
                  </a:cubicBezTo>
                  <a:lnTo>
                    <a:pt x="9687" y="12366"/>
                  </a:lnTo>
                  <a:cubicBezTo>
                    <a:pt x="9797" y="12366"/>
                    <a:pt x="9884" y="12280"/>
                    <a:pt x="9884" y="12169"/>
                  </a:cubicBezTo>
                  <a:lnTo>
                    <a:pt x="9884" y="7811"/>
                  </a:lnTo>
                  <a:cubicBezTo>
                    <a:pt x="10710" y="7715"/>
                    <a:pt x="11329" y="7014"/>
                    <a:pt x="11329" y="6183"/>
                  </a:cubicBezTo>
                  <a:cubicBezTo>
                    <a:pt x="11329" y="5353"/>
                    <a:pt x="10710" y="4652"/>
                    <a:pt x="9884" y="4556"/>
                  </a:cubicBezTo>
                  <a:lnTo>
                    <a:pt x="9884" y="193"/>
                  </a:lnTo>
                  <a:cubicBezTo>
                    <a:pt x="9884" y="87"/>
                    <a:pt x="9797" y="1"/>
                    <a:pt x="9692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5321;p87">
              <a:extLst>
                <a:ext uri="{FF2B5EF4-FFF2-40B4-BE49-F238E27FC236}">
                  <a16:creationId xmlns:a16="http://schemas.microsoft.com/office/drawing/2014/main" id="{C4421DFC-6B2A-450B-AFC7-5F5375D5942E}"/>
                </a:ext>
              </a:extLst>
            </p:cNvPr>
            <p:cNvSpPr/>
            <p:nvPr/>
          </p:nvSpPr>
          <p:spPr>
            <a:xfrm>
              <a:off x="6030042" y="3969819"/>
              <a:ext cx="30342" cy="10219"/>
            </a:xfrm>
            <a:custGeom>
              <a:avLst/>
              <a:gdLst/>
              <a:ahLst/>
              <a:cxnLst/>
              <a:rect l="l" t="t" r="r" b="b"/>
              <a:pathLst>
                <a:path w="1158" h="390" extrusionOk="0">
                  <a:moveTo>
                    <a:pt x="256" y="0"/>
                  </a:moveTo>
                  <a:cubicBezTo>
                    <a:pt x="0" y="0"/>
                    <a:pt x="0" y="390"/>
                    <a:pt x="256" y="390"/>
                  </a:cubicBezTo>
                  <a:cubicBezTo>
                    <a:pt x="260" y="390"/>
                    <a:pt x="265" y="390"/>
                    <a:pt x="269" y="389"/>
                  </a:cubicBezTo>
                  <a:lnTo>
                    <a:pt x="888" y="389"/>
                  </a:lnTo>
                  <a:cubicBezTo>
                    <a:pt x="893" y="390"/>
                    <a:pt x="898" y="390"/>
                    <a:pt x="902" y="390"/>
                  </a:cubicBezTo>
                  <a:cubicBezTo>
                    <a:pt x="1157" y="390"/>
                    <a:pt x="1157" y="0"/>
                    <a:pt x="902" y="0"/>
                  </a:cubicBezTo>
                  <a:cubicBezTo>
                    <a:pt x="898" y="0"/>
                    <a:pt x="893" y="0"/>
                    <a:pt x="888" y="1"/>
                  </a:cubicBezTo>
                  <a:lnTo>
                    <a:pt x="269" y="1"/>
                  </a:lnTo>
                  <a:cubicBezTo>
                    <a:pt x="265" y="0"/>
                    <a:pt x="260" y="0"/>
                    <a:pt x="25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5322;p87">
              <a:extLst>
                <a:ext uri="{FF2B5EF4-FFF2-40B4-BE49-F238E27FC236}">
                  <a16:creationId xmlns:a16="http://schemas.microsoft.com/office/drawing/2014/main" id="{94079D93-E50E-4B1E-B344-23B2AECB917F}"/>
                </a:ext>
              </a:extLst>
            </p:cNvPr>
            <p:cNvSpPr/>
            <p:nvPr/>
          </p:nvSpPr>
          <p:spPr>
            <a:xfrm>
              <a:off x="6009787" y="3908820"/>
              <a:ext cx="24997" cy="21538"/>
            </a:xfrm>
            <a:custGeom>
              <a:avLst/>
              <a:gdLst/>
              <a:ahLst/>
              <a:cxnLst/>
              <a:rect l="l" t="t" r="r" b="b"/>
              <a:pathLst>
                <a:path w="954" h="822" extrusionOk="0">
                  <a:moveTo>
                    <a:pt x="685" y="1"/>
                  </a:moveTo>
                  <a:cubicBezTo>
                    <a:pt x="643" y="1"/>
                    <a:pt x="598" y="17"/>
                    <a:pt x="557" y="53"/>
                  </a:cubicBezTo>
                  <a:lnTo>
                    <a:pt x="116" y="490"/>
                  </a:lnTo>
                  <a:cubicBezTo>
                    <a:pt x="1" y="610"/>
                    <a:pt x="82" y="817"/>
                    <a:pt x="255" y="821"/>
                  </a:cubicBezTo>
                  <a:cubicBezTo>
                    <a:pt x="308" y="821"/>
                    <a:pt x="356" y="797"/>
                    <a:pt x="389" y="764"/>
                  </a:cubicBezTo>
                  <a:lnTo>
                    <a:pt x="831" y="327"/>
                  </a:lnTo>
                  <a:cubicBezTo>
                    <a:pt x="954" y="186"/>
                    <a:pt x="831" y="1"/>
                    <a:pt x="685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5323;p87">
              <a:extLst>
                <a:ext uri="{FF2B5EF4-FFF2-40B4-BE49-F238E27FC236}">
                  <a16:creationId xmlns:a16="http://schemas.microsoft.com/office/drawing/2014/main" id="{6A36A02E-CEE9-40EC-A7CD-6A3735392B1B}"/>
                </a:ext>
              </a:extLst>
            </p:cNvPr>
            <p:cNvSpPr/>
            <p:nvPr/>
          </p:nvSpPr>
          <p:spPr>
            <a:xfrm>
              <a:off x="6009604" y="4019761"/>
              <a:ext cx="25207" cy="21329"/>
            </a:xfrm>
            <a:custGeom>
              <a:avLst/>
              <a:gdLst/>
              <a:ahLst/>
              <a:cxnLst/>
              <a:rect l="l" t="t" r="r" b="b"/>
              <a:pathLst>
                <a:path w="962" h="814" extrusionOk="0">
                  <a:moveTo>
                    <a:pt x="268" y="1"/>
                  </a:moveTo>
                  <a:cubicBezTo>
                    <a:pt x="122" y="1"/>
                    <a:pt x="0" y="185"/>
                    <a:pt x="123" y="327"/>
                  </a:cubicBezTo>
                  <a:lnTo>
                    <a:pt x="564" y="764"/>
                  </a:lnTo>
                  <a:cubicBezTo>
                    <a:pt x="605" y="799"/>
                    <a:pt x="649" y="814"/>
                    <a:pt x="691" y="814"/>
                  </a:cubicBezTo>
                  <a:cubicBezTo>
                    <a:pt x="838" y="814"/>
                    <a:pt x="961" y="632"/>
                    <a:pt x="838" y="490"/>
                  </a:cubicBezTo>
                  <a:lnTo>
                    <a:pt x="396" y="53"/>
                  </a:lnTo>
                  <a:cubicBezTo>
                    <a:pt x="355" y="16"/>
                    <a:pt x="311" y="1"/>
                    <a:pt x="268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738;p35">
            <a:extLst>
              <a:ext uri="{FF2B5EF4-FFF2-40B4-BE49-F238E27FC236}">
                <a16:creationId xmlns:a16="http://schemas.microsoft.com/office/drawing/2014/main" id="{F427A6C1-F778-4432-9BF3-3567AECE18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8621" y="1786855"/>
            <a:ext cx="2367584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Pengaduan</a:t>
            </a:r>
            <a:r>
              <a:rPr lang="en-US" sz="2400" dirty="0"/>
              <a:t> </a:t>
            </a:r>
            <a:r>
              <a:rPr lang="en-US" sz="2400" dirty="0" err="1"/>
              <a:t>Layanan</a:t>
            </a:r>
            <a:endParaRPr sz="2400" dirty="0"/>
          </a:p>
        </p:txBody>
      </p:sp>
      <p:sp>
        <p:nvSpPr>
          <p:cNvPr id="23" name="Google Shape;2314;p63">
            <a:extLst>
              <a:ext uri="{FF2B5EF4-FFF2-40B4-BE49-F238E27FC236}">
                <a16:creationId xmlns:a16="http://schemas.microsoft.com/office/drawing/2014/main" id="{C62F7578-E42D-4212-BAEF-D5189181EE78}"/>
              </a:ext>
            </a:extLst>
          </p:cNvPr>
          <p:cNvSpPr/>
          <p:nvPr/>
        </p:nvSpPr>
        <p:spPr>
          <a:xfrm>
            <a:off x="1199249" y="636209"/>
            <a:ext cx="3455148" cy="47110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i="0" dirty="0" err="1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Staatliches"/>
              </a:rPr>
              <a:t>Latar</a:t>
            </a:r>
            <a:r>
              <a:rPr lang="en-US"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Staatliches"/>
              </a:rPr>
              <a:t> </a:t>
            </a:r>
            <a:r>
              <a:rPr lang="en-US" b="1" i="0" dirty="0" err="1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Staatliches"/>
              </a:rPr>
              <a:t>belakang</a:t>
            </a:r>
            <a:r>
              <a:rPr lang="en-US"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Staatliches"/>
              </a:rPr>
              <a:t> (cont’d)</a:t>
            </a:r>
            <a:endParaRPr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Staatliches"/>
            </a:endParaRPr>
          </a:p>
        </p:txBody>
      </p:sp>
      <p:grpSp>
        <p:nvGrpSpPr>
          <p:cNvPr id="24" name="Google Shape;17859;p89">
            <a:extLst>
              <a:ext uri="{FF2B5EF4-FFF2-40B4-BE49-F238E27FC236}">
                <a16:creationId xmlns:a16="http://schemas.microsoft.com/office/drawing/2014/main" id="{D50FC7AF-11E8-4B4C-901E-903CB6B36DC8}"/>
              </a:ext>
            </a:extLst>
          </p:cNvPr>
          <p:cNvGrpSpPr/>
          <p:nvPr/>
        </p:nvGrpSpPr>
        <p:grpSpPr>
          <a:xfrm>
            <a:off x="6086873" y="1039741"/>
            <a:ext cx="756973" cy="750497"/>
            <a:chOff x="3727590" y="2438549"/>
            <a:chExt cx="346921" cy="343953"/>
          </a:xfrm>
        </p:grpSpPr>
        <p:sp>
          <p:nvSpPr>
            <p:cNvPr id="25" name="Google Shape;17860;p89">
              <a:extLst>
                <a:ext uri="{FF2B5EF4-FFF2-40B4-BE49-F238E27FC236}">
                  <a16:creationId xmlns:a16="http://schemas.microsoft.com/office/drawing/2014/main" id="{3E4DC567-F17D-49C3-B362-6AF304B6B7C2}"/>
                </a:ext>
              </a:extLst>
            </p:cNvPr>
            <p:cNvSpPr/>
            <p:nvPr/>
          </p:nvSpPr>
          <p:spPr>
            <a:xfrm>
              <a:off x="3975294" y="2622147"/>
              <a:ext cx="40421" cy="39770"/>
            </a:xfrm>
            <a:custGeom>
              <a:avLst/>
              <a:gdLst/>
              <a:ahLst/>
              <a:cxnLst/>
              <a:rect l="l" t="t" r="r" b="b"/>
              <a:pathLst>
                <a:path w="1553" h="1528" extrusionOk="0">
                  <a:moveTo>
                    <a:pt x="1" y="0"/>
                  </a:moveTo>
                  <a:lnTo>
                    <a:pt x="989" y="1527"/>
                  </a:lnTo>
                  <a:lnTo>
                    <a:pt x="1552" y="1527"/>
                  </a:lnTo>
                  <a:cubicBezTo>
                    <a:pt x="1552" y="683"/>
                    <a:pt x="849" y="0"/>
                    <a:pt x="1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7861;p89">
              <a:extLst>
                <a:ext uri="{FF2B5EF4-FFF2-40B4-BE49-F238E27FC236}">
                  <a16:creationId xmlns:a16="http://schemas.microsoft.com/office/drawing/2014/main" id="{32F8E602-07F3-44AA-B198-DDFE48FF43C7}"/>
                </a:ext>
              </a:extLst>
            </p:cNvPr>
            <p:cNvSpPr/>
            <p:nvPr/>
          </p:nvSpPr>
          <p:spPr>
            <a:xfrm>
              <a:off x="3935003" y="2622147"/>
              <a:ext cx="66058" cy="39848"/>
            </a:xfrm>
            <a:custGeom>
              <a:avLst/>
              <a:gdLst/>
              <a:ahLst/>
              <a:cxnLst/>
              <a:rect l="l" t="t" r="r" b="b"/>
              <a:pathLst>
                <a:path w="2538" h="1531" extrusionOk="0">
                  <a:moveTo>
                    <a:pt x="1549" y="0"/>
                  </a:moveTo>
                  <a:cubicBezTo>
                    <a:pt x="704" y="0"/>
                    <a:pt x="1" y="683"/>
                    <a:pt x="1" y="1531"/>
                  </a:cubicBezTo>
                  <a:lnTo>
                    <a:pt x="2537" y="1531"/>
                  </a:lnTo>
                  <a:cubicBezTo>
                    <a:pt x="2537" y="683"/>
                    <a:pt x="2087" y="0"/>
                    <a:pt x="1549" y="0"/>
                  </a:cubicBezTo>
                  <a:close/>
                </a:path>
              </a:pathLst>
            </a:custGeom>
            <a:solidFill>
              <a:srgbClr val="B7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7862;p89">
              <a:extLst>
                <a:ext uri="{FF2B5EF4-FFF2-40B4-BE49-F238E27FC236}">
                  <a16:creationId xmlns:a16="http://schemas.microsoft.com/office/drawing/2014/main" id="{C979570D-1AE7-4159-B9CA-11B3CA990C21}"/>
                </a:ext>
              </a:extLst>
            </p:cNvPr>
            <p:cNvSpPr/>
            <p:nvPr/>
          </p:nvSpPr>
          <p:spPr>
            <a:xfrm>
              <a:off x="3974851" y="2556194"/>
              <a:ext cx="21993" cy="43986"/>
            </a:xfrm>
            <a:custGeom>
              <a:avLst/>
              <a:gdLst/>
              <a:ahLst/>
              <a:cxnLst/>
              <a:rect l="l" t="t" r="r" b="b"/>
              <a:pathLst>
                <a:path w="845" h="1690" extrusionOk="0">
                  <a:moveTo>
                    <a:pt x="0" y="1"/>
                  </a:moveTo>
                  <a:lnTo>
                    <a:pt x="0" y="1690"/>
                  </a:lnTo>
                  <a:cubicBezTo>
                    <a:pt x="465" y="1690"/>
                    <a:pt x="845" y="1310"/>
                    <a:pt x="845" y="845"/>
                  </a:cubicBezTo>
                  <a:cubicBezTo>
                    <a:pt x="845" y="381"/>
                    <a:pt x="465" y="1"/>
                    <a:pt x="0" y="1"/>
                  </a:cubicBezTo>
                  <a:close/>
                </a:path>
              </a:pathLst>
            </a:custGeom>
            <a:solidFill>
              <a:srgbClr val="9BA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7863;p89">
              <a:extLst>
                <a:ext uri="{FF2B5EF4-FFF2-40B4-BE49-F238E27FC236}">
                  <a16:creationId xmlns:a16="http://schemas.microsoft.com/office/drawing/2014/main" id="{8FF57828-5F3D-49F7-8A15-290587DC59DB}"/>
                </a:ext>
              </a:extLst>
            </p:cNvPr>
            <p:cNvSpPr/>
            <p:nvPr/>
          </p:nvSpPr>
          <p:spPr>
            <a:xfrm>
              <a:off x="3826677" y="2622147"/>
              <a:ext cx="40317" cy="39770"/>
            </a:xfrm>
            <a:custGeom>
              <a:avLst/>
              <a:gdLst/>
              <a:ahLst/>
              <a:cxnLst/>
              <a:rect l="l" t="t" r="r" b="b"/>
              <a:pathLst>
                <a:path w="1549" h="1528" extrusionOk="0">
                  <a:moveTo>
                    <a:pt x="0" y="0"/>
                  </a:moveTo>
                  <a:lnTo>
                    <a:pt x="985" y="1527"/>
                  </a:lnTo>
                  <a:lnTo>
                    <a:pt x="1548" y="1527"/>
                  </a:lnTo>
                  <a:cubicBezTo>
                    <a:pt x="1548" y="683"/>
                    <a:pt x="845" y="0"/>
                    <a:pt x="0" y="0"/>
                  </a:cubicBez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7864;p89">
              <a:extLst>
                <a:ext uri="{FF2B5EF4-FFF2-40B4-BE49-F238E27FC236}">
                  <a16:creationId xmlns:a16="http://schemas.microsoft.com/office/drawing/2014/main" id="{B099D65F-D0FD-43E1-997D-C5C8A10B1475}"/>
                </a:ext>
              </a:extLst>
            </p:cNvPr>
            <p:cNvSpPr/>
            <p:nvPr/>
          </p:nvSpPr>
          <p:spPr>
            <a:xfrm>
              <a:off x="3786386" y="2622147"/>
              <a:ext cx="66032" cy="39848"/>
            </a:xfrm>
            <a:custGeom>
              <a:avLst/>
              <a:gdLst/>
              <a:ahLst/>
              <a:cxnLst/>
              <a:rect l="l" t="t" r="r" b="b"/>
              <a:pathLst>
                <a:path w="2537" h="1531" extrusionOk="0">
                  <a:moveTo>
                    <a:pt x="1548" y="0"/>
                  </a:moveTo>
                  <a:cubicBezTo>
                    <a:pt x="704" y="0"/>
                    <a:pt x="0" y="683"/>
                    <a:pt x="0" y="1531"/>
                  </a:cubicBezTo>
                  <a:lnTo>
                    <a:pt x="2533" y="1531"/>
                  </a:lnTo>
                  <a:cubicBezTo>
                    <a:pt x="2537" y="683"/>
                    <a:pt x="2087" y="0"/>
                    <a:pt x="1548" y="0"/>
                  </a:cubicBezTo>
                  <a:close/>
                </a:path>
              </a:pathLst>
            </a:custGeom>
            <a:solidFill>
              <a:srgbClr val="B7C5D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7865;p89">
              <a:extLst>
                <a:ext uri="{FF2B5EF4-FFF2-40B4-BE49-F238E27FC236}">
                  <a16:creationId xmlns:a16="http://schemas.microsoft.com/office/drawing/2014/main" id="{DEF2D51D-8BD7-43D3-AD7B-63F564C5019E}"/>
                </a:ext>
              </a:extLst>
            </p:cNvPr>
            <p:cNvSpPr/>
            <p:nvPr/>
          </p:nvSpPr>
          <p:spPr>
            <a:xfrm>
              <a:off x="3826208" y="2556194"/>
              <a:ext cx="22019" cy="43986"/>
            </a:xfrm>
            <a:custGeom>
              <a:avLst/>
              <a:gdLst/>
              <a:ahLst/>
              <a:cxnLst/>
              <a:rect l="l" t="t" r="r" b="b"/>
              <a:pathLst>
                <a:path w="846" h="1690" extrusionOk="0">
                  <a:moveTo>
                    <a:pt x="1" y="1"/>
                  </a:moveTo>
                  <a:lnTo>
                    <a:pt x="1" y="1690"/>
                  </a:lnTo>
                  <a:cubicBezTo>
                    <a:pt x="465" y="1690"/>
                    <a:pt x="845" y="1310"/>
                    <a:pt x="845" y="845"/>
                  </a:cubicBezTo>
                  <a:cubicBezTo>
                    <a:pt x="845" y="381"/>
                    <a:pt x="465" y="1"/>
                    <a:pt x="1" y="1"/>
                  </a:cubicBezTo>
                  <a:close/>
                </a:path>
              </a:pathLst>
            </a:custGeom>
            <a:solidFill>
              <a:srgbClr val="9BAF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7866;p89">
              <a:extLst>
                <a:ext uri="{FF2B5EF4-FFF2-40B4-BE49-F238E27FC236}">
                  <a16:creationId xmlns:a16="http://schemas.microsoft.com/office/drawing/2014/main" id="{B2E35052-5408-4855-A90F-EA31435DF83F}"/>
                </a:ext>
              </a:extLst>
            </p:cNvPr>
            <p:cNvSpPr/>
            <p:nvPr/>
          </p:nvSpPr>
          <p:spPr>
            <a:xfrm>
              <a:off x="3901037" y="2624073"/>
              <a:ext cx="54137" cy="54137"/>
            </a:xfrm>
            <a:custGeom>
              <a:avLst/>
              <a:gdLst/>
              <a:ahLst/>
              <a:cxnLst/>
              <a:rect l="l" t="t" r="r" b="b"/>
              <a:pathLst>
                <a:path w="2080" h="2080" extrusionOk="0">
                  <a:moveTo>
                    <a:pt x="0" y="0"/>
                  </a:moveTo>
                  <a:lnTo>
                    <a:pt x="1235" y="2079"/>
                  </a:lnTo>
                  <a:lnTo>
                    <a:pt x="2080" y="2079"/>
                  </a:lnTo>
                  <a:cubicBezTo>
                    <a:pt x="2080" y="932"/>
                    <a:pt x="1147" y="0"/>
                    <a:pt x="0" y="0"/>
                  </a:cubicBezTo>
                  <a:close/>
                </a:path>
              </a:pathLst>
            </a:custGeom>
            <a:solidFill>
              <a:srgbClr val="7487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7867;p89">
              <a:extLst>
                <a:ext uri="{FF2B5EF4-FFF2-40B4-BE49-F238E27FC236}">
                  <a16:creationId xmlns:a16="http://schemas.microsoft.com/office/drawing/2014/main" id="{094B0E82-FAFF-420E-AD04-2CD417682A49}"/>
                </a:ext>
              </a:extLst>
            </p:cNvPr>
            <p:cNvSpPr/>
            <p:nvPr/>
          </p:nvSpPr>
          <p:spPr>
            <a:xfrm>
              <a:off x="3846900" y="2624073"/>
              <a:ext cx="86307" cy="54137"/>
            </a:xfrm>
            <a:custGeom>
              <a:avLst/>
              <a:gdLst/>
              <a:ahLst/>
              <a:cxnLst/>
              <a:rect l="l" t="t" r="r" b="b"/>
              <a:pathLst>
                <a:path w="3316" h="2080" extrusionOk="0">
                  <a:moveTo>
                    <a:pt x="2080" y="0"/>
                  </a:moveTo>
                  <a:cubicBezTo>
                    <a:pt x="930" y="0"/>
                    <a:pt x="1" y="932"/>
                    <a:pt x="1" y="2079"/>
                  </a:cubicBezTo>
                  <a:lnTo>
                    <a:pt x="3315" y="2079"/>
                  </a:lnTo>
                  <a:cubicBezTo>
                    <a:pt x="3315" y="932"/>
                    <a:pt x="2763" y="0"/>
                    <a:pt x="2080" y="0"/>
                  </a:cubicBezTo>
                  <a:close/>
                </a:path>
              </a:pathLst>
            </a:custGeom>
            <a:solidFill>
              <a:srgbClr val="D6DEE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7868;p89">
              <a:extLst>
                <a:ext uri="{FF2B5EF4-FFF2-40B4-BE49-F238E27FC236}">
                  <a16:creationId xmlns:a16="http://schemas.microsoft.com/office/drawing/2014/main" id="{CAC7B63C-FEAC-47CF-8224-E9F13E6FA0D2}"/>
                </a:ext>
              </a:extLst>
            </p:cNvPr>
            <p:cNvSpPr/>
            <p:nvPr/>
          </p:nvSpPr>
          <p:spPr>
            <a:xfrm>
              <a:off x="3901402" y="2542373"/>
              <a:ext cx="29333" cy="59733"/>
            </a:xfrm>
            <a:custGeom>
              <a:avLst/>
              <a:gdLst/>
              <a:ahLst/>
              <a:cxnLst/>
              <a:rect l="l" t="t" r="r" b="b"/>
              <a:pathLst>
                <a:path w="1127" h="2295" extrusionOk="0">
                  <a:moveTo>
                    <a:pt x="0" y="1"/>
                  </a:moveTo>
                  <a:lnTo>
                    <a:pt x="0" y="2295"/>
                  </a:lnTo>
                  <a:cubicBezTo>
                    <a:pt x="627" y="2284"/>
                    <a:pt x="1126" y="1774"/>
                    <a:pt x="1126" y="1148"/>
                  </a:cubicBezTo>
                  <a:cubicBezTo>
                    <a:pt x="1126" y="525"/>
                    <a:pt x="627" y="15"/>
                    <a:pt x="0" y="1"/>
                  </a:cubicBezTo>
                  <a:close/>
                </a:path>
              </a:pathLst>
            </a:custGeom>
            <a:solidFill>
              <a:srgbClr val="A6B8C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7869;p89">
              <a:extLst>
                <a:ext uri="{FF2B5EF4-FFF2-40B4-BE49-F238E27FC236}">
                  <a16:creationId xmlns:a16="http://schemas.microsoft.com/office/drawing/2014/main" id="{50C4B9E8-5A46-46A1-8C01-359EDA998995}"/>
                </a:ext>
              </a:extLst>
            </p:cNvPr>
            <p:cNvSpPr/>
            <p:nvPr/>
          </p:nvSpPr>
          <p:spPr>
            <a:xfrm>
              <a:off x="3871366" y="2542373"/>
              <a:ext cx="44976" cy="59733"/>
            </a:xfrm>
            <a:custGeom>
              <a:avLst/>
              <a:gdLst/>
              <a:ahLst/>
              <a:cxnLst/>
              <a:rect l="l" t="t" r="r" b="b"/>
              <a:pathLst>
                <a:path w="1728" h="2295" extrusionOk="0">
                  <a:moveTo>
                    <a:pt x="1126" y="1"/>
                  </a:moveTo>
                  <a:cubicBezTo>
                    <a:pt x="500" y="15"/>
                    <a:pt x="0" y="525"/>
                    <a:pt x="0" y="1148"/>
                  </a:cubicBezTo>
                  <a:cubicBezTo>
                    <a:pt x="0" y="1774"/>
                    <a:pt x="500" y="2284"/>
                    <a:pt x="1126" y="2295"/>
                  </a:cubicBezTo>
                  <a:lnTo>
                    <a:pt x="1154" y="2295"/>
                  </a:lnTo>
                  <a:cubicBezTo>
                    <a:pt x="1471" y="2281"/>
                    <a:pt x="1728" y="1774"/>
                    <a:pt x="1728" y="1148"/>
                  </a:cubicBezTo>
                  <a:cubicBezTo>
                    <a:pt x="1728" y="525"/>
                    <a:pt x="1471" y="18"/>
                    <a:pt x="1154" y="1"/>
                  </a:cubicBezTo>
                  <a:close/>
                </a:path>
              </a:pathLst>
            </a:custGeom>
            <a:solidFill>
              <a:srgbClr val="B8C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7870;p89">
              <a:extLst>
                <a:ext uri="{FF2B5EF4-FFF2-40B4-BE49-F238E27FC236}">
                  <a16:creationId xmlns:a16="http://schemas.microsoft.com/office/drawing/2014/main" id="{98EB6B82-F919-4D70-91F6-D0097A3325FD}"/>
                </a:ext>
              </a:extLst>
            </p:cNvPr>
            <p:cNvSpPr/>
            <p:nvPr/>
          </p:nvSpPr>
          <p:spPr>
            <a:xfrm>
              <a:off x="3804241" y="2556194"/>
              <a:ext cx="29333" cy="43986"/>
            </a:xfrm>
            <a:custGeom>
              <a:avLst/>
              <a:gdLst/>
              <a:ahLst/>
              <a:cxnLst/>
              <a:rect l="l" t="t" r="r" b="b"/>
              <a:pathLst>
                <a:path w="1127" h="1690" extrusionOk="0">
                  <a:moveTo>
                    <a:pt x="845" y="1"/>
                  </a:moveTo>
                  <a:cubicBezTo>
                    <a:pt x="377" y="1"/>
                    <a:pt x="0" y="381"/>
                    <a:pt x="0" y="845"/>
                  </a:cubicBezTo>
                  <a:cubicBezTo>
                    <a:pt x="0" y="1310"/>
                    <a:pt x="377" y="1690"/>
                    <a:pt x="845" y="1690"/>
                  </a:cubicBezTo>
                  <a:cubicBezTo>
                    <a:pt x="999" y="1690"/>
                    <a:pt x="1126" y="1313"/>
                    <a:pt x="1126" y="845"/>
                  </a:cubicBezTo>
                  <a:cubicBezTo>
                    <a:pt x="1126" y="381"/>
                    <a:pt x="999" y="1"/>
                    <a:pt x="845" y="1"/>
                  </a:cubicBezTo>
                  <a:close/>
                </a:path>
              </a:pathLst>
            </a:custGeom>
            <a:solidFill>
              <a:srgbClr val="BC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7871;p89">
              <a:extLst>
                <a:ext uri="{FF2B5EF4-FFF2-40B4-BE49-F238E27FC236}">
                  <a16:creationId xmlns:a16="http://schemas.microsoft.com/office/drawing/2014/main" id="{0A5C70A3-D029-42BC-90E5-965AE47894C4}"/>
                </a:ext>
              </a:extLst>
            </p:cNvPr>
            <p:cNvSpPr/>
            <p:nvPr/>
          </p:nvSpPr>
          <p:spPr>
            <a:xfrm>
              <a:off x="3952858" y="2556194"/>
              <a:ext cx="29333" cy="43986"/>
            </a:xfrm>
            <a:custGeom>
              <a:avLst/>
              <a:gdLst/>
              <a:ahLst/>
              <a:cxnLst/>
              <a:rect l="l" t="t" r="r" b="b"/>
              <a:pathLst>
                <a:path w="1127" h="1690" extrusionOk="0">
                  <a:moveTo>
                    <a:pt x="845" y="1"/>
                  </a:moveTo>
                  <a:cubicBezTo>
                    <a:pt x="381" y="1"/>
                    <a:pt x="1" y="381"/>
                    <a:pt x="1" y="845"/>
                  </a:cubicBezTo>
                  <a:cubicBezTo>
                    <a:pt x="1" y="1310"/>
                    <a:pt x="381" y="1690"/>
                    <a:pt x="845" y="1690"/>
                  </a:cubicBezTo>
                  <a:cubicBezTo>
                    <a:pt x="1000" y="1690"/>
                    <a:pt x="1127" y="1313"/>
                    <a:pt x="1127" y="845"/>
                  </a:cubicBezTo>
                  <a:cubicBezTo>
                    <a:pt x="1127" y="381"/>
                    <a:pt x="1000" y="1"/>
                    <a:pt x="845" y="1"/>
                  </a:cubicBezTo>
                  <a:close/>
                </a:path>
              </a:pathLst>
            </a:custGeom>
            <a:solidFill>
              <a:srgbClr val="BCCA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7872;p89">
              <a:extLst>
                <a:ext uri="{FF2B5EF4-FFF2-40B4-BE49-F238E27FC236}">
                  <a16:creationId xmlns:a16="http://schemas.microsoft.com/office/drawing/2014/main" id="{5C09D798-BBB9-41F9-9BB8-55C58367F818}"/>
                </a:ext>
              </a:extLst>
            </p:cNvPr>
            <p:cNvSpPr/>
            <p:nvPr/>
          </p:nvSpPr>
          <p:spPr>
            <a:xfrm>
              <a:off x="3948381" y="2550650"/>
              <a:ext cx="64210" cy="55022"/>
            </a:xfrm>
            <a:custGeom>
              <a:avLst/>
              <a:gdLst/>
              <a:ahLst/>
              <a:cxnLst/>
              <a:rect l="l" t="t" r="r" b="b"/>
              <a:pathLst>
                <a:path w="2467" h="2114" extrusionOk="0">
                  <a:moveTo>
                    <a:pt x="1056" y="425"/>
                  </a:moveTo>
                  <a:cubicBezTo>
                    <a:pt x="1619" y="425"/>
                    <a:pt x="1900" y="1108"/>
                    <a:pt x="1503" y="1505"/>
                  </a:cubicBezTo>
                  <a:cubicBezTo>
                    <a:pt x="1374" y="1635"/>
                    <a:pt x="1216" y="1693"/>
                    <a:pt x="1060" y="1693"/>
                  </a:cubicBezTo>
                  <a:cubicBezTo>
                    <a:pt x="735" y="1693"/>
                    <a:pt x="423" y="1439"/>
                    <a:pt x="423" y="1058"/>
                  </a:cubicBezTo>
                  <a:cubicBezTo>
                    <a:pt x="423" y="710"/>
                    <a:pt x="704" y="425"/>
                    <a:pt x="1056" y="425"/>
                  </a:cubicBezTo>
                  <a:close/>
                  <a:moveTo>
                    <a:pt x="1062" y="0"/>
                  </a:moveTo>
                  <a:cubicBezTo>
                    <a:pt x="520" y="0"/>
                    <a:pt x="0" y="421"/>
                    <a:pt x="0" y="1058"/>
                  </a:cubicBezTo>
                  <a:cubicBezTo>
                    <a:pt x="0" y="1639"/>
                    <a:pt x="472" y="2114"/>
                    <a:pt x="1056" y="2114"/>
                  </a:cubicBezTo>
                  <a:cubicBezTo>
                    <a:pt x="1995" y="2114"/>
                    <a:pt x="2467" y="977"/>
                    <a:pt x="1802" y="312"/>
                  </a:cubicBezTo>
                  <a:cubicBezTo>
                    <a:pt x="1586" y="97"/>
                    <a:pt x="1321" y="0"/>
                    <a:pt x="10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7873;p89">
              <a:extLst>
                <a:ext uri="{FF2B5EF4-FFF2-40B4-BE49-F238E27FC236}">
                  <a16:creationId xmlns:a16="http://schemas.microsoft.com/office/drawing/2014/main" id="{715CB5D5-E61B-4C67-8EAF-801B76E2FD2D}"/>
                </a:ext>
              </a:extLst>
            </p:cNvPr>
            <p:cNvSpPr/>
            <p:nvPr/>
          </p:nvSpPr>
          <p:spPr>
            <a:xfrm>
              <a:off x="3948954" y="2616655"/>
              <a:ext cx="72148" cy="50754"/>
            </a:xfrm>
            <a:custGeom>
              <a:avLst/>
              <a:gdLst/>
              <a:ahLst/>
              <a:cxnLst/>
              <a:rect l="l" t="t" r="r" b="b"/>
              <a:pathLst>
                <a:path w="2772" h="1950" extrusionOk="0">
                  <a:moveTo>
                    <a:pt x="1034" y="0"/>
                  </a:moveTo>
                  <a:cubicBezTo>
                    <a:pt x="745" y="0"/>
                    <a:pt x="464" y="70"/>
                    <a:pt x="211" y="204"/>
                  </a:cubicBezTo>
                  <a:cubicBezTo>
                    <a:pt x="0" y="318"/>
                    <a:pt x="113" y="604"/>
                    <a:pt x="306" y="604"/>
                  </a:cubicBezTo>
                  <a:cubicBezTo>
                    <a:pt x="339" y="604"/>
                    <a:pt x="375" y="596"/>
                    <a:pt x="411" y="577"/>
                  </a:cubicBezTo>
                  <a:cubicBezTo>
                    <a:pt x="612" y="470"/>
                    <a:pt x="823" y="421"/>
                    <a:pt x="1030" y="421"/>
                  </a:cubicBezTo>
                  <a:cubicBezTo>
                    <a:pt x="1648" y="421"/>
                    <a:pt x="2225" y="861"/>
                    <a:pt x="2336" y="1531"/>
                  </a:cubicBezTo>
                  <a:lnTo>
                    <a:pt x="1034" y="1531"/>
                  </a:lnTo>
                  <a:cubicBezTo>
                    <a:pt x="1030" y="1530"/>
                    <a:pt x="1025" y="1530"/>
                    <a:pt x="1021" y="1530"/>
                  </a:cubicBezTo>
                  <a:cubicBezTo>
                    <a:pt x="904" y="1530"/>
                    <a:pt x="812" y="1623"/>
                    <a:pt x="812" y="1738"/>
                  </a:cubicBezTo>
                  <a:cubicBezTo>
                    <a:pt x="812" y="1857"/>
                    <a:pt x="904" y="1950"/>
                    <a:pt x="1021" y="1950"/>
                  </a:cubicBezTo>
                  <a:cubicBezTo>
                    <a:pt x="1025" y="1950"/>
                    <a:pt x="1030" y="1950"/>
                    <a:pt x="1034" y="1949"/>
                  </a:cubicBezTo>
                  <a:lnTo>
                    <a:pt x="2561" y="1949"/>
                  </a:lnTo>
                  <a:cubicBezTo>
                    <a:pt x="2680" y="1949"/>
                    <a:pt x="2772" y="1858"/>
                    <a:pt x="2772" y="1738"/>
                  </a:cubicBezTo>
                  <a:cubicBezTo>
                    <a:pt x="2772" y="778"/>
                    <a:pt x="1994" y="0"/>
                    <a:pt x="10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7874;p89">
              <a:extLst>
                <a:ext uri="{FF2B5EF4-FFF2-40B4-BE49-F238E27FC236}">
                  <a16:creationId xmlns:a16="http://schemas.microsoft.com/office/drawing/2014/main" id="{CF6A9D33-CB38-47F6-BFAE-B53A5FCCD52A}"/>
                </a:ext>
              </a:extLst>
            </p:cNvPr>
            <p:cNvSpPr/>
            <p:nvPr/>
          </p:nvSpPr>
          <p:spPr>
            <a:xfrm>
              <a:off x="3780790" y="2616551"/>
              <a:ext cx="71940" cy="50858"/>
            </a:xfrm>
            <a:custGeom>
              <a:avLst/>
              <a:gdLst/>
              <a:ahLst/>
              <a:cxnLst/>
              <a:rect l="l" t="t" r="r" b="b"/>
              <a:pathLst>
                <a:path w="2764" h="1954" extrusionOk="0">
                  <a:moveTo>
                    <a:pt x="1747" y="1"/>
                  </a:moveTo>
                  <a:cubicBezTo>
                    <a:pt x="835" y="1"/>
                    <a:pt x="4" y="732"/>
                    <a:pt x="4" y="1746"/>
                  </a:cubicBezTo>
                  <a:cubicBezTo>
                    <a:pt x="1" y="1860"/>
                    <a:pt x="92" y="1953"/>
                    <a:pt x="209" y="1953"/>
                  </a:cubicBezTo>
                  <a:cubicBezTo>
                    <a:pt x="211" y="1953"/>
                    <a:pt x="213" y="1953"/>
                    <a:pt x="215" y="1953"/>
                  </a:cubicBezTo>
                  <a:lnTo>
                    <a:pt x="1763" y="1953"/>
                  </a:lnTo>
                  <a:cubicBezTo>
                    <a:pt x="1879" y="1953"/>
                    <a:pt x="1974" y="1862"/>
                    <a:pt x="1974" y="1746"/>
                  </a:cubicBezTo>
                  <a:cubicBezTo>
                    <a:pt x="1974" y="1626"/>
                    <a:pt x="1879" y="1535"/>
                    <a:pt x="1763" y="1535"/>
                  </a:cubicBezTo>
                  <a:lnTo>
                    <a:pt x="444" y="1535"/>
                  </a:lnTo>
                  <a:cubicBezTo>
                    <a:pt x="554" y="865"/>
                    <a:pt x="1129" y="425"/>
                    <a:pt x="1746" y="425"/>
                  </a:cubicBezTo>
                  <a:cubicBezTo>
                    <a:pt x="1953" y="425"/>
                    <a:pt x="2164" y="474"/>
                    <a:pt x="2365" y="581"/>
                  </a:cubicBezTo>
                  <a:cubicBezTo>
                    <a:pt x="2398" y="596"/>
                    <a:pt x="2430" y="603"/>
                    <a:pt x="2460" y="603"/>
                  </a:cubicBezTo>
                  <a:cubicBezTo>
                    <a:pt x="2651" y="603"/>
                    <a:pt x="2763" y="327"/>
                    <a:pt x="2565" y="208"/>
                  </a:cubicBezTo>
                  <a:cubicBezTo>
                    <a:pt x="2299" y="66"/>
                    <a:pt x="2019" y="1"/>
                    <a:pt x="174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7875;p89">
              <a:extLst>
                <a:ext uri="{FF2B5EF4-FFF2-40B4-BE49-F238E27FC236}">
                  <a16:creationId xmlns:a16="http://schemas.microsoft.com/office/drawing/2014/main" id="{CDFB4D94-B6E6-4F38-A9A9-8996A770937D}"/>
                </a:ext>
              </a:extLst>
            </p:cNvPr>
            <p:cNvSpPr/>
            <p:nvPr/>
          </p:nvSpPr>
          <p:spPr>
            <a:xfrm>
              <a:off x="3798749" y="2550650"/>
              <a:ext cx="64210" cy="55022"/>
            </a:xfrm>
            <a:custGeom>
              <a:avLst/>
              <a:gdLst/>
              <a:ahLst/>
              <a:cxnLst/>
              <a:rect l="l" t="t" r="r" b="b"/>
              <a:pathLst>
                <a:path w="2467" h="2114" extrusionOk="0">
                  <a:moveTo>
                    <a:pt x="1056" y="425"/>
                  </a:moveTo>
                  <a:cubicBezTo>
                    <a:pt x="1619" y="425"/>
                    <a:pt x="1904" y="1108"/>
                    <a:pt x="1502" y="1505"/>
                  </a:cubicBezTo>
                  <a:cubicBezTo>
                    <a:pt x="1374" y="1635"/>
                    <a:pt x="1216" y="1693"/>
                    <a:pt x="1060" y="1693"/>
                  </a:cubicBezTo>
                  <a:cubicBezTo>
                    <a:pt x="735" y="1693"/>
                    <a:pt x="422" y="1439"/>
                    <a:pt x="422" y="1058"/>
                  </a:cubicBezTo>
                  <a:cubicBezTo>
                    <a:pt x="422" y="710"/>
                    <a:pt x="704" y="425"/>
                    <a:pt x="1056" y="425"/>
                  </a:cubicBezTo>
                  <a:close/>
                  <a:moveTo>
                    <a:pt x="1062" y="0"/>
                  </a:moveTo>
                  <a:cubicBezTo>
                    <a:pt x="520" y="0"/>
                    <a:pt x="0" y="421"/>
                    <a:pt x="0" y="1058"/>
                  </a:cubicBezTo>
                  <a:cubicBezTo>
                    <a:pt x="0" y="1639"/>
                    <a:pt x="472" y="2114"/>
                    <a:pt x="1056" y="2114"/>
                  </a:cubicBezTo>
                  <a:cubicBezTo>
                    <a:pt x="1995" y="2114"/>
                    <a:pt x="2467" y="977"/>
                    <a:pt x="1802" y="312"/>
                  </a:cubicBezTo>
                  <a:cubicBezTo>
                    <a:pt x="1586" y="97"/>
                    <a:pt x="1321" y="0"/>
                    <a:pt x="10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7876;p89">
              <a:extLst>
                <a:ext uri="{FF2B5EF4-FFF2-40B4-BE49-F238E27FC236}">
                  <a16:creationId xmlns:a16="http://schemas.microsoft.com/office/drawing/2014/main" id="{B0AB5C37-9C00-4BC1-A098-9877B3ABBCED}"/>
                </a:ext>
              </a:extLst>
            </p:cNvPr>
            <p:cNvSpPr/>
            <p:nvPr/>
          </p:nvSpPr>
          <p:spPr>
            <a:xfrm>
              <a:off x="3865692" y="2536933"/>
              <a:ext cx="73450" cy="70769"/>
            </a:xfrm>
            <a:custGeom>
              <a:avLst/>
              <a:gdLst/>
              <a:ahLst/>
              <a:cxnLst/>
              <a:rect l="l" t="t" r="r" b="b"/>
              <a:pathLst>
                <a:path w="2822" h="2719" extrusionOk="0">
                  <a:moveTo>
                    <a:pt x="1358" y="421"/>
                  </a:moveTo>
                  <a:cubicBezTo>
                    <a:pt x="2192" y="421"/>
                    <a:pt x="2611" y="1431"/>
                    <a:pt x="2020" y="2018"/>
                  </a:cubicBezTo>
                  <a:cubicBezTo>
                    <a:pt x="1829" y="2210"/>
                    <a:pt x="1594" y="2296"/>
                    <a:pt x="1364" y="2296"/>
                  </a:cubicBezTo>
                  <a:cubicBezTo>
                    <a:pt x="883" y="2296"/>
                    <a:pt x="422" y="1923"/>
                    <a:pt x="422" y="1357"/>
                  </a:cubicBezTo>
                  <a:cubicBezTo>
                    <a:pt x="422" y="843"/>
                    <a:pt x="841" y="424"/>
                    <a:pt x="1358" y="421"/>
                  </a:cubicBezTo>
                  <a:close/>
                  <a:moveTo>
                    <a:pt x="1357" y="0"/>
                  </a:moveTo>
                  <a:cubicBezTo>
                    <a:pt x="1182" y="0"/>
                    <a:pt x="1005" y="34"/>
                    <a:pt x="838" y="104"/>
                  </a:cubicBezTo>
                  <a:cubicBezTo>
                    <a:pt x="331" y="315"/>
                    <a:pt x="0" y="808"/>
                    <a:pt x="0" y="1360"/>
                  </a:cubicBezTo>
                  <a:cubicBezTo>
                    <a:pt x="0" y="2110"/>
                    <a:pt x="609" y="2715"/>
                    <a:pt x="1358" y="2718"/>
                  </a:cubicBezTo>
                  <a:cubicBezTo>
                    <a:pt x="1907" y="2718"/>
                    <a:pt x="2403" y="2384"/>
                    <a:pt x="2611" y="1877"/>
                  </a:cubicBezTo>
                  <a:cubicBezTo>
                    <a:pt x="2822" y="1371"/>
                    <a:pt x="2706" y="787"/>
                    <a:pt x="2319" y="400"/>
                  </a:cubicBezTo>
                  <a:cubicBezTo>
                    <a:pt x="2058" y="138"/>
                    <a:pt x="1710" y="0"/>
                    <a:pt x="13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7877;p89">
              <a:extLst>
                <a:ext uri="{FF2B5EF4-FFF2-40B4-BE49-F238E27FC236}">
                  <a16:creationId xmlns:a16="http://schemas.microsoft.com/office/drawing/2014/main" id="{1ADBD328-0360-40C2-B066-375C76B3FC6D}"/>
                </a:ext>
              </a:extLst>
            </p:cNvPr>
            <p:cNvSpPr/>
            <p:nvPr/>
          </p:nvSpPr>
          <p:spPr>
            <a:xfrm>
              <a:off x="3841408" y="2618555"/>
              <a:ext cx="119258" cy="65147"/>
            </a:xfrm>
            <a:custGeom>
              <a:avLst/>
              <a:gdLst/>
              <a:ahLst/>
              <a:cxnLst/>
              <a:rect l="l" t="t" r="r" b="b"/>
              <a:pathLst>
                <a:path w="4582" h="2503" extrusionOk="0">
                  <a:moveTo>
                    <a:pt x="2288" y="423"/>
                  </a:moveTo>
                  <a:cubicBezTo>
                    <a:pt x="3238" y="423"/>
                    <a:pt x="4040" y="1137"/>
                    <a:pt x="4145" y="2080"/>
                  </a:cubicBezTo>
                  <a:lnTo>
                    <a:pt x="433" y="2080"/>
                  </a:lnTo>
                  <a:cubicBezTo>
                    <a:pt x="539" y="1137"/>
                    <a:pt x="1338" y="423"/>
                    <a:pt x="2288" y="423"/>
                  </a:cubicBezTo>
                  <a:close/>
                  <a:moveTo>
                    <a:pt x="2291" y="1"/>
                  </a:moveTo>
                  <a:cubicBezTo>
                    <a:pt x="1025" y="4"/>
                    <a:pt x="1" y="1028"/>
                    <a:pt x="1" y="2291"/>
                  </a:cubicBezTo>
                  <a:cubicBezTo>
                    <a:pt x="1" y="2411"/>
                    <a:pt x="96" y="2503"/>
                    <a:pt x="212" y="2503"/>
                  </a:cubicBezTo>
                  <a:lnTo>
                    <a:pt x="4371" y="2503"/>
                  </a:lnTo>
                  <a:cubicBezTo>
                    <a:pt x="4487" y="2503"/>
                    <a:pt x="4582" y="2411"/>
                    <a:pt x="4582" y="2291"/>
                  </a:cubicBezTo>
                  <a:cubicBezTo>
                    <a:pt x="4578" y="1028"/>
                    <a:pt x="3554" y="4"/>
                    <a:pt x="22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7878;p89">
              <a:extLst>
                <a:ext uri="{FF2B5EF4-FFF2-40B4-BE49-F238E27FC236}">
                  <a16:creationId xmlns:a16="http://schemas.microsoft.com/office/drawing/2014/main" id="{38EE3793-5A5C-4ADB-A9AE-8426E6B0577B}"/>
                </a:ext>
              </a:extLst>
            </p:cNvPr>
            <p:cNvSpPr/>
            <p:nvPr/>
          </p:nvSpPr>
          <p:spPr>
            <a:xfrm>
              <a:off x="3727590" y="2438549"/>
              <a:ext cx="346921" cy="343953"/>
            </a:xfrm>
            <a:custGeom>
              <a:avLst/>
              <a:gdLst/>
              <a:ahLst/>
              <a:cxnLst/>
              <a:rect l="l" t="t" r="r" b="b"/>
              <a:pathLst>
                <a:path w="13329" h="13215" extrusionOk="0">
                  <a:moveTo>
                    <a:pt x="6872" y="1136"/>
                  </a:moveTo>
                  <a:cubicBezTo>
                    <a:pt x="9725" y="1249"/>
                    <a:pt x="12012" y="3536"/>
                    <a:pt x="12125" y="6389"/>
                  </a:cubicBezTo>
                  <a:lnTo>
                    <a:pt x="11622" y="6389"/>
                  </a:lnTo>
                  <a:cubicBezTo>
                    <a:pt x="11618" y="6389"/>
                    <a:pt x="11614" y="6389"/>
                    <a:pt x="11610" y="6389"/>
                  </a:cubicBezTo>
                  <a:cubicBezTo>
                    <a:pt x="11495" y="6389"/>
                    <a:pt x="11400" y="6485"/>
                    <a:pt x="11400" y="6600"/>
                  </a:cubicBezTo>
                  <a:cubicBezTo>
                    <a:pt x="11400" y="6718"/>
                    <a:pt x="11499" y="6811"/>
                    <a:pt x="11615" y="6811"/>
                  </a:cubicBezTo>
                  <a:cubicBezTo>
                    <a:pt x="11617" y="6811"/>
                    <a:pt x="11620" y="6811"/>
                    <a:pt x="11622" y="6811"/>
                  </a:cubicBezTo>
                  <a:lnTo>
                    <a:pt x="12125" y="6811"/>
                  </a:lnTo>
                  <a:cubicBezTo>
                    <a:pt x="12012" y="9661"/>
                    <a:pt x="9725" y="11948"/>
                    <a:pt x="6875" y="12064"/>
                  </a:cubicBezTo>
                  <a:lnTo>
                    <a:pt x="6875" y="12061"/>
                  </a:lnTo>
                  <a:lnTo>
                    <a:pt x="6875" y="11558"/>
                  </a:lnTo>
                  <a:cubicBezTo>
                    <a:pt x="6879" y="11438"/>
                    <a:pt x="6784" y="11340"/>
                    <a:pt x="6664" y="11340"/>
                  </a:cubicBezTo>
                  <a:cubicBezTo>
                    <a:pt x="6541" y="11340"/>
                    <a:pt x="6446" y="11438"/>
                    <a:pt x="6453" y="11558"/>
                  </a:cubicBezTo>
                  <a:lnTo>
                    <a:pt x="6453" y="12061"/>
                  </a:lnTo>
                  <a:cubicBezTo>
                    <a:pt x="3600" y="11948"/>
                    <a:pt x="1313" y="9665"/>
                    <a:pt x="1200" y="6811"/>
                  </a:cubicBezTo>
                  <a:lnTo>
                    <a:pt x="1703" y="6811"/>
                  </a:lnTo>
                  <a:cubicBezTo>
                    <a:pt x="1971" y="6797"/>
                    <a:pt x="1971" y="6400"/>
                    <a:pt x="1703" y="6389"/>
                  </a:cubicBezTo>
                  <a:lnTo>
                    <a:pt x="1200" y="6389"/>
                  </a:lnTo>
                  <a:cubicBezTo>
                    <a:pt x="1313" y="3536"/>
                    <a:pt x="3600" y="1249"/>
                    <a:pt x="6450" y="1136"/>
                  </a:cubicBezTo>
                  <a:lnTo>
                    <a:pt x="6450" y="1639"/>
                  </a:lnTo>
                  <a:cubicBezTo>
                    <a:pt x="6457" y="1775"/>
                    <a:pt x="6560" y="1842"/>
                    <a:pt x="6662" y="1842"/>
                  </a:cubicBezTo>
                  <a:cubicBezTo>
                    <a:pt x="6765" y="1842"/>
                    <a:pt x="6867" y="1775"/>
                    <a:pt x="6872" y="1639"/>
                  </a:cubicBezTo>
                  <a:lnTo>
                    <a:pt x="6872" y="1136"/>
                  </a:lnTo>
                  <a:close/>
                  <a:moveTo>
                    <a:pt x="6663" y="1"/>
                  </a:moveTo>
                  <a:cubicBezTo>
                    <a:pt x="6560" y="1"/>
                    <a:pt x="6458" y="68"/>
                    <a:pt x="6453" y="204"/>
                  </a:cubicBezTo>
                  <a:lnTo>
                    <a:pt x="6453" y="714"/>
                  </a:lnTo>
                  <a:cubicBezTo>
                    <a:pt x="3367" y="830"/>
                    <a:pt x="894" y="3304"/>
                    <a:pt x="781" y="6389"/>
                  </a:cubicBezTo>
                  <a:lnTo>
                    <a:pt x="268" y="6389"/>
                  </a:lnTo>
                  <a:cubicBezTo>
                    <a:pt x="0" y="6400"/>
                    <a:pt x="0" y="6797"/>
                    <a:pt x="268" y="6811"/>
                  </a:cubicBezTo>
                  <a:lnTo>
                    <a:pt x="781" y="6811"/>
                  </a:lnTo>
                  <a:cubicBezTo>
                    <a:pt x="894" y="9894"/>
                    <a:pt x="3367" y="12367"/>
                    <a:pt x="6453" y="12483"/>
                  </a:cubicBezTo>
                  <a:lnTo>
                    <a:pt x="6453" y="12997"/>
                  </a:lnTo>
                  <a:cubicBezTo>
                    <a:pt x="6446" y="13116"/>
                    <a:pt x="6545" y="13215"/>
                    <a:pt x="6664" y="13215"/>
                  </a:cubicBezTo>
                  <a:cubicBezTo>
                    <a:pt x="6784" y="13215"/>
                    <a:pt x="6879" y="13116"/>
                    <a:pt x="6875" y="12997"/>
                  </a:cubicBezTo>
                  <a:lnTo>
                    <a:pt x="6875" y="12487"/>
                  </a:lnTo>
                  <a:cubicBezTo>
                    <a:pt x="9961" y="12371"/>
                    <a:pt x="12435" y="9897"/>
                    <a:pt x="12547" y="6811"/>
                  </a:cubicBezTo>
                  <a:lnTo>
                    <a:pt x="13061" y="6811"/>
                  </a:lnTo>
                  <a:cubicBezTo>
                    <a:pt x="13328" y="6801"/>
                    <a:pt x="13328" y="6403"/>
                    <a:pt x="13061" y="6389"/>
                  </a:cubicBezTo>
                  <a:lnTo>
                    <a:pt x="12547" y="6389"/>
                  </a:lnTo>
                  <a:cubicBezTo>
                    <a:pt x="12435" y="3304"/>
                    <a:pt x="9961" y="830"/>
                    <a:pt x="6875" y="714"/>
                  </a:cubicBezTo>
                  <a:lnTo>
                    <a:pt x="6875" y="204"/>
                  </a:lnTo>
                  <a:cubicBezTo>
                    <a:pt x="6868" y="68"/>
                    <a:pt x="6765" y="1"/>
                    <a:pt x="66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738;p35">
            <a:extLst>
              <a:ext uri="{FF2B5EF4-FFF2-40B4-BE49-F238E27FC236}">
                <a16:creationId xmlns:a16="http://schemas.microsoft.com/office/drawing/2014/main" id="{FE0006FE-C6AA-4182-AD5F-239B9125BBA7}"/>
              </a:ext>
            </a:extLst>
          </p:cNvPr>
          <p:cNvSpPr txBox="1">
            <a:spLocks/>
          </p:cNvSpPr>
          <p:nvPr/>
        </p:nvSpPr>
        <p:spPr>
          <a:xfrm>
            <a:off x="5162879" y="1758508"/>
            <a:ext cx="236758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Staatliches"/>
              <a:buNone/>
              <a:defRPr sz="4500" b="0" i="0" u="none" strike="noStrike" cap="none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2400" dirty="0"/>
              <a:t>UPT Pusat </a:t>
            </a:r>
            <a:r>
              <a:rPr lang="en-US" sz="2400" dirty="0" err="1"/>
              <a:t>Komputer</a:t>
            </a:r>
            <a:endParaRPr lang="en-US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65C1BB-97AA-4A5C-88AC-D8493C567984}"/>
              </a:ext>
            </a:extLst>
          </p:cNvPr>
          <p:cNvSpPr txBox="1"/>
          <p:nvPr/>
        </p:nvSpPr>
        <p:spPr>
          <a:xfrm>
            <a:off x="4572000" y="2287297"/>
            <a:ext cx="3738583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Pusat </a:t>
            </a:r>
            <a:r>
              <a:rPr lang="en-US" sz="15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Kom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puter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salah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satu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UPT yang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bergerak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dibidang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Teknologi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Informasi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berperan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penting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dalam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memberikan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layanan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kepada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civitas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akademik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tetapi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belum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mempunyai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aplikasi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khusus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menangani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layanan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pusat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komputer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sehingga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perlu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dibuatkan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aplikasi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untuk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menangani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Pengaduan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Layanan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agar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bisa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terstruktur</a:t>
            </a:r>
            <a:r>
              <a:rPr lang="en-US" sz="1500" dirty="0"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15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transparan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482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3"/>
          <p:cNvSpPr/>
          <p:nvPr/>
        </p:nvSpPr>
        <p:spPr>
          <a:xfrm>
            <a:off x="5673248" y="1069963"/>
            <a:ext cx="2759400" cy="3971594"/>
          </a:xfrm>
          <a:prstGeom prst="roundRect">
            <a:avLst>
              <a:gd name="adj" fmla="val 5851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43"/>
          <p:cNvSpPr/>
          <p:nvPr/>
        </p:nvSpPr>
        <p:spPr>
          <a:xfrm>
            <a:off x="720000" y="1069963"/>
            <a:ext cx="2759400" cy="3971594"/>
          </a:xfrm>
          <a:prstGeom prst="roundRect">
            <a:avLst>
              <a:gd name="adj" fmla="val 5851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43"/>
          <p:cNvSpPr txBox="1">
            <a:spLocks noGrp="1"/>
          </p:cNvSpPr>
          <p:nvPr>
            <p:ph type="title"/>
          </p:nvPr>
        </p:nvSpPr>
        <p:spPr>
          <a:xfrm>
            <a:off x="797350" y="455868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identifikasi</a:t>
            </a:r>
            <a:r>
              <a:rPr lang="en" dirty="0"/>
              <a:t> &amp; </a:t>
            </a:r>
            <a:r>
              <a:rPr lang="en-US" dirty="0"/>
              <a:t>Batasan</a:t>
            </a:r>
            <a:endParaRPr dirty="0"/>
          </a:p>
        </p:txBody>
      </p:sp>
      <p:sp>
        <p:nvSpPr>
          <p:cNvPr id="1010" name="Google Shape;1010;p43"/>
          <p:cNvSpPr txBox="1">
            <a:spLocks noGrp="1"/>
          </p:cNvSpPr>
          <p:nvPr>
            <p:ph type="title" idx="2"/>
          </p:nvPr>
        </p:nvSpPr>
        <p:spPr>
          <a:xfrm>
            <a:off x="950848" y="1082043"/>
            <a:ext cx="22977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identifikasi</a:t>
            </a:r>
            <a:endParaRPr dirty="0"/>
          </a:p>
        </p:txBody>
      </p:sp>
      <p:sp>
        <p:nvSpPr>
          <p:cNvPr id="1011" name="Google Shape;1011;p43"/>
          <p:cNvSpPr txBox="1">
            <a:spLocks noGrp="1"/>
          </p:cNvSpPr>
          <p:nvPr>
            <p:ph type="title" idx="3"/>
          </p:nvPr>
        </p:nvSpPr>
        <p:spPr>
          <a:xfrm>
            <a:off x="5979250" y="1082043"/>
            <a:ext cx="21474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batasan</a:t>
            </a:r>
            <a:endParaRPr dirty="0"/>
          </a:p>
        </p:txBody>
      </p:sp>
      <p:sp>
        <p:nvSpPr>
          <p:cNvPr id="1012" name="Google Shape;1012;p43"/>
          <p:cNvSpPr txBox="1">
            <a:spLocks noGrp="1"/>
          </p:cNvSpPr>
          <p:nvPr>
            <p:ph type="subTitle" idx="1"/>
          </p:nvPr>
        </p:nvSpPr>
        <p:spPr>
          <a:xfrm>
            <a:off x="5725055" y="855584"/>
            <a:ext cx="2608282" cy="380341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500" dirty="0" err="1"/>
              <a:t>Fokus</a:t>
            </a:r>
            <a:r>
              <a:rPr lang="en-US" sz="1500" dirty="0"/>
              <a:t> </a:t>
            </a:r>
            <a:r>
              <a:rPr lang="en-US" sz="1500" dirty="0" err="1"/>
              <a:t>utama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 </a:t>
            </a:r>
            <a:r>
              <a:rPr lang="en-US" sz="1500" dirty="0" err="1"/>
              <a:t>kepada</a:t>
            </a:r>
            <a:r>
              <a:rPr lang="en-US" sz="1500" dirty="0"/>
              <a:t> Pusat </a:t>
            </a:r>
            <a:r>
              <a:rPr lang="en-US" sz="1500" dirty="0" err="1"/>
              <a:t>Komputer</a:t>
            </a:r>
            <a:endParaRPr lang="en-US" sz="15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500" dirty="0" err="1"/>
              <a:t>Aplikasi</a:t>
            </a:r>
            <a:r>
              <a:rPr lang="en-US" sz="1500" dirty="0"/>
              <a:t> </a:t>
            </a:r>
            <a:r>
              <a:rPr lang="en-US" sz="1500" dirty="0" err="1"/>
              <a:t>mengirim</a:t>
            </a:r>
            <a:r>
              <a:rPr lang="en-US" sz="1500" dirty="0"/>
              <a:t> </a:t>
            </a:r>
            <a:r>
              <a:rPr lang="en-US" sz="1500" dirty="0" err="1"/>
              <a:t>notifikasi</a:t>
            </a:r>
            <a:r>
              <a:rPr lang="en-US" sz="1500" dirty="0"/>
              <a:t> </a:t>
            </a:r>
            <a:r>
              <a:rPr lang="en-US" sz="1500" dirty="0" err="1"/>
              <a:t>hanya</a:t>
            </a:r>
            <a:r>
              <a:rPr lang="en-US" sz="1500" dirty="0"/>
              <a:t> via email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500" dirty="0" err="1"/>
              <a:t>Pelapor</a:t>
            </a:r>
            <a:r>
              <a:rPr lang="en-US" sz="1500" dirty="0"/>
              <a:t> </a:t>
            </a:r>
            <a:r>
              <a:rPr lang="en-US" sz="1500" dirty="0" err="1"/>
              <a:t>aduan</a:t>
            </a:r>
            <a:r>
              <a:rPr lang="en-US" sz="1500" dirty="0"/>
              <a:t> </a:t>
            </a:r>
            <a:r>
              <a:rPr lang="en-US" sz="1500" dirty="0" err="1"/>
              <a:t>tidak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login </a:t>
            </a:r>
            <a:r>
              <a:rPr lang="en-US" sz="1500" dirty="0" err="1"/>
              <a:t>kedalam</a:t>
            </a:r>
            <a:r>
              <a:rPr lang="en-US" sz="1500" dirty="0"/>
              <a:t> </a:t>
            </a:r>
            <a:r>
              <a:rPr lang="en-US" sz="1500" dirty="0" err="1"/>
              <a:t>sistem</a:t>
            </a:r>
            <a:endParaRPr lang="en-US" sz="1500" dirty="0"/>
          </a:p>
          <a:p>
            <a:pPr marL="285750" lvl="0" indent="-285750" algn="l">
              <a:buFontTx/>
              <a:buChar char="-"/>
            </a:pPr>
            <a:r>
              <a:rPr lang="en-US" sz="1500" dirty="0" err="1"/>
              <a:t>Dokumen</a:t>
            </a:r>
            <a:r>
              <a:rPr lang="en-US" sz="1500" dirty="0"/>
              <a:t> </a:t>
            </a:r>
            <a:r>
              <a:rPr lang="en-US" sz="1500" dirty="0" err="1"/>
              <a:t>rekapan</a:t>
            </a:r>
            <a:r>
              <a:rPr lang="en-US" sz="1500" dirty="0"/>
              <a:t> </a:t>
            </a:r>
            <a:r>
              <a:rPr lang="en-US" sz="1500" dirty="0" err="1"/>
              <a:t>hasil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menampilkan</a:t>
            </a:r>
            <a:r>
              <a:rPr lang="en-US" sz="1500" dirty="0"/>
              <a:t> </a:t>
            </a:r>
            <a:r>
              <a:rPr lang="en-US" sz="1500" dirty="0" err="1"/>
              <a:t>keseluruhan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endParaRPr sz="1500" dirty="0"/>
          </a:p>
        </p:txBody>
      </p:sp>
      <p:sp>
        <p:nvSpPr>
          <p:cNvPr id="1013" name="Google Shape;1013;p43"/>
          <p:cNvSpPr txBox="1">
            <a:spLocks noGrp="1"/>
          </p:cNvSpPr>
          <p:nvPr>
            <p:ph type="subTitle" idx="4"/>
          </p:nvPr>
        </p:nvSpPr>
        <p:spPr>
          <a:xfrm>
            <a:off x="810663" y="2579526"/>
            <a:ext cx="2550758" cy="211636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 algn="l">
              <a:buFontTx/>
              <a:buChar char="-"/>
            </a:pPr>
            <a:r>
              <a:rPr lang="en-US" sz="1500" dirty="0" err="1"/>
              <a:t>Pengaduan</a:t>
            </a:r>
            <a:r>
              <a:rPr lang="en-US" sz="1500" dirty="0"/>
              <a:t> yang </a:t>
            </a:r>
            <a:r>
              <a:rPr lang="en-US" sz="1500" dirty="0" err="1"/>
              <a:t>dilakukan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tidak</a:t>
            </a:r>
            <a:r>
              <a:rPr lang="en-US" sz="1500" dirty="0"/>
              <a:t> </a:t>
            </a:r>
            <a:r>
              <a:rPr lang="en-US" sz="1500" dirty="0" err="1"/>
              <a:t>langsung</a:t>
            </a:r>
            <a:r>
              <a:rPr lang="en-US" sz="1500" dirty="0"/>
              <a:t> </a:t>
            </a:r>
            <a:r>
              <a:rPr lang="en-US" sz="1500" dirty="0" err="1"/>
              <a:t>berpotensi</a:t>
            </a:r>
            <a:r>
              <a:rPr lang="en-US" sz="1500" dirty="0"/>
              <a:t> </a:t>
            </a:r>
            <a:r>
              <a:rPr lang="en-US" sz="1500" dirty="0" err="1"/>
              <a:t>tidak</a:t>
            </a:r>
            <a:r>
              <a:rPr lang="en-US" sz="1500" dirty="0"/>
              <a:t> </a:t>
            </a:r>
            <a:r>
              <a:rPr lang="en-US" sz="1500" dirty="0" err="1"/>
              <a:t>semua</a:t>
            </a:r>
            <a:r>
              <a:rPr lang="en-US" sz="1500" dirty="0"/>
              <a:t> </a:t>
            </a:r>
            <a:r>
              <a:rPr lang="en-US" sz="1500" dirty="0" err="1"/>
              <a:t>diproses</a:t>
            </a:r>
            <a:r>
              <a:rPr lang="en-US" sz="1500" dirty="0"/>
              <a:t> </a:t>
            </a:r>
            <a:r>
              <a:rPr lang="en-US" sz="1500" dirty="0" err="1"/>
              <a:t>karena</a:t>
            </a:r>
            <a:r>
              <a:rPr lang="en-US" sz="1500" dirty="0"/>
              <a:t> </a:t>
            </a:r>
            <a:r>
              <a:rPr lang="en-US" sz="1500" dirty="0" err="1"/>
              <a:t>banyaknya</a:t>
            </a:r>
            <a:r>
              <a:rPr lang="en-US" sz="1500" dirty="0"/>
              <a:t> </a:t>
            </a:r>
            <a:r>
              <a:rPr lang="en-US" sz="1500" dirty="0" err="1"/>
              <a:t>pesan</a:t>
            </a:r>
            <a:r>
              <a:rPr lang="en-US" sz="1500" dirty="0"/>
              <a:t> yang </a:t>
            </a:r>
            <a:r>
              <a:rPr lang="en-US" sz="1500" dirty="0" err="1"/>
              <a:t>masuk</a:t>
            </a:r>
            <a:endParaRPr lang="en-US" sz="1500" dirty="0"/>
          </a:p>
          <a:p>
            <a:pPr marL="285750" indent="-285750" algn="l">
              <a:buFontTx/>
              <a:buChar char="-"/>
            </a:pPr>
            <a:r>
              <a:rPr lang="en-US" sz="1500" dirty="0" err="1"/>
              <a:t>Belum</a:t>
            </a:r>
            <a:r>
              <a:rPr lang="en-US" sz="1500" dirty="0"/>
              <a:t> </a:t>
            </a:r>
            <a:r>
              <a:rPr lang="en-US" sz="1500" dirty="0" err="1"/>
              <a:t>ada</a:t>
            </a:r>
            <a:r>
              <a:rPr lang="en-US" sz="1500" dirty="0"/>
              <a:t> </a:t>
            </a:r>
            <a:r>
              <a:rPr lang="en-US" sz="1500" dirty="0" err="1"/>
              <a:t>Aplikasi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 yang </a:t>
            </a:r>
            <a:r>
              <a:rPr lang="en-US" sz="1500" dirty="0" err="1"/>
              <a:t>efektif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menangani</a:t>
            </a:r>
            <a:r>
              <a:rPr lang="en-US" sz="1500" dirty="0"/>
              <a:t> </a:t>
            </a:r>
            <a:r>
              <a:rPr lang="en-US" sz="1500" dirty="0" err="1"/>
              <a:t>setiap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 yang </a:t>
            </a:r>
            <a:r>
              <a:rPr lang="en-US" sz="1500" dirty="0" err="1"/>
              <a:t>masuk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transparan</a:t>
            </a:r>
            <a:r>
              <a:rPr lang="en-US" sz="1500" dirty="0"/>
              <a:t> dan </a:t>
            </a:r>
            <a:r>
              <a:rPr lang="en-US" sz="1500" dirty="0" err="1"/>
              <a:t>terstruktur</a:t>
            </a:r>
            <a:r>
              <a:rPr lang="en-US" sz="1500" dirty="0"/>
              <a:t> </a:t>
            </a:r>
          </a:p>
          <a:p>
            <a:pPr marL="285750" indent="-285750" algn="l">
              <a:buFontTx/>
              <a:buChar char="-"/>
            </a:pPr>
            <a:r>
              <a:rPr lang="en-US" sz="1500" dirty="0" err="1"/>
              <a:t>Tidak</a:t>
            </a:r>
            <a:r>
              <a:rPr lang="en-US" sz="1500" dirty="0"/>
              <a:t> </a:t>
            </a:r>
            <a:r>
              <a:rPr lang="en-US" sz="1500" dirty="0" err="1"/>
              <a:t>tersedianya</a:t>
            </a:r>
            <a:r>
              <a:rPr lang="en-US" sz="1500" dirty="0"/>
              <a:t> </a:t>
            </a:r>
            <a:r>
              <a:rPr lang="en-US" sz="1500" dirty="0" err="1"/>
              <a:t>dokumen</a:t>
            </a:r>
            <a:r>
              <a:rPr lang="en-US" sz="1500" dirty="0"/>
              <a:t> </a:t>
            </a:r>
            <a:r>
              <a:rPr lang="en-US" sz="1500" dirty="0" err="1"/>
              <a:t>rekapan</a:t>
            </a:r>
            <a:r>
              <a:rPr lang="en-US" sz="1500" dirty="0"/>
              <a:t> </a:t>
            </a:r>
            <a:r>
              <a:rPr lang="en-US" sz="1500" dirty="0" err="1"/>
              <a:t>hasil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, </a:t>
            </a:r>
            <a:r>
              <a:rPr lang="en-US" sz="1500" dirty="0" err="1"/>
              <a:t>baik</a:t>
            </a:r>
            <a:r>
              <a:rPr lang="en-US" sz="1500" dirty="0"/>
              <a:t> </a:t>
            </a:r>
            <a:r>
              <a:rPr lang="en-US" sz="1500" dirty="0" err="1"/>
              <a:t>dalam</a:t>
            </a:r>
            <a:r>
              <a:rPr lang="en-US" sz="1500" dirty="0"/>
              <a:t> </a:t>
            </a:r>
            <a:r>
              <a:rPr lang="en-US" sz="1500" dirty="0" err="1"/>
              <a:t>bentuk</a:t>
            </a:r>
            <a:r>
              <a:rPr lang="en-US" sz="1500" dirty="0"/>
              <a:t> </a:t>
            </a:r>
            <a:r>
              <a:rPr lang="en-US" sz="1500" dirty="0" err="1"/>
              <a:t>fisik</a:t>
            </a:r>
            <a:r>
              <a:rPr lang="en-US" sz="1500" dirty="0"/>
              <a:t> </a:t>
            </a:r>
            <a:r>
              <a:rPr lang="en-US" sz="1500" dirty="0" err="1"/>
              <a:t>maupun</a:t>
            </a:r>
            <a:r>
              <a:rPr lang="en-US" sz="1500" dirty="0"/>
              <a:t> digital</a:t>
            </a:r>
          </a:p>
          <a:p>
            <a:pPr marL="285750" indent="-285750" algn="l">
              <a:buFontTx/>
              <a:buChar char="-"/>
            </a:pPr>
            <a:endParaRPr lang="en-US" sz="1500" dirty="0"/>
          </a:p>
          <a:p>
            <a:pPr marL="285750" indent="-285750" algn="l">
              <a:buFontTx/>
              <a:buChar char="-"/>
            </a:pPr>
            <a:endParaRPr lang="en-US" sz="15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500" dirty="0"/>
          </a:p>
        </p:txBody>
      </p:sp>
      <p:grpSp>
        <p:nvGrpSpPr>
          <p:cNvPr id="1014" name="Google Shape;1014;p43"/>
          <p:cNvGrpSpPr/>
          <p:nvPr/>
        </p:nvGrpSpPr>
        <p:grpSpPr>
          <a:xfrm>
            <a:off x="3314372" y="1928727"/>
            <a:ext cx="2515771" cy="2232433"/>
            <a:chOff x="3314372" y="1840240"/>
            <a:chExt cx="2515771" cy="2232433"/>
          </a:xfrm>
        </p:grpSpPr>
        <p:sp>
          <p:nvSpPr>
            <p:cNvPr id="1015" name="Google Shape;1015;p43"/>
            <p:cNvSpPr/>
            <p:nvPr/>
          </p:nvSpPr>
          <p:spPr>
            <a:xfrm>
              <a:off x="3653829" y="2972035"/>
              <a:ext cx="90516" cy="51524"/>
            </a:xfrm>
            <a:custGeom>
              <a:avLst/>
              <a:gdLst/>
              <a:ahLst/>
              <a:cxnLst/>
              <a:rect l="l" t="t" r="r" b="b"/>
              <a:pathLst>
                <a:path w="6342" h="3610" extrusionOk="0">
                  <a:moveTo>
                    <a:pt x="1" y="0"/>
                  </a:moveTo>
                  <a:lnTo>
                    <a:pt x="1" y="3609"/>
                  </a:lnTo>
                  <a:lnTo>
                    <a:pt x="6341" y="3609"/>
                  </a:lnTo>
                  <a:lnTo>
                    <a:pt x="6341" y="0"/>
                  </a:lnTo>
                  <a:close/>
                </a:path>
              </a:pathLst>
            </a:custGeom>
            <a:solidFill>
              <a:srgbClr val="B8D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3653829" y="3043212"/>
              <a:ext cx="90516" cy="51167"/>
            </a:xfrm>
            <a:custGeom>
              <a:avLst/>
              <a:gdLst/>
              <a:ahLst/>
              <a:cxnLst/>
              <a:rect l="l" t="t" r="r" b="b"/>
              <a:pathLst>
                <a:path w="6342" h="3585" extrusionOk="0">
                  <a:moveTo>
                    <a:pt x="1" y="1"/>
                  </a:moveTo>
                  <a:lnTo>
                    <a:pt x="1" y="3585"/>
                  </a:lnTo>
                  <a:lnTo>
                    <a:pt x="6341" y="3585"/>
                  </a:lnTo>
                  <a:lnTo>
                    <a:pt x="6341" y="1"/>
                  </a:lnTo>
                  <a:close/>
                </a:path>
              </a:pathLst>
            </a:custGeom>
            <a:solidFill>
              <a:srgbClr val="B8D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3887056" y="2990989"/>
              <a:ext cx="1370388" cy="568417"/>
            </a:xfrm>
            <a:custGeom>
              <a:avLst/>
              <a:gdLst/>
              <a:ahLst/>
              <a:cxnLst/>
              <a:rect l="l" t="t" r="r" b="b"/>
              <a:pathLst>
                <a:path w="96016" h="39826" extrusionOk="0">
                  <a:moveTo>
                    <a:pt x="48021" y="0"/>
                  </a:moveTo>
                  <a:lnTo>
                    <a:pt x="0" y="9650"/>
                  </a:lnTo>
                  <a:lnTo>
                    <a:pt x="48021" y="39825"/>
                  </a:lnTo>
                  <a:lnTo>
                    <a:pt x="96016" y="9650"/>
                  </a:lnTo>
                  <a:lnTo>
                    <a:pt x="48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3"/>
            <p:cNvSpPr/>
            <p:nvPr/>
          </p:nvSpPr>
          <p:spPr>
            <a:xfrm>
              <a:off x="4098817" y="2267701"/>
              <a:ext cx="946866" cy="1051341"/>
            </a:xfrm>
            <a:custGeom>
              <a:avLst/>
              <a:gdLst/>
              <a:ahLst/>
              <a:cxnLst/>
              <a:rect l="l" t="t" r="r" b="b"/>
              <a:pathLst>
                <a:path w="66342" h="73662" extrusionOk="0">
                  <a:moveTo>
                    <a:pt x="26016" y="1"/>
                  </a:moveTo>
                  <a:lnTo>
                    <a:pt x="2031" y="7219"/>
                  </a:lnTo>
                  <a:lnTo>
                    <a:pt x="11279" y="48171"/>
                  </a:lnTo>
                  <a:lnTo>
                    <a:pt x="9549" y="51705"/>
                  </a:lnTo>
                  <a:lnTo>
                    <a:pt x="1" y="56943"/>
                  </a:lnTo>
                  <a:lnTo>
                    <a:pt x="22256" y="72833"/>
                  </a:lnTo>
                  <a:cubicBezTo>
                    <a:pt x="23201" y="73399"/>
                    <a:pt x="24224" y="73661"/>
                    <a:pt x="25226" y="73661"/>
                  </a:cubicBezTo>
                  <a:cubicBezTo>
                    <a:pt x="27733" y="73661"/>
                    <a:pt x="30112" y="72017"/>
                    <a:pt x="30828" y="69349"/>
                  </a:cubicBezTo>
                  <a:lnTo>
                    <a:pt x="33184" y="60753"/>
                  </a:lnTo>
                  <a:lnTo>
                    <a:pt x="35514" y="69349"/>
                  </a:lnTo>
                  <a:cubicBezTo>
                    <a:pt x="36231" y="72017"/>
                    <a:pt x="38622" y="73661"/>
                    <a:pt x="41127" y="73661"/>
                  </a:cubicBezTo>
                  <a:cubicBezTo>
                    <a:pt x="42128" y="73661"/>
                    <a:pt x="43148" y="73399"/>
                    <a:pt x="44086" y="72833"/>
                  </a:cubicBezTo>
                  <a:lnTo>
                    <a:pt x="66342" y="56943"/>
                  </a:lnTo>
                  <a:lnTo>
                    <a:pt x="56793" y="51705"/>
                  </a:lnTo>
                  <a:lnTo>
                    <a:pt x="55063" y="48171"/>
                  </a:lnTo>
                  <a:lnTo>
                    <a:pt x="64311" y="7219"/>
                  </a:lnTo>
                  <a:lnTo>
                    <a:pt x="40352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4470116" y="2281289"/>
              <a:ext cx="204268" cy="494014"/>
            </a:xfrm>
            <a:custGeom>
              <a:avLst/>
              <a:gdLst/>
              <a:ahLst/>
              <a:cxnLst/>
              <a:rect l="l" t="t" r="r" b="b"/>
              <a:pathLst>
                <a:path w="14312" h="34613" extrusionOk="0">
                  <a:moveTo>
                    <a:pt x="1" y="1"/>
                  </a:moveTo>
                  <a:lnTo>
                    <a:pt x="7169" y="34613"/>
                  </a:lnTo>
                  <a:lnTo>
                    <a:pt x="14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3"/>
            <p:cNvSpPr/>
            <p:nvPr/>
          </p:nvSpPr>
          <p:spPr>
            <a:xfrm>
              <a:off x="4313447" y="2281289"/>
              <a:ext cx="517963" cy="578793"/>
            </a:xfrm>
            <a:custGeom>
              <a:avLst/>
              <a:gdLst/>
              <a:ahLst/>
              <a:cxnLst/>
              <a:rect l="l" t="t" r="r" b="b"/>
              <a:pathLst>
                <a:path w="36291" h="40553" extrusionOk="0">
                  <a:moveTo>
                    <a:pt x="10978" y="1"/>
                  </a:moveTo>
                  <a:cubicBezTo>
                    <a:pt x="4461" y="3585"/>
                    <a:pt x="0" y="11580"/>
                    <a:pt x="0" y="11580"/>
                  </a:cubicBezTo>
                  <a:lnTo>
                    <a:pt x="6441" y="15339"/>
                  </a:lnTo>
                  <a:lnTo>
                    <a:pt x="0" y="15214"/>
                  </a:lnTo>
                  <a:lnTo>
                    <a:pt x="0" y="15214"/>
                  </a:lnTo>
                  <a:cubicBezTo>
                    <a:pt x="0" y="15214"/>
                    <a:pt x="5740" y="28247"/>
                    <a:pt x="19674" y="40553"/>
                  </a:cubicBezTo>
                  <a:cubicBezTo>
                    <a:pt x="23208" y="36568"/>
                    <a:pt x="31930" y="26041"/>
                    <a:pt x="36291" y="15214"/>
                  </a:cubicBezTo>
                  <a:lnTo>
                    <a:pt x="36291" y="15214"/>
                  </a:lnTo>
                  <a:lnTo>
                    <a:pt x="29825" y="15339"/>
                  </a:lnTo>
                  <a:lnTo>
                    <a:pt x="36291" y="11580"/>
                  </a:lnTo>
                  <a:cubicBezTo>
                    <a:pt x="36291" y="11580"/>
                    <a:pt x="31805" y="3585"/>
                    <a:pt x="25288" y="1"/>
                  </a:cubicBezTo>
                  <a:lnTo>
                    <a:pt x="18146" y="34613"/>
                  </a:lnTo>
                  <a:lnTo>
                    <a:pt x="1097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3"/>
            <p:cNvSpPr/>
            <p:nvPr/>
          </p:nvSpPr>
          <p:spPr>
            <a:xfrm>
              <a:off x="4477995" y="2243024"/>
              <a:ext cx="188169" cy="89431"/>
            </a:xfrm>
            <a:custGeom>
              <a:avLst/>
              <a:gdLst/>
              <a:ahLst/>
              <a:cxnLst/>
              <a:rect l="l" t="t" r="r" b="b"/>
              <a:pathLst>
                <a:path w="13184" h="6266" extrusionOk="0">
                  <a:moveTo>
                    <a:pt x="0" y="0"/>
                  </a:moveTo>
                  <a:lnTo>
                    <a:pt x="6592" y="6266"/>
                  </a:lnTo>
                  <a:lnTo>
                    <a:pt x="131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3"/>
            <p:cNvSpPr/>
            <p:nvPr/>
          </p:nvSpPr>
          <p:spPr>
            <a:xfrm>
              <a:off x="4411813" y="1840240"/>
              <a:ext cx="291188" cy="240392"/>
            </a:xfrm>
            <a:custGeom>
              <a:avLst/>
              <a:gdLst/>
              <a:ahLst/>
              <a:cxnLst/>
              <a:rect l="l" t="t" r="r" b="b"/>
              <a:pathLst>
                <a:path w="20402" h="16843" extrusionOk="0">
                  <a:moveTo>
                    <a:pt x="10727" y="0"/>
                  </a:moveTo>
                  <a:cubicBezTo>
                    <a:pt x="10452" y="0"/>
                    <a:pt x="10326" y="376"/>
                    <a:pt x="10577" y="527"/>
                  </a:cubicBezTo>
                  <a:cubicBezTo>
                    <a:pt x="11780" y="1329"/>
                    <a:pt x="12281" y="2457"/>
                    <a:pt x="12281" y="2457"/>
                  </a:cubicBezTo>
                  <a:cubicBezTo>
                    <a:pt x="12281" y="2457"/>
                    <a:pt x="11450" y="2260"/>
                    <a:pt x="10165" y="2260"/>
                  </a:cubicBezTo>
                  <a:cubicBezTo>
                    <a:pt x="8584" y="2260"/>
                    <a:pt x="6315" y="2558"/>
                    <a:pt x="4061" y="3885"/>
                  </a:cubicBezTo>
                  <a:cubicBezTo>
                    <a:pt x="0" y="6266"/>
                    <a:pt x="727" y="8021"/>
                    <a:pt x="2657" y="9123"/>
                  </a:cubicBezTo>
                  <a:cubicBezTo>
                    <a:pt x="2657" y="9123"/>
                    <a:pt x="2807" y="12908"/>
                    <a:pt x="3860" y="16717"/>
                  </a:cubicBezTo>
                  <a:lnTo>
                    <a:pt x="18396" y="16843"/>
                  </a:lnTo>
                  <a:cubicBezTo>
                    <a:pt x="18396" y="16843"/>
                    <a:pt x="19224" y="13785"/>
                    <a:pt x="19800" y="11128"/>
                  </a:cubicBezTo>
                  <a:cubicBezTo>
                    <a:pt x="20401" y="8447"/>
                    <a:pt x="19098" y="7194"/>
                    <a:pt x="18071" y="6742"/>
                  </a:cubicBezTo>
                  <a:cubicBezTo>
                    <a:pt x="17193" y="1980"/>
                    <a:pt x="13935" y="0"/>
                    <a:pt x="10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3"/>
            <p:cNvSpPr/>
            <p:nvPr/>
          </p:nvSpPr>
          <p:spPr>
            <a:xfrm>
              <a:off x="4572421" y="2775289"/>
              <a:ext cx="50096" cy="344852"/>
            </a:xfrm>
            <a:custGeom>
              <a:avLst/>
              <a:gdLst/>
              <a:ahLst/>
              <a:cxnLst/>
              <a:rect l="l" t="t" r="r" b="b"/>
              <a:pathLst>
                <a:path w="3510" h="24162" fill="none" extrusionOk="0">
                  <a:moveTo>
                    <a:pt x="1" y="1"/>
                  </a:moveTo>
                  <a:cubicBezTo>
                    <a:pt x="1103" y="5640"/>
                    <a:pt x="3509" y="11755"/>
                    <a:pt x="3509" y="11755"/>
                  </a:cubicBezTo>
                  <a:lnTo>
                    <a:pt x="276" y="24161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3"/>
            <p:cNvSpPr/>
            <p:nvPr/>
          </p:nvSpPr>
          <p:spPr>
            <a:xfrm>
              <a:off x="4554181" y="2922666"/>
              <a:ext cx="37565" cy="37579"/>
            </a:xfrm>
            <a:custGeom>
              <a:avLst/>
              <a:gdLst/>
              <a:ahLst/>
              <a:cxnLst/>
              <a:rect l="l" t="t" r="r" b="b"/>
              <a:pathLst>
                <a:path w="2632" h="2633" extrusionOk="0">
                  <a:moveTo>
                    <a:pt x="1304" y="0"/>
                  </a:moveTo>
                  <a:cubicBezTo>
                    <a:pt x="577" y="0"/>
                    <a:pt x="0" y="602"/>
                    <a:pt x="0" y="1329"/>
                  </a:cubicBezTo>
                  <a:cubicBezTo>
                    <a:pt x="0" y="2056"/>
                    <a:pt x="577" y="2632"/>
                    <a:pt x="1304" y="2632"/>
                  </a:cubicBezTo>
                  <a:cubicBezTo>
                    <a:pt x="2030" y="2632"/>
                    <a:pt x="2632" y="2056"/>
                    <a:pt x="2632" y="1329"/>
                  </a:cubicBezTo>
                  <a:cubicBezTo>
                    <a:pt x="2632" y="602"/>
                    <a:pt x="2030" y="0"/>
                    <a:pt x="1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3"/>
            <p:cNvSpPr/>
            <p:nvPr/>
          </p:nvSpPr>
          <p:spPr>
            <a:xfrm>
              <a:off x="4515902" y="3091153"/>
              <a:ext cx="37579" cy="37565"/>
            </a:xfrm>
            <a:custGeom>
              <a:avLst/>
              <a:gdLst/>
              <a:ahLst/>
              <a:cxnLst/>
              <a:rect l="l" t="t" r="r" b="b"/>
              <a:pathLst>
                <a:path w="2633" h="2632" extrusionOk="0">
                  <a:moveTo>
                    <a:pt x="1304" y="0"/>
                  </a:moveTo>
                  <a:cubicBezTo>
                    <a:pt x="577" y="0"/>
                    <a:pt x="1" y="602"/>
                    <a:pt x="1" y="1328"/>
                  </a:cubicBezTo>
                  <a:cubicBezTo>
                    <a:pt x="1" y="2030"/>
                    <a:pt x="577" y="2632"/>
                    <a:pt x="1304" y="2632"/>
                  </a:cubicBezTo>
                  <a:cubicBezTo>
                    <a:pt x="2031" y="2632"/>
                    <a:pt x="2632" y="2030"/>
                    <a:pt x="2632" y="1328"/>
                  </a:cubicBezTo>
                  <a:cubicBezTo>
                    <a:pt x="2632" y="602"/>
                    <a:pt x="2031" y="0"/>
                    <a:pt x="1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3"/>
            <p:cNvSpPr/>
            <p:nvPr/>
          </p:nvSpPr>
          <p:spPr>
            <a:xfrm>
              <a:off x="4492652" y="2834676"/>
              <a:ext cx="90159" cy="79055"/>
            </a:xfrm>
            <a:custGeom>
              <a:avLst/>
              <a:gdLst/>
              <a:ahLst/>
              <a:cxnLst/>
              <a:rect l="l" t="t" r="r" b="b"/>
              <a:pathLst>
                <a:path w="6317" h="5539" fill="none" extrusionOk="0">
                  <a:moveTo>
                    <a:pt x="1" y="0"/>
                  </a:moveTo>
                  <a:lnTo>
                    <a:pt x="6316" y="5539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3"/>
            <p:cNvSpPr/>
            <p:nvPr/>
          </p:nvSpPr>
          <p:spPr>
            <a:xfrm>
              <a:off x="4499446" y="2970237"/>
              <a:ext cx="63684" cy="41519"/>
            </a:xfrm>
            <a:custGeom>
              <a:avLst/>
              <a:gdLst/>
              <a:ahLst/>
              <a:cxnLst/>
              <a:rect l="l" t="t" r="r" b="b"/>
              <a:pathLst>
                <a:path w="4462" h="2909" fill="none" extrusionOk="0">
                  <a:moveTo>
                    <a:pt x="4462" y="1"/>
                  </a:moveTo>
                  <a:lnTo>
                    <a:pt x="1" y="2908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3"/>
            <p:cNvSpPr/>
            <p:nvPr/>
          </p:nvSpPr>
          <p:spPr>
            <a:xfrm>
              <a:off x="4279821" y="3012098"/>
              <a:ext cx="179220" cy="69407"/>
            </a:xfrm>
            <a:custGeom>
              <a:avLst/>
              <a:gdLst/>
              <a:ahLst/>
              <a:cxnLst/>
              <a:rect l="l" t="t" r="r" b="b"/>
              <a:pathLst>
                <a:path w="12557" h="4863" extrusionOk="0">
                  <a:moveTo>
                    <a:pt x="426" y="0"/>
                  </a:moveTo>
                  <a:lnTo>
                    <a:pt x="0" y="1679"/>
                  </a:lnTo>
                  <a:lnTo>
                    <a:pt x="12106" y="4862"/>
                  </a:lnTo>
                  <a:lnTo>
                    <a:pt x="12557" y="320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3"/>
            <p:cNvSpPr/>
            <p:nvPr/>
          </p:nvSpPr>
          <p:spPr>
            <a:xfrm>
              <a:off x="4685816" y="3012098"/>
              <a:ext cx="178863" cy="69407"/>
            </a:xfrm>
            <a:custGeom>
              <a:avLst/>
              <a:gdLst/>
              <a:ahLst/>
              <a:cxnLst/>
              <a:rect l="l" t="t" r="r" b="b"/>
              <a:pathLst>
                <a:path w="12532" h="4863" extrusionOk="0">
                  <a:moveTo>
                    <a:pt x="12106" y="0"/>
                  </a:moveTo>
                  <a:lnTo>
                    <a:pt x="0" y="3208"/>
                  </a:lnTo>
                  <a:lnTo>
                    <a:pt x="427" y="4862"/>
                  </a:lnTo>
                  <a:lnTo>
                    <a:pt x="12532" y="1679"/>
                  </a:lnTo>
                  <a:lnTo>
                    <a:pt x="1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3"/>
            <p:cNvSpPr/>
            <p:nvPr/>
          </p:nvSpPr>
          <p:spPr>
            <a:xfrm>
              <a:off x="4769525" y="3613755"/>
              <a:ext cx="188525" cy="229316"/>
            </a:xfrm>
            <a:custGeom>
              <a:avLst/>
              <a:gdLst/>
              <a:ahLst/>
              <a:cxnLst/>
              <a:rect l="l" t="t" r="r" b="b"/>
              <a:pathLst>
                <a:path w="13209" h="16067" extrusionOk="0">
                  <a:moveTo>
                    <a:pt x="4135" y="1"/>
                  </a:moveTo>
                  <a:lnTo>
                    <a:pt x="0" y="9224"/>
                  </a:lnTo>
                  <a:lnTo>
                    <a:pt x="11479" y="16066"/>
                  </a:lnTo>
                  <a:lnTo>
                    <a:pt x="13208" y="5164"/>
                  </a:lnTo>
                  <a:lnTo>
                    <a:pt x="413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3"/>
            <p:cNvSpPr/>
            <p:nvPr/>
          </p:nvSpPr>
          <p:spPr>
            <a:xfrm>
              <a:off x="4837133" y="3656159"/>
              <a:ext cx="221780" cy="416514"/>
            </a:xfrm>
            <a:custGeom>
              <a:avLst/>
              <a:gdLst/>
              <a:ahLst/>
              <a:cxnLst/>
              <a:rect l="l" t="t" r="r" b="b"/>
              <a:pathLst>
                <a:path w="15539" h="29183" extrusionOk="0">
                  <a:moveTo>
                    <a:pt x="6770" y="1"/>
                  </a:moveTo>
                  <a:cubicBezTo>
                    <a:pt x="6412" y="1"/>
                    <a:pt x="6043" y="20"/>
                    <a:pt x="5664" y="62"/>
                  </a:cubicBezTo>
                  <a:lnTo>
                    <a:pt x="6266" y="8684"/>
                  </a:lnTo>
                  <a:lnTo>
                    <a:pt x="6266" y="8684"/>
                  </a:lnTo>
                  <a:lnTo>
                    <a:pt x="4160" y="7030"/>
                  </a:lnTo>
                  <a:lnTo>
                    <a:pt x="0" y="10664"/>
                  </a:lnTo>
                  <a:lnTo>
                    <a:pt x="4461" y="13596"/>
                  </a:lnTo>
                  <a:lnTo>
                    <a:pt x="7945" y="22769"/>
                  </a:lnTo>
                  <a:lnTo>
                    <a:pt x="9474" y="28433"/>
                  </a:lnTo>
                  <a:cubicBezTo>
                    <a:pt x="9600" y="28908"/>
                    <a:pt x="10016" y="29182"/>
                    <a:pt x="10444" y="29182"/>
                  </a:cubicBezTo>
                  <a:cubicBezTo>
                    <a:pt x="10694" y="29182"/>
                    <a:pt x="10949" y="29088"/>
                    <a:pt x="11153" y="28885"/>
                  </a:cubicBezTo>
                  <a:cubicBezTo>
                    <a:pt x="12431" y="27631"/>
                    <a:pt x="14211" y="25200"/>
                    <a:pt x="14361" y="21366"/>
                  </a:cubicBezTo>
                  <a:cubicBezTo>
                    <a:pt x="14586" y="15125"/>
                    <a:pt x="13308" y="10063"/>
                    <a:pt x="13308" y="10062"/>
                  </a:cubicBezTo>
                  <a:lnTo>
                    <a:pt x="13308" y="10062"/>
                  </a:lnTo>
                  <a:lnTo>
                    <a:pt x="14937" y="10313"/>
                  </a:lnTo>
                  <a:lnTo>
                    <a:pt x="15539" y="2970"/>
                  </a:lnTo>
                  <a:lnTo>
                    <a:pt x="13810" y="2844"/>
                  </a:lnTo>
                  <a:cubicBezTo>
                    <a:pt x="13810" y="2844"/>
                    <a:pt x="11094" y="1"/>
                    <a:pt x="677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3"/>
            <p:cNvSpPr/>
            <p:nvPr/>
          </p:nvSpPr>
          <p:spPr>
            <a:xfrm>
              <a:off x="3712132" y="3122324"/>
              <a:ext cx="1155773" cy="733621"/>
            </a:xfrm>
            <a:custGeom>
              <a:avLst/>
              <a:gdLst/>
              <a:ahLst/>
              <a:cxnLst/>
              <a:rect l="l" t="t" r="r" b="b"/>
              <a:pathLst>
                <a:path w="80979" h="51401" extrusionOk="0">
                  <a:moveTo>
                    <a:pt x="15558" y="1"/>
                  </a:moveTo>
                  <a:cubicBezTo>
                    <a:pt x="8515" y="1"/>
                    <a:pt x="2842" y="3581"/>
                    <a:pt x="1705" y="9445"/>
                  </a:cubicBezTo>
                  <a:cubicBezTo>
                    <a:pt x="1" y="18368"/>
                    <a:pt x="6567" y="28518"/>
                    <a:pt x="18798" y="32779"/>
                  </a:cubicBezTo>
                  <a:cubicBezTo>
                    <a:pt x="21805" y="33806"/>
                    <a:pt x="27720" y="35836"/>
                    <a:pt x="34587" y="38167"/>
                  </a:cubicBezTo>
                  <a:cubicBezTo>
                    <a:pt x="38673" y="39546"/>
                    <a:pt x="42783" y="39120"/>
                    <a:pt x="47169" y="40648"/>
                  </a:cubicBezTo>
                  <a:cubicBezTo>
                    <a:pt x="49951" y="41601"/>
                    <a:pt x="51530" y="43405"/>
                    <a:pt x="56342" y="45034"/>
                  </a:cubicBezTo>
                  <a:cubicBezTo>
                    <a:pt x="58656" y="45830"/>
                    <a:pt x="60066" y="45918"/>
                    <a:pt x="61244" y="45918"/>
                  </a:cubicBezTo>
                  <a:cubicBezTo>
                    <a:pt x="61580" y="45918"/>
                    <a:pt x="61897" y="45911"/>
                    <a:pt x="62210" y="45911"/>
                  </a:cubicBezTo>
                  <a:cubicBezTo>
                    <a:pt x="63083" y="45911"/>
                    <a:pt x="63931" y="45967"/>
                    <a:pt x="65089" y="46388"/>
                  </a:cubicBezTo>
                  <a:cubicBezTo>
                    <a:pt x="68773" y="47741"/>
                    <a:pt x="69249" y="49871"/>
                    <a:pt x="73836" y="51400"/>
                  </a:cubicBezTo>
                  <a:lnTo>
                    <a:pt x="80978" y="32779"/>
                  </a:lnTo>
                  <a:cubicBezTo>
                    <a:pt x="80978" y="32779"/>
                    <a:pt x="38848" y="9345"/>
                    <a:pt x="27244" y="3104"/>
                  </a:cubicBezTo>
                  <a:cubicBezTo>
                    <a:pt x="23276" y="974"/>
                    <a:pt x="19231" y="1"/>
                    <a:pt x="1555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3"/>
            <p:cNvSpPr/>
            <p:nvPr/>
          </p:nvSpPr>
          <p:spPr>
            <a:xfrm>
              <a:off x="5023133" y="3707839"/>
              <a:ext cx="7522" cy="77628"/>
            </a:xfrm>
            <a:custGeom>
              <a:avLst/>
              <a:gdLst/>
              <a:ahLst/>
              <a:cxnLst/>
              <a:rect l="l" t="t" r="r" b="b"/>
              <a:pathLst>
                <a:path w="527" h="5439" fill="none" extrusionOk="0">
                  <a:moveTo>
                    <a:pt x="527" y="0"/>
                  </a:moveTo>
                  <a:lnTo>
                    <a:pt x="1" y="543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3"/>
            <p:cNvSpPr/>
            <p:nvPr/>
          </p:nvSpPr>
          <p:spPr>
            <a:xfrm>
              <a:off x="4705841" y="3559391"/>
              <a:ext cx="162064" cy="296554"/>
            </a:xfrm>
            <a:custGeom>
              <a:avLst/>
              <a:gdLst/>
              <a:ahLst/>
              <a:cxnLst/>
              <a:rect l="l" t="t" r="r" b="b"/>
              <a:pathLst>
                <a:path w="11355" h="20778" extrusionOk="0">
                  <a:moveTo>
                    <a:pt x="7520" y="0"/>
                  </a:moveTo>
                  <a:lnTo>
                    <a:pt x="1" y="18572"/>
                  </a:lnTo>
                  <a:cubicBezTo>
                    <a:pt x="1029" y="19349"/>
                    <a:pt x="2257" y="20126"/>
                    <a:pt x="4212" y="20777"/>
                  </a:cubicBezTo>
                  <a:lnTo>
                    <a:pt x="11354" y="2156"/>
                  </a:lnTo>
                  <a:cubicBezTo>
                    <a:pt x="11354" y="2156"/>
                    <a:pt x="9926" y="1354"/>
                    <a:pt x="752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3"/>
            <p:cNvSpPr/>
            <p:nvPr/>
          </p:nvSpPr>
          <p:spPr>
            <a:xfrm>
              <a:off x="4276595" y="3122324"/>
              <a:ext cx="1156130" cy="733621"/>
            </a:xfrm>
            <a:custGeom>
              <a:avLst/>
              <a:gdLst/>
              <a:ahLst/>
              <a:cxnLst/>
              <a:rect l="l" t="t" r="r" b="b"/>
              <a:pathLst>
                <a:path w="81004" h="51401" extrusionOk="0">
                  <a:moveTo>
                    <a:pt x="65432" y="1"/>
                  </a:moveTo>
                  <a:cubicBezTo>
                    <a:pt x="61760" y="1"/>
                    <a:pt x="57712" y="974"/>
                    <a:pt x="53735" y="3104"/>
                  </a:cubicBezTo>
                  <a:cubicBezTo>
                    <a:pt x="42156" y="9345"/>
                    <a:pt x="1" y="32779"/>
                    <a:pt x="1" y="32779"/>
                  </a:cubicBezTo>
                  <a:lnTo>
                    <a:pt x="7144" y="51400"/>
                  </a:lnTo>
                  <a:cubicBezTo>
                    <a:pt x="11730" y="49871"/>
                    <a:pt x="12206" y="47741"/>
                    <a:pt x="15890" y="46388"/>
                  </a:cubicBezTo>
                  <a:cubicBezTo>
                    <a:pt x="17048" y="45967"/>
                    <a:pt x="17896" y="45911"/>
                    <a:pt x="18769" y="45911"/>
                  </a:cubicBezTo>
                  <a:cubicBezTo>
                    <a:pt x="19083" y="45911"/>
                    <a:pt x="19400" y="45918"/>
                    <a:pt x="19736" y="45918"/>
                  </a:cubicBezTo>
                  <a:cubicBezTo>
                    <a:pt x="20913" y="45918"/>
                    <a:pt x="22323" y="45830"/>
                    <a:pt x="24637" y="45034"/>
                  </a:cubicBezTo>
                  <a:cubicBezTo>
                    <a:pt x="29449" y="43405"/>
                    <a:pt x="31028" y="41601"/>
                    <a:pt x="33810" y="40648"/>
                  </a:cubicBezTo>
                  <a:cubicBezTo>
                    <a:pt x="38221" y="39120"/>
                    <a:pt x="42307" y="39546"/>
                    <a:pt x="46392" y="38167"/>
                  </a:cubicBezTo>
                  <a:cubicBezTo>
                    <a:pt x="53259" y="35836"/>
                    <a:pt x="59199" y="33806"/>
                    <a:pt x="62206" y="32779"/>
                  </a:cubicBezTo>
                  <a:cubicBezTo>
                    <a:pt x="74412" y="28518"/>
                    <a:pt x="81003" y="18368"/>
                    <a:pt x="79274" y="9445"/>
                  </a:cubicBezTo>
                  <a:cubicBezTo>
                    <a:pt x="78137" y="3581"/>
                    <a:pt x="72475" y="1"/>
                    <a:pt x="6543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3"/>
            <p:cNvSpPr/>
            <p:nvPr/>
          </p:nvSpPr>
          <p:spPr>
            <a:xfrm>
              <a:off x="4186450" y="3613755"/>
              <a:ext cx="188525" cy="229316"/>
            </a:xfrm>
            <a:custGeom>
              <a:avLst/>
              <a:gdLst/>
              <a:ahLst/>
              <a:cxnLst/>
              <a:rect l="l" t="t" r="r" b="b"/>
              <a:pathLst>
                <a:path w="13209" h="16067" extrusionOk="0">
                  <a:moveTo>
                    <a:pt x="9074" y="1"/>
                  </a:moveTo>
                  <a:lnTo>
                    <a:pt x="1" y="5164"/>
                  </a:lnTo>
                  <a:lnTo>
                    <a:pt x="1730" y="16066"/>
                  </a:lnTo>
                  <a:lnTo>
                    <a:pt x="13209" y="9224"/>
                  </a:lnTo>
                  <a:lnTo>
                    <a:pt x="907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3"/>
            <p:cNvSpPr/>
            <p:nvPr/>
          </p:nvSpPr>
          <p:spPr>
            <a:xfrm>
              <a:off x="4085586" y="3656159"/>
              <a:ext cx="221795" cy="416514"/>
            </a:xfrm>
            <a:custGeom>
              <a:avLst/>
              <a:gdLst/>
              <a:ahLst/>
              <a:cxnLst/>
              <a:rect l="l" t="t" r="r" b="b"/>
              <a:pathLst>
                <a:path w="15540" h="29183" extrusionOk="0">
                  <a:moveTo>
                    <a:pt x="8770" y="1"/>
                  </a:moveTo>
                  <a:cubicBezTo>
                    <a:pt x="4445" y="1"/>
                    <a:pt x="1730" y="2844"/>
                    <a:pt x="1730" y="2844"/>
                  </a:cubicBezTo>
                  <a:lnTo>
                    <a:pt x="0" y="2970"/>
                  </a:lnTo>
                  <a:lnTo>
                    <a:pt x="602" y="10313"/>
                  </a:lnTo>
                  <a:lnTo>
                    <a:pt x="2231" y="10062"/>
                  </a:lnTo>
                  <a:lnTo>
                    <a:pt x="2231" y="10062"/>
                  </a:lnTo>
                  <a:cubicBezTo>
                    <a:pt x="2231" y="10063"/>
                    <a:pt x="953" y="15125"/>
                    <a:pt x="1178" y="21366"/>
                  </a:cubicBezTo>
                  <a:cubicBezTo>
                    <a:pt x="1329" y="25200"/>
                    <a:pt x="3108" y="27631"/>
                    <a:pt x="4386" y="28885"/>
                  </a:cubicBezTo>
                  <a:cubicBezTo>
                    <a:pt x="4590" y="29088"/>
                    <a:pt x="4845" y="29182"/>
                    <a:pt x="5097" y="29182"/>
                  </a:cubicBezTo>
                  <a:cubicBezTo>
                    <a:pt x="5527" y="29182"/>
                    <a:pt x="5948" y="28908"/>
                    <a:pt x="6090" y="28433"/>
                  </a:cubicBezTo>
                  <a:lnTo>
                    <a:pt x="7619" y="22769"/>
                  </a:lnTo>
                  <a:lnTo>
                    <a:pt x="11078" y="13596"/>
                  </a:lnTo>
                  <a:lnTo>
                    <a:pt x="15539" y="10664"/>
                  </a:lnTo>
                  <a:lnTo>
                    <a:pt x="11379" y="7030"/>
                  </a:lnTo>
                  <a:lnTo>
                    <a:pt x="9273" y="8684"/>
                  </a:lnTo>
                  <a:lnTo>
                    <a:pt x="9875" y="62"/>
                  </a:lnTo>
                  <a:cubicBezTo>
                    <a:pt x="9496" y="20"/>
                    <a:pt x="9127" y="1"/>
                    <a:pt x="877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3"/>
            <p:cNvSpPr/>
            <p:nvPr/>
          </p:nvSpPr>
          <p:spPr>
            <a:xfrm>
              <a:off x="4114203" y="3707839"/>
              <a:ext cx="7165" cy="77628"/>
            </a:xfrm>
            <a:custGeom>
              <a:avLst/>
              <a:gdLst/>
              <a:ahLst/>
              <a:cxnLst/>
              <a:rect l="l" t="t" r="r" b="b"/>
              <a:pathLst>
                <a:path w="502" h="5439" fill="none" extrusionOk="0">
                  <a:moveTo>
                    <a:pt x="0" y="0"/>
                  </a:moveTo>
                  <a:lnTo>
                    <a:pt x="502" y="543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3"/>
            <p:cNvSpPr/>
            <p:nvPr/>
          </p:nvSpPr>
          <p:spPr>
            <a:xfrm>
              <a:off x="4276595" y="3559391"/>
              <a:ext cx="162064" cy="296554"/>
            </a:xfrm>
            <a:custGeom>
              <a:avLst/>
              <a:gdLst/>
              <a:ahLst/>
              <a:cxnLst/>
              <a:rect l="l" t="t" r="r" b="b"/>
              <a:pathLst>
                <a:path w="11355" h="20778" extrusionOk="0">
                  <a:moveTo>
                    <a:pt x="3835" y="0"/>
                  </a:moveTo>
                  <a:cubicBezTo>
                    <a:pt x="1454" y="1354"/>
                    <a:pt x="1" y="2156"/>
                    <a:pt x="1" y="2156"/>
                  </a:cubicBezTo>
                  <a:lnTo>
                    <a:pt x="7144" y="20777"/>
                  </a:lnTo>
                  <a:cubicBezTo>
                    <a:pt x="9099" y="20126"/>
                    <a:pt x="10327" y="19349"/>
                    <a:pt x="11354" y="18572"/>
                  </a:cubicBezTo>
                  <a:lnTo>
                    <a:pt x="3835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3"/>
            <p:cNvSpPr/>
            <p:nvPr/>
          </p:nvSpPr>
          <p:spPr>
            <a:xfrm>
              <a:off x="3501085" y="2768138"/>
              <a:ext cx="129865" cy="184586"/>
            </a:xfrm>
            <a:custGeom>
              <a:avLst/>
              <a:gdLst/>
              <a:ahLst/>
              <a:cxnLst/>
              <a:rect l="l" t="t" r="r" b="b"/>
              <a:pathLst>
                <a:path w="9099" h="12933" extrusionOk="0">
                  <a:moveTo>
                    <a:pt x="4938" y="0"/>
                  </a:moveTo>
                  <a:cubicBezTo>
                    <a:pt x="4938" y="0"/>
                    <a:pt x="1" y="11529"/>
                    <a:pt x="2407" y="12833"/>
                  </a:cubicBezTo>
                  <a:cubicBezTo>
                    <a:pt x="2529" y="12900"/>
                    <a:pt x="2657" y="12932"/>
                    <a:pt x="2788" y="12932"/>
                  </a:cubicBezTo>
                  <a:cubicBezTo>
                    <a:pt x="5238" y="12932"/>
                    <a:pt x="9099" y="1780"/>
                    <a:pt x="9099" y="1780"/>
                  </a:cubicBezTo>
                  <a:lnTo>
                    <a:pt x="493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3"/>
            <p:cNvSpPr/>
            <p:nvPr/>
          </p:nvSpPr>
          <p:spPr>
            <a:xfrm>
              <a:off x="3314372" y="2649020"/>
              <a:ext cx="341255" cy="274731"/>
            </a:xfrm>
            <a:custGeom>
              <a:avLst/>
              <a:gdLst/>
              <a:ahLst/>
              <a:cxnLst/>
              <a:rect l="l" t="t" r="r" b="b"/>
              <a:pathLst>
                <a:path w="23910" h="19249" extrusionOk="0">
                  <a:moveTo>
                    <a:pt x="10551" y="0"/>
                  </a:moveTo>
                  <a:lnTo>
                    <a:pt x="9599" y="878"/>
                  </a:lnTo>
                  <a:lnTo>
                    <a:pt x="11228" y="2807"/>
                  </a:lnTo>
                  <a:lnTo>
                    <a:pt x="11178" y="5239"/>
                  </a:lnTo>
                  <a:lnTo>
                    <a:pt x="6767" y="5239"/>
                  </a:lnTo>
                  <a:lnTo>
                    <a:pt x="1604" y="3660"/>
                  </a:lnTo>
                  <a:lnTo>
                    <a:pt x="1228" y="4888"/>
                  </a:lnTo>
                  <a:lnTo>
                    <a:pt x="652" y="4612"/>
                  </a:lnTo>
                  <a:lnTo>
                    <a:pt x="0" y="6391"/>
                  </a:lnTo>
                  <a:lnTo>
                    <a:pt x="1103" y="7043"/>
                  </a:lnTo>
                  <a:lnTo>
                    <a:pt x="576" y="8321"/>
                  </a:lnTo>
                  <a:lnTo>
                    <a:pt x="2807" y="9950"/>
                  </a:lnTo>
                  <a:lnTo>
                    <a:pt x="5288" y="10477"/>
                  </a:lnTo>
                  <a:lnTo>
                    <a:pt x="2506" y="10502"/>
                  </a:lnTo>
                  <a:lnTo>
                    <a:pt x="902" y="9524"/>
                  </a:lnTo>
                  <a:lnTo>
                    <a:pt x="576" y="10502"/>
                  </a:lnTo>
                  <a:lnTo>
                    <a:pt x="2582" y="11655"/>
                  </a:lnTo>
                  <a:cubicBezTo>
                    <a:pt x="2582" y="11655"/>
                    <a:pt x="5061" y="12638"/>
                    <a:pt x="8424" y="12638"/>
                  </a:cubicBezTo>
                  <a:cubicBezTo>
                    <a:pt x="9585" y="12638"/>
                    <a:pt x="10850" y="12521"/>
                    <a:pt x="12155" y="12206"/>
                  </a:cubicBezTo>
                  <a:lnTo>
                    <a:pt x="20476" y="19249"/>
                  </a:lnTo>
                  <a:lnTo>
                    <a:pt x="23910" y="10878"/>
                  </a:lnTo>
                  <a:lnTo>
                    <a:pt x="14812" y="6943"/>
                  </a:lnTo>
                  <a:cubicBezTo>
                    <a:pt x="14812" y="6943"/>
                    <a:pt x="15389" y="4286"/>
                    <a:pt x="13283" y="2281"/>
                  </a:cubicBezTo>
                  <a:cubicBezTo>
                    <a:pt x="12080" y="1128"/>
                    <a:pt x="10551" y="0"/>
                    <a:pt x="1055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3"/>
            <p:cNvSpPr/>
            <p:nvPr/>
          </p:nvSpPr>
          <p:spPr>
            <a:xfrm>
              <a:off x="3517184" y="2941620"/>
              <a:ext cx="142382" cy="107743"/>
            </a:xfrm>
            <a:custGeom>
              <a:avLst/>
              <a:gdLst/>
              <a:ahLst/>
              <a:cxnLst/>
              <a:rect l="l" t="t" r="r" b="b"/>
              <a:pathLst>
                <a:path w="9976" h="7549" extrusionOk="0">
                  <a:moveTo>
                    <a:pt x="3209" y="1"/>
                  </a:moveTo>
                  <a:cubicBezTo>
                    <a:pt x="3209" y="1"/>
                    <a:pt x="1" y="6241"/>
                    <a:pt x="2081" y="7369"/>
                  </a:cubicBezTo>
                  <a:cubicBezTo>
                    <a:pt x="2308" y="7493"/>
                    <a:pt x="2567" y="7548"/>
                    <a:pt x="2849" y="7548"/>
                  </a:cubicBezTo>
                  <a:cubicBezTo>
                    <a:pt x="5433" y="7548"/>
                    <a:pt x="9976" y="2883"/>
                    <a:pt x="9976" y="2883"/>
                  </a:cubicBezTo>
                  <a:lnTo>
                    <a:pt x="320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3"/>
            <p:cNvSpPr/>
            <p:nvPr/>
          </p:nvSpPr>
          <p:spPr>
            <a:xfrm>
              <a:off x="3535424" y="2782082"/>
              <a:ext cx="142382" cy="259003"/>
            </a:xfrm>
            <a:custGeom>
              <a:avLst/>
              <a:gdLst/>
              <a:ahLst/>
              <a:cxnLst/>
              <a:rect l="l" t="t" r="r" b="b"/>
              <a:pathLst>
                <a:path w="9976" h="18147" extrusionOk="0">
                  <a:moveTo>
                    <a:pt x="4913" y="1"/>
                  </a:moveTo>
                  <a:cubicBezTo>
                    <a:pt x="4913" y="1"/>
                    <a:pt x="3485" y="10577"/>
                    <a:pt x="1" y="11856"/>
                  </a:cubicBezTo>
                  <a:lnTo>
                    <a:pt x="9976" y="18146"/>
                  </a:lnTo>
                  <a:lnTo>
                    <a:pt x="9976" y="1981"/>
                  </a:lnTo>
                  <a:lnTo>
                    <a:pt x="49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3"/>
            <p:cNvSpPr/>
            <p:nvPr/>
          </p:nvSpPr>
          <p:spPr>
            <a:xfrm>
              <a:off x="3546871" y="2370720"/>
              <a:ext cx="668210" cy="823238"/>
            </a:xfrm>
            <a:custGeom>
              <a:avLst/>
              <a:gdLst/>
              <a:ahLst/>
              <a:cxnLst/>
              <a:rect l="l" t="t" r="r" b="b"/>
              <a:pathLst>
                <a:path w="46818" h="57680" extrusionOk="0">
                  <a:moveTo>
                    <a:pt x="40703" y="1"/>
                  </a:moveTo>
                  <a:cubicBezTo>
                    <a:pt x="35364" y="5940"/>
                    <a:pt x="35364" y="10477"/>
                    <a:pt x="35364" y="10477"/>
                  </a:cubicBezTo>
                  <a:lnTo>
                    <a:pt x="21755" y="36216"/>
                  </a:lnTo>
                  <a:lnTo>
                    <a:pt x="9174" y="30803"/>
                  </a:lnTo>
                  <a:cubicBezTo>
                    <a:pt x="5036" y="46467"/>
                    <a:pt x="1055" y="47385"/>
                    <a:pt x="179" y="47385"/>
                  </a:cubicBezTo>
                  <a:cubicBezTo>
                    <a:pt x="62" y="47385"/>
                    <a:pt x="1" y="47369"/>
                    <a:pt x="1" y="47369"/>
                  </a:cubicBezTo>
                  <a:lnTo>
                    <a:pt x="1" y="47369"/>
                  </a:lnTo>
                  <a:lnTo>
                    <a:pt x="18422" y="56191"/>
                  </a:lnTo>
                  <a:cubicBezTo>
                    <a:pt x="20545" y="57204"/>
                    <a:pt x="22776" y="57680"/>
                    <a:pt x="24966" y="57680"/>
                  </a:cubicBezTo>
                  <a:cubicBezTo>
                    <a:pt x="31127" y="57680"/>
                    <a:pt x="36975" y="53914"/>
                    <a:pt x="39249" y="47720"/>
                  </a:cubicBezTo>
                  <a:lnTo>
                    <a:pt x="46818" y="27068"/>
                  </a:lnTo>
                  <a:lnTo>
                    <a:pt x="40703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3"/>
            <p:cNvSpPr/>
            <p:nvPr/>
          </p:nvSpPr>
          <p:spPr>
            <a:xfrm>
              <a:off x="3617349" y="2977758"/>
              <a:ext cx="191737" cy="94441"/>
            </a:xfrm>
            <a:custGeom>
              <a:avLst/>
              <a:gdLst/>
              <a:ahLst/>
              <a:cxnLst/>
              <a:rect l="l" t="t" r="r" b="b"/>
              <a:pathLst>
                <a:path w="13434" h="6617" fill="none" extrusionOk="0">
                  <a:moveTo>
                    <a:pt x="0" y="0"/>
                  </a:moveTo>
                  <a:lnTo>
                    <a:pt x="13434" y="6617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3"/>
            <p:cNvSpPr/>
            <p:nvPr/>
          </p:nvSpPr>
          <p:spPr>
            <a:xfrm>
              <a:off x="3667416" y="2950569"/>
              <a:ext cx="25776" cy="25762"/>
            </a:xfrm>
            <a:custGeom>
              <a:avLst/>
              <a:gdLst/>
              <a:ahLst/>
              <a:cxnLst/>
              <a:rect l="l" t="t" r="r" b="b"/>
              <a:pathLst>
                <a:path w="1806" h="1805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05"/>
                    <a:pt x="903" y="1805"/>
                  </a:cubicBezTo>
                  <a:cubicBezTo>
                    <a:pt x="1404" y="1805"/>
                    <a:pt x="1805" y="1404"/>
                    <a:pt x="1805" y="903"/>
                  </a:cubicBezTo>
                  <a:cubicBezTo>
                    <a:pt x="1805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3"/>
            <p:cNvSpPr/>
            <p:nvPr/>
          </p:nvSpPr>
          <p:spPr>
            <a:xfrm>
              <a:off x="3742547" y="2990989"/>
              <a:ext cx="25762" cy="26133"/>
            </a:xfrm>
            <a:custGeom>
              <a:avLst/>
              <a:gdLst/>
              <a:ahLst/>
              <a:cxnLst/>
              <a:rect l="l" t="t" r="r" b="b"/>
              <a:pathLst>
                <a:path w="1805" h="1831" extrusionOk="0">
                  <a:moveTo>
                    <a:pt x="902" y="0"/>
                  </a:moveTo>
                  <a:cubicBezTo>
                    <a:pt x="401" y="0"/>
                    <a:pt x="0" y="401"/>
                    <a:pt x="0" y="903"/>
                  </a:cubicBezTo>
                  <a:cubicBezTo>
                    <a:pt x="0" y="1404"/>
                    <a:pt x="401" y="1830"/>
                    <a:pt x="902" y="1830"/>
                  </a:cubicBezTo>
                  <a:cubicBezTo>
                    <a:pt x="1404" y="1830"/>
                    <a:pt x="1805" y="1404"/>
                    <a:pt x="1805" y="903"/>
                  </a:cubicBezTo>
                  <a:cubicBezTo>
                    <a:pt x="1805" y="401"/>
                    <a:pt x="1404" y="0"/>
                    <a:pt x="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3"/>
            <p:cNvSpPr/>
            <p:nvPr/>
          </p:nvSpPr>
          <p:spPr>
            <a:xfrm>
              <a:off x="3857369" y="2887613"/>
              <a:ext cx="114837" cy="51524"/>
            </a:xfrm>
            <a:custGeom>
              <a:avLst/>
              <a:gdLst/>
              <a:ahLst/>
              <a:cxnLst/>
              <a:rect l="l" t="t" r="r" b="b"/>
              <a:pathLst>
                <a:path w="8046" h="3610" fill="none" extrusionOk="0">
                  <a:moveTo>
                    <a:pt x="0" y="0"/>
                  </a:moveTo>
                  <a:lnTo>
                    <a:pt x="8045" y="3609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3"/>
            <p:cNvSpPr/>
            <p:nvPr/>
          </p:nvSpPr>
          <p:spPr>
            <a:xfrm>
              <a:off x="3887056" y="2882603"/>
              <a:ext cx="118419" cy="5024"/>
            </a:xfrm>
            <a:custGeom>
              <a:avLst/>
              <a:gdLst/>
              <a:ahLst/>
              <a:cxnLst/>
              <a:rect l="l" t="t" r="r" b="b"/>
              <a:pathLst>
                <a:path w="8297" h="352" fill="none" extrusionOk="0">
                  <a:moveTo>
                    <a:pt x="0" y="0"/>
                  </a:moveTo>
                  <a:lnTo>
                    <a:pt x="8296" y="351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3"/>
            <p:cNvSpPr/>
            <p:nvPr/>
          </p:nvSpPr>
          <p:spPr>
            <a:xfrm>
              <a:off x="3419175" y="2737010"/>
              <a:ext cx="15400" cy="54749"/>
            </a:xfrm>
            <a:custGeom>
              <a:avLst/>
              <a:gdLst/>
              <a:ahLst/>
              <a:cxnLst/>
              <a:rect l="l" t="t" r="r" b="b"/>
              <a:pathLst>
                <a:path w="1079" h="3836" fill="none" extrusionOk="0">
                  <a:moveTo>
                    <a:pt x="1078" y="1"/>
                  </a:moveTo>
                  <a:lnTo>
                    <a:pt x="0" y="383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3"/>
            <p:cNvSpPr/>
            <p:nvPr/>
          </p:nvSpPr>
          <p:spPr>
            <a:xfrm>
              <a:off x="3430978" y="2759903"/>
              <a:ext cx="73703" cy="26490"/>
            </a:xfrm>
            <a:custGeom>
              <a:avLst/>
              <a:gdLst/>
              <a:ahLst/>
              <a:cxnLst/>
              <a:rect l="l" t="t" r="r" b="b"/>
              <a:pathLst>
                <a:path w="5164" h="1856" fill="none" extrusionOk="0">
                  <a:moveTo>
                    <a:pt x="1" y="1856"/>
                  </a:moveTo>
                  <a:cubicBezTo>
                    <a:pt x="1128" y="978"/>
                    <a:pt x="3234" y="1"/>
                    <a:pt x="5163" y="1279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3"/>
            <p:cNvSpPr/>
            <p:nvPr/>
          </p:nvSpPr>
          <p:spPr>
            <a:xfrm>
              <a:off x="5513550" y="2768138"/>
              <a:ext cx="129865" cy="184586"/>
            </a:xfrm>
            <a:custGeom>
              <a:avLst/>
              <a:gdLst/>
              <a:ahLst/>
              <a:cxnLst/>
              <a:rect l="l" t="t" r="r" b="b"/>
              <a:pathLst>
                <a:path w="9099" h="12933" extrusionOk="0">
                  <a:moveTo>
                    <a:pt x="4161" y="0"/>
                  </a:moveTo>
                  <a:lnTo>
                    <a:pt x="1" y="1780"/>
                  </a:lnTo>
                  <a:cubicBezTo>
                    <a:pt x="1" y="1780"/>
                    <a:pt x="3884" y="12932"/>
                    <a:pt x="6336" y="12932"/>
                  </a:cubicBezTo>
                  <a:cubicBezTo>
                    <a:pt x="6467" y="12932"/>
                    <a:pt x="6595" y="12900"/>
                    <a:pt x="6717" y="12833"/>
                  </a:cubicBezTo>
                  <a:cubicBezTo>
                    <a:pt x="9098" y="11529"/>
                    <a:pt x="4161" y="0"/>
                    <a:pt x="416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5488873" y="2649020"/>
              <a:ext cx="341270" cy="274731"/>
            </a:xfrm>
            <a:custGeom>
              <a:avLst/>
              <a:gdLst/>
              <a:ahLst/>
              <a:cxnLst/>
              <a:rect l="l" t="t" r="r" b="b"/>
              <a:pathLst>
                <a:path w="23911" h="19249" extrusionOk="0">
                  <a:moveTo>
                    <a:pt x="13384" y="0"/>
                  </a:moveTo>
                  <a:cubicBezTo>
                    <a:pt x="13384" y="0"/>
                    <a:pt x="11855" y="1128"/>
                    <a:pt x="10652" y="2281"/>
                  </a:cubicBezTo>
                  <a:cubicBezTo>
                    <a:pt x="8522" y="4286"/>
                    <a:pt x="9123" y="6943"/>
                    <a:pt x="9123" y="6943"/>
                  </a:cubicBezTo>
                  <a:lnTo>
                    <a:pt x="0" y="10878"/>
                  </a:lnTo>
                  <a:lnTo>
                    <a:pt x="3434" y="19249"/>
                  </a:lnTo>
                  <a:lnTo>
                    <a:pt x="11755" y="12206"/>
                  </a:lnTo>
                  <a:cubicBezTo>
                    <a:pt x="13060" y="12521"/>
                    <a:pt x="14326" y="12638"/>
                    <a:pt x="15486" y="12638"/>
                  </a:cubicBezTo>
                  <a:cubicBezTo>
                    <a:pt x="18849" y="12638"/>
                    <a:pt x="21329" y="11655"/>
                    <a:pt x="21329" y="11655"/>
                  </a:cubicBezTo>
                  <a:lnTo>
                    <a:pt x="23334" y="10502"/>
                  </a:lnTo>
                  <a:lnTo>
                    <a:pt x="23008" y="9524"/>
                  </a:lnTo>
                  <a:lnTo>
                    <a:pt x="21429" y="10502"/>
                  </a:lnTo>
                  <a:lnTo>
                    <a:pt x="18622" y="10477"/>
                  </a:lnTo>
                  <a:lnTo>
                    <a:pt x="21103" y="9950"/>
                  </a:lnTo>
                  <a:lnTo>
                    <a:pt x="23334" y="8321"/>
                  </a:lnTo>
                  <a:lnTo>
                    <a:pt x="22832" y="7043"/>
                  </a:lnTo>
                  <a:lnTo>
                    <a:pt x="23910" y="6391"/>
                  </a:lnTo>
                  <a:lnTo>
                    <a:pt x="23284" y="4612"/>
                  </a:lnTo>
                  <a:lnTo>
                    <a:pt x="22682" y="4888"/>
                  </a:lnTo>
                  <a:lnTo>
                    <a:pt x="22306" y="3660"/>
                  </a:lnTo>
                  <a:lnTo>
                    <a:pt x="17168" y="5239"/>
                  </a:lnTo>
                  <a:lnTo>
                    <a:pt x="12732" y="5239"/>
                  </a:lnTo>
                  <a:lnTo>
                    <a:pt x="12682" y="2807"/>
                  </a:lnTo>
                  <a:lnTo>
                    <a:pt x="14311" y="878"/>
                  </a:lnTo>
                  <a:lnTo>
                    <a:pt x="1338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5484934" y="2941620"/>
              <a:ext cx="142382" cy="107743"/>
            </a:xfrm>
            <a:custGeom>
              <a:avLst/>
              <a:gdLst/>
              <a:ahLst/>
              <a:cxnLst/>
              <a:rect l="l" t="t" r="r" b="b"/>
              <a:pathLst>
                <a:path w="9976" h="7549" extrusionOk="0">
                  <a:moveTo>
                    <a:pt x="6767" y="1"/>
                  </a:moveTo>
                  <a:lnTo>
                    <a:pt x="1" y="2883"/>
                  </a:lnTo>
                  <a:cubicBezTo>
                    <a:pt x="1" y="2883"/>
                    <a:pt x="4543" y="7548"/>
                    <a:pt x="7128" y="7548"/>
                  </a:cubicBezTo>
                  <a:cubicBezTo>
                    <a:pt x="7410" y="7548"/>
                    <a:pt x="7668" y="7493"/>
                    <a:pt x="7895" y="7369"/>
                  </a:cubicBezTo>
                  <a:cubicBezTo>
                    <a:pt x="9976" y="6241"/>
                    <a:pt x="6767" y="1"/>
                    <a:pt x="676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3"/>
            <p:cNvSpPr/>
            <p:nvPr/>
          </p:nvSpPr>
          <p:spPr>
            <a:xfrm>
              <a:off x="5466693" y="2782082"/>
              <a:ext cx="142739" cy="259003"/>
            </a:xfrm>
            <a:custGeom>
              <a:avLst/>
              <a:gdLst/>
              <a:ahLst/>
              <a:cxnLst/>
              <a:rect l="l" t="t" r="r" b="b"/>
              <a:pathLst>
                <a:path w="10001" h="18147" extrusionOk="0">
                  <a:moveTo>
                    <a:pt x="5063" y="1"/>
                  </a:moveTo>
                  <a:lnTo>
                    <a:pt x="0" y="1981"/>
                  </a:lnTo>
                  <a:lnTo>
                    <a:pt x="0" y="18146"/>
                  </a:lnTo>
                  <a:lnTo>
                    <a:pt x="10000" y="11856"/>
                  </a:lnTo>
                  <a:cubicBezTo>
                    <a:pt x="6517" y="10577"/>
                    <a:pt x="5063" y="1"/>
                    <a:pt x="506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3"/>
            <p:cNvSpPr/>
            <p:nvPr/>
          </p:nvSpPr>
          <p:spPr>
            <a:xfrm>
              <a:off x="4929419" y="2370720"/>
              <a:ext cx="668210" cy="823238"/>
            </a:xfrm>
            <a:custGeom>
              <a:avLst/>
              <a:gdLst/>
              <a:ahLst/>
              <a:cxnLst/>
              <a:rect l="l" t="t" r="r" b="b"/>
              <a:pathLst>
                <a:path w="46818" h="57680" extrusionOk="0">
                  <a:moveTo>
                    <a:pt x="6115" y="1"/>
                  </a:moveTo>
                  <a:lnTo>
                    <a:pt x="0" y="27068"/>
                  </a:lnTo>
                  <a:lnTo>
                    <a:pt x="7569" y="47720"/>
                  </a:lnTo>
                  <a:cubicBezTo>
                    <a:pt x="9862" y="53914"/>
                    <a:pt x="15714" y="57680"/>
                    <a:pt x="21866" y="57680"/>
                  </a:cubicBezTo>
                  <a:cubicBezTo>
                    <a:pt x="24054" y="57680"/>
                    <a:pt x="26279" y="57204"/>
                    <a:pt x="28396" y="56191"/>
                  </a:cubicBezTo>
                  <a:lnTo>
                    <a:pt x="46817" y="47369"/>
                  </a:lnTo>
                  <a:lnTo>
                    <a:pt x="46817" y="47369"/>
                  </a:lnTo>
                  <a:cubicBezTo>
                    <a:pt x="46817" y="47369"/>
                    <a:pt x="46756" y="47385"/>
                    <a:pt x="46640" y="47385"/>
                  </a:cubicBezTo>
                  <a:cubicBezTo>
                    <a:pt x="45768" y="47385"/>
                    <a:pt x="41804" y="46467"/>
                    <a:pt x="37644" y="30803"/>
                  </a:cubicBezTo>
                  <a:lnTo>
                    <a:pt x="25088" y="36216"/>
                  </a:lnTo>
                  <a:lnTo>
                    <a:pt x="11454" y="10477"/>
                  </a:lnTo>
                  <a:cubicBezTo>
                    <a:pt x="11454" y="10477"/>
                    <a:pt x="11454" y="5940"/>
                    <a:pt x="611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3"/>
            <p:cNvSpPr/>
            <p:nvPr/>
          </p:nvSpPr>
          <p:spPr>
            <a:xfrm>
              <a:off x="5335415" y="2977758"/>
              <a:ext cx="191737" cy="94441"/>
            </a:xfrm>
            <a:custGeom>
              <a:avLst/>
              <a:gdLst/>
              <a:ahLst/>
              <a:cxnLst/>
              <a:rect l="l" t="t" r="r" b="b"/>
              <a:pathLst>
                <a:path w="13434" h="6617" fill="none" extrusionOk="0">
                  <a:moveTo>
                    <a:pt x="13434" y="0"/>
                  </a:moveTo>
                  <a:lnTo>
                    <a:pt x="0" y="6617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5451308" y="2950569"/>
              <a:ext cx="26133" cy="25762"/>
            </a:xfrm>
            <a:custGeom>
              <a:avLst/>
              <a:gdLst/>
              <a:ahLst/>
              <a:cxnLst/>
              <a:rect l="l" t="t" r="r" b="b"/>
              <a:pathLst>
                <a:path w="1831" h="1805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05"/>
                    <a:pt x="903" y="1805"/>
                  </a:cubicBezTo>
                  <a:cubicBezTo>
                    <a:pt x="1404" y="1805"/>
                    <a:pt x="1830" y="1404"/>
                    <a:pt x="1830" y="903"/>
                  </a:cubicBezTo>
                  <a:cubicBezTo>
                    <a:pt x="1830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5376192" y="2990989"/>
              <a:ext cx="26133" cy="26133"/>
            </a:xfrm>
            <a:custGeom>
              <a:avLst/>
              <a:gdLst/>
              <a:ahLst/>
              <a:cxnLst/>
              <a:rect l="l" t="t" r="r" b="b"/>
              <a:pathLst>
                <a:path w="1831" h="1831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30"/>
                    <a:pt x="903" y="1830"/>
                  </a:cubicBezTo>
                  <a:cubicBezTo>
                    <a:pt x="1404" y="1830"/>
                    <a:pt x="1830" y="1404"/>
                    <a:pt x="1830" y="903"/>
                  </a:cubicBezTo>
                  <a:cubicBezTo>
                    <a:pt x="1830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3"/>
            <p:cNvSpPr/>
            <p:nvPr/>
          </p:nvSpPr>
          <p:spPr>
            <a:xfrm>
              <a:off x="5172295" y="2887613"/>
              <a:ext cx="115193" cy="51524"/>
            </a:xfrm>
            <a:custGeom>
              <a:avLst/>
              <a:gdLst/>
              <a:ahLst/>
              <a:cxnLst/>
              <a:rect l="l" t="t" r="r" b="b"/>
              <a:pathLst>
                <a:path w="8071" h="3610" fill="none" extrusionOk="0">
                  <a:moveTo>
                    <a:pt x="8071" y="0"/>
                  </a:moveTo>
                  <a:lnTo>
                    <a:pt x="1" y="3609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3"/>
            <p:cNvSpPr/>
            <p:nvPr/>
          </p:nvSpPr>
          <p:spPr>
            <a:xfrm>
              <a:off x="5139025" y="2882603"/>
              <a:ext cx="118419" cy="5024"/>
            </a:xfrm>
            <a:custGeom>
              <a:avLst/>
              <a:gdLst/>
              <a:ahLst/>
              <a:cxnLst/>
              <a:rect l="l" t="t" r="r" b="b"/>
              <a:pathLst>
                <a:path w="8297" h="352" fill="none" extrusionOk="0">
                  <a:moveTo>
                    <a:pt x="8297" y="0"/>
                  </a:moveTo>
                  <a:lnTo>
                    <a:pt x="1" y="351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3"/>
            <p:cNvSpPr/>
            <p:nvPr/>
          </p:nvSpPr>
          <p:spPr>
            <a:xfrm>
              <a:off x="5713508" y="2718769"/>
              <a:ext cx="99094" cy="28631"/>
            </a:xfrm>
            <a:custGeom>
              <a:avLst/>
              <a:gdLst/>
              <a:ahLst/>
              <a:cxnLst/>
              <a:rect l="l" t="t" r="r" b="b"/>
              <a:pathLst>
                <a:path w="6943" h="2006" fill="none" extrusionOk="0">
                  <a:moveTo>
                    <a:pt x="6943" y="1"/>
                  </a:moveTo>
                  <a:lnTo>
                    <a:pt x="1805" y="1855"/>
                  </a:lnTo>
                  <a:lnTo>
                    <a:pt x="1" y="200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3"/>
            <p:cNvSpPr/>
            <p:nvPr/>
          </p:nvSpPr>
          <p:spPr>
            <a:xfrm>
              <a:off x="5722100" y="2749541"/>
              <a:ext cx="92657" cy="25405"/>
            </a:xfrm>
            <a:custGeom>
              <a:avLst/>
              <a:gdLst/>
              <a:ahLst/>
              <a:cxnLst/>
              <a:rect l="l" t="t" r="r" b="b"/>
              <a:pathLst>
                <a:path w="6492" h="1780" fill="none" extrusionOk="0">
                  <a:moveTo>
                    <a:pt x="6491" y="0"/>
                  </a:moveTo>
                  <a:lnTo>
                    <a:pt x="3033" y="1504"/>
                  </a:lnTo>
                  <a:lnTo>
                    <a:pt x="0" y="17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3"/>
            <p:cNvSpPr/>
            <p:nvPr/>
          </p:nvSpPr>
          <p:spPr>
            <a:xfrm>
              <a:off x="5709940" y="2737010"/>
              <a:ext cx="15743" cy="54749"/>
            </a:xfrm>
            <a:custGeom>
              <a:avLst/>
              <a:gdLst/>
              <a:ahLst/>
              <a:cxnLst/>
              <a:rect l="l" t="t" r="r" b="b"/>
              <a:pathLst>
                <a:path w="1103" h="3836" fill="none" extrusionOk="0">
                  <a:moveTo>
                    <a:pt x="0" y="1"/>
                  </a:moveTo>
                  <a:lnTo>
                    <a:pt x="1103" y="383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3"/>
            <p:cNvSpPr/>
            <p:nvPr/>
          </p:nvSpPr>
          <p:spPr>
            <a:xfrm>
              <a:off x="5640176" y="2759903"/>
              <a:ext cx="73346" cy="26490"/>
            </a:xfrm>
            <a:custGeom>
              <a:avLst/>
              <a:gdLst/>
              <a:ahLst/>
              <a:cxnLst/>
              <a:rect l="l" t="t" r="r" b="b"/>
              <a:pathLst>
                <a:path w="5139" h="1856" fill="none" extrusionOk="0">
                  <a:moveTo>
                    <a:pt x="5139" y="1856"/>
                  </a:moveTo>
                  <a:cubicBezTo>
                    <a:pt x="4011" y="978"/>
                    <a:pt x="1906" y="1"/>
                    <a:pt x="1" y="1279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3"/>
            <p:cNvSpPr/>
            <p:nvPr/>
          </p:nvSpPr>
          <p:spPr>
            <a:xfrm>
              <a:off x="4494793" y="2135709"/>
              <a:ext cx="154557" cy="176365"/>
            </a:xfrm>
            <a:custGeom>
              <a:avLst/>
              <a:gdLst/>
              <a:ahLst/>
              <a:cxnLst/>
              <a:rect l="l" t="t" r="r" b="b"/>
              <a:pathLst>
                <a:path w="10829" h="12357" extrusionOk="0">
                  <a:moveTo>
                    <a:pt x="527" y="0"/>
                  </a:moveTo>
                  <a:lnTo>
                    <a:pt x="1" y="9173"/>
                  </a:lnTo>
                  <a:lnTo>
                    <a:pt x="5415" y="12356"/>
                  </a:lnTo>
                  <a:lnTo>
                    <a:pt x="10828" y="9173"/>
                  </a:lnTo>
                  <a:lnTo>
                    <a:pt x="1030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3"/>
            <p:cNvSpPr/>
            <p:nvPr/>
          </p:nvSpPr>
          <p:spPr>
            <a:xfrm>
              <a:off x="4535584" y="2288810"/>
              <a:ext cx="72975" cy="60101"/>
            </a:xfrm>
            <a:custGeom>
              <a:avLst/>
              <a:gdLst/>
              <a:ahLst/>
              <a:cxnLst/>
              <a:rect l="l" t="t" r="r" b="b"/>
              <a:pathLst>
                <a:path w="5113" h="4211" extrusionOk="0">
                  <a:moveTo>
                    <a:pt x="0" y="0"/>
                  </a:moveTo>
                  <a:lnTo>
                    <a:pt x="1253" y="4211"/>
                  </a:lnTo>
                  <a:lnTo>
                    <a:pt x="3860" y="4211"/>
                  </a:lnTo>
                  <a:lnTo>
                    <a:pt x="51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3"/>
            <p:cNvSpPr/>
            <p:nvPr/>
          </p:nvSpPr>
          <p:spPr>
            <a:xfrm>
              <a:off x="4430410" y="2053386"/>
              <a:ext cx="71206" cy="67880"/>
            </a:xfrm>
            <a:custGeom>
              <a:avLst/>
              <a:gdLst/>
              <a:ahLst/>
              <a:cxnLst/>
              <a:rect l="l" t="t" r="r" b="b"/>
              <a:pathLst>
                <a:path w="4989" h="4756" extrusionOk="0">
                  <a:moveTo>
                    <a:pt x="2235" y="1"/>
                  </a:moveTo>
                  <a:cubicBezTo>
                    <a:pt x="1941" y="1"/>
                    <a:pt x="1649" y="66"/>
                    <a:pt x="1379" y="204"/>
                  </a:cubicBezTo>
                  <a:cubicBezTo>
                    <a:pt x="352" y="756"/>
                    <a:pt x="1" y="2159"/>
                    <a:pt x="627" y="3362"/>
                  </a:cubicBezTo>
                  <a:cubicBezTo>
                    <a:pt x="1088" y="4228"/>
                    <a:pt x="1927" y="4755"/>
                    <a:pt x="2747" y="4755"/>
                  </a:cubicBezTo>
                  <a:cubicBezTo>
                    <a:pt x="3044" y="4755"/>
                    <a:pt x="3337" y="4686"/>
                    <a:pt x="3610" y="4540"/>
                  </a:cubicBezTo>
                  <a:cubicBezTo>
                    <a:pt x="4662" y="4014"/>
                    <a:pt x="4988" y="2610"/>
                    <a:pt x="4362" y="1407"/>
                  </a:cubicBezTo>
                  <a:cubicBezTo>
                    <a:pt x="3918" y="520"/>
                    <a:pt x="3065" y="1"/>
                    <a:pt x="223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4449007" y="2062020"/>
              <a:ext cx="41162" cy="21480"/>
            </a:xfrm>
            <a:custGeom>
              <a:avLst/>
              <a:gdLst/>
              <a:ahLst/>
              <a:cxnLst/>
              <a:rect l="l" t="t" r="r" b="b"/>
              <a:pathLst>
                <a:path w="2884" h="1505" fill="none" extrusionOk="0">
                  <a:moveTo>
                    <a:pt x="1" y="1429"/>
                  </a:moveTo>
                  <a:cubicBezTo>
                    <a:pt x="277" y="126"/>
                    <a:pt x="1705" y="0"/>
                    <a:pt x="2883" y="150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4642528" y="2053386"/>
              <a:ext cx="71206" cy="67880"/>
            </a:xfrm>
            <a:custGeom>
              <a:avLst/>
              <a:gdLst/>
              <a:ahLst/>
              <a:cxnLst/>
              <a:rect l="l" t="t" r="r" b="b"/>
              <a:pathLst>
                <a:path w="4989" h="4756" extrusionOk="0">
                  <a:moveTo>
                    <a:pt x="2754" y="1"/>
                  </a:moveTo>
                  <a:cubicBezTo>
                    <a:pt x="1924" y="1"/>
                    <a:pt x="1071" y="520"/>
                    <a:pt x="627" y="1407"/>
                  </a:cubicBezTo>
                  <a:cubicBezTo>
                    <a:pt x="1" y="2610"/>
                    <a:pt x="327" y="4014"/>
                    <a:pt x="1379" y="4540"/>
                  </a:cubicBezTo>
                  <a:cubicBezTo>
                    <a:pt x="1652" y="4686"/>
                    <a:pt x="1945" y="4755"/>
                    <a:pt x="2242" y="4755"/>
                  </a:cubicBezTo>
                  <a:cubicBezTo>
                    <a:pt x="3062" y="4755"/>
                    <a:pt x="3901" y="4228"/>
                    <a:pt x="4362" y="3362"/>
                  </a:cubicBezTo>
                  <a:cubicBezTo>
                    <a:pt x="4988" y="2159"/>
                    <a:pt x="4637" y="756"/>
                    <a:pt x="3610" y="204"/>
                  </a:cubicBezTo>
                  <a:cubicBezTo>
                    <a:pt x="3340" y="66"/>
                    <a:pt x="3048" y="1"/>
                    <a:pt x="275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3"/>
            <p:cNvSpPr/>
            <p:nvPr/>
          </p:nvSpPr>
          <p:spPr>
            <a:xfrm>
              <a:off x="4653974" y="2062020"/>
              <a:ext cx="41162" cy="21480"/>
            </a:xfrm>
            <a:custGeom>
              <a:avLst/>
              <a:gdLst/>
              <a:ahLst/>
              <a:cxnLst/>
              <a:rect l="l" t="t" r="r" b="b"/>
              <a:pathLst>
                <a:path w="2884" h="1505" fill="none" extrusionOk="0">
                  <a:moveTo>
                    <a:pt x="2883" y="1429"/>
                  </a:moveTo>
                  <a:cubicBezTo>
                    <a:pt x="2607" y="126"/>
                    <a:pt x="1179" y="0"/>
                    <a:pt x="1" y="150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3"/>
            <p:cNvSpPr/>
            <p:nvPr/>
          </p:nvSpPr>
          <p:spPr>
            <a:xfrm>
              <a:off x="4469759" y="1970448"/>
              <a:ext cx="204625" cy="216785"/>
            </a:xfrm>
            <a:custGeom>
              <a:avLst/>
              <a:gdLst/>
              <a:ahLst/>
              <a:cxnLst/>
              <a:rect l="l" t="t" r="r" b="b"/>
              <a:pathLst>
                <a:path w="14337" h="15189" extrusionOk="0">
                  <a:moveTo>
                    <a:pt x="2507" y="0"/>
                  </a:moveTo>
                  <a:cubicBezTo>
                    <a:pt x="1955" y="0"/>
                    <a:pt x="1529" y="477"/>
                    <a:pt x="1630" y="1028"/>
                  </a:cubicBezTo>
                  <a:cubicBezTo>
                    <a:pt x="1805" y="2306"/>
                    <a:pt x="1429" y="3609"/>
                    <a:pt x="577" y="4587"/>
                  </a:cubicBezTo>
                  <a:lnTo>
                    <a:pt x="1" y="5238"/>
                  </a:lnTo>
                  <a:cubicBezTo>
                    <a:pt x="402" y="13384"/>
                    <a:pt x="5164" y="15188"/>
                    <a:pt x="7169" y="15188"/>
                  </a:cubicBezTo>
                  <a:cubicBezTo>
                    <a:pt x="9174" y="15188"/>
                    <a:pt x="13935" y="13384"/>
                    <a:pt x="14336" y="5238"/>
                  </a:cubicBezTo>
                  <a:lnTo>
                    <a:pt x="13760" y="4587"/>
                  </a:lnTo>
                  <a:cubicBezTo>
                    <a:pt x="12908" y="3609"/>
                    <a:pt x="12532" y="2306"/>
                    <a:pt x="12707" y="1028"/>
                  </a:cubicBezTo>
                  <a:cubicBezTo>
                    <a:pt x="12808" y="477"/>
                    <a:pt x="12382" y="0"/>
                    <a:pt x="1183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3"/>
            <p:cNvSpPr/>
            <p:nvPr/>
          </p:nvSpPr>
          <p:spPr>
            <a:xfrm>
              <a:off x="4509822" y="2048790"/>
              <a:ext cx="40791" cy="12888"/>
            </a:xfrm>
            <a:custGeom>
              <a:avLst/>
              <a:gdLst/>
              <a:ahLst/>
              <a:cxnLst/>
              <a:rect l="l" t="t" r="r" b="b"/>
              <a:pathLst>
                <a:path w="2858" h="903" fill="none" extrusionOk="0">
                  <a:moveTo>
                    <a:pt x="1" y="75"/>
                  </a:moveTo>
                  <a:cubicBezTo>
                    <a:pt x="627" y="902"/>
                    <a:pt x="1981" y="877"/>
                    <a:pt x="2858" y="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3"/>
            <p:cNvSpPr/>
            <p:nvPr/>
          </p:nvSpPr>
          <p:spPr>
            <a:xfrm>
              <a:off x="4503029" y="2012295"/>
              <a:ext cx="49740" cy="10034"/>
            </a:xfrm>
            <a:custGeom>
              <a:avLst/>
              <a:gdLst/>
              <a:ahLst/>
              <a:cxnLst/>
              <a:rect l="l" t="t" r="r" b="b"/>
              <a:pathLst>
                <a:path w="3485" h="703" fill="none" extrusionOk="0">
                  <a:moveTo>
                    <a:pt x="0" y="702"/>
                  </a:moveTo>
                  <a:cubicBezTo>
                    <a:pt x="1128" y="101"/>
                    <a:pt x="2381" y="1"/>
                    <a:pt x="3484" y="702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3"/>
            <p:cNvSpPr/>
            <p:nvPr/>
          </p:nvSpPr>
          <p:spPr>
            <a:xfrm>
              <a:off x="4593530" y="2048790"/>
              <a:ext cx="40791" cy="12888"/>
            </a:xfrm>
            <a:custGeom>
              <a:avLst/>
              <a:gdLst/>
              <a:ahLst/>
              <a:cxnLst/>
              <a:rect l="l" t="t" r="r" b="b"/>
              <a:pathLst>
                <a:path w="2858" h="903" fill="none" extrusionOk="0">
                  <a:moveTo>
                    <a:pt x="2857" y="75"/>
                  </a:moveTo>
                  <a:cubicBezTo>
                    <a:pt x="2231" y="902"/>
                    <a:pt x="877" y="877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3"/>
            <p:cNvSpPr/>
            <p:nvPr/>
          </p:nvSpPr>
          <p:spPr>
            <a:xfrm>
              <a:off x="4591375" y="2012295"/>
              <a:ext cx="49740" cy="10034"/>
            </a:xfrm>
            <a:custGeom>
              <a:avLst/>
              <a:gdLst/>
              <a:ahLst/>
              <a:cxnLst/>
              <a:rect l="l" t="t" r="r" b="b"/>
              <a:pathLst>
                <a:path w="3485" h="703" fill="none" extrusionOk="0">
                  <a:moveTo>
                    <a:pt x="3485" y="702"/>
                  </a:moveTo>
                  <a:cubicBezTo>
                    <a:pt x="2357" y="101"/>
                    <a:pt x="1104" y="1"/>
                    <a:pt x="1" y="702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3"/>
            <p:cNvSpPr/>
            <p:nvPr/>
          </p:nvSpPr>
          <p:spPr>
            <a:xfrm>
              <a:off x="4567412" y="2036615"/>
              <a:ext cx="19339" cy="42946"/>
            </a:xfrm>
            <a:custGeom>
              <a:avLst/>
              <a:gdLst/>
              <a:ahLst/>
              <a:cxnLst/>
              <a:rect l="l" t="t" r="r" b="b"/>
              <a:pathLst>
                <a:path w="1355" h="3009" fill="none" extrusionOk="0">
                  <a:moveTo>
                    <a:pt x="1" y="1"/>
                  </a:moveTo>
                  <a:lnTo>
                    <a:pt x="1" y="3008"/>
                  </a:lnTo>
                  <a:lnTo>
                    <a:pt x="1354" y="273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3"/>
            <p:cNvSpPr/>
            <p:nvPr/>
          </p:nvSpPr>
          <p:spPr>
            <a:xfrm>
              <a:off x="4538795" y="2093491"/>
              <a:ext cx="66553" cy="18269"/>
            </a:xfrm>
            <a:custGeom>
              <a:avLst/>
              <a:gdLst/>
              <a:ahLst/>
              <a:cxnLst/>
              <a:rect l="l" t="t" r="r" b="b"/>
              <a:pathLst>
                <a:path w="4663" h="1280" fill="none" extrusionOk="0">
                  <a:moveTo>
                    <a:pt x="1" y="1"/>
                  </a:moveTo>
                  <a:cubicBezTo>
                    <a:pt x="1" y="1"/>
                    <a:pt x="1830" y="1279"/>
                    <a:pt x="4662" y="1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4560618" y="2119610"/>
              <a:ext cx="22907" cy="14"/>
            </a:xfrm>
            <a:custGeom>
              <a:avLst/>
              <a:gdLst/>
              <a:ahLst/>
              <a:cxnLst/>
              <a:rect l="l" t="t" r="r" b="b"/>
              <a:pathLst>
                <a:path w="1605" h="1" fill="none" extrusionOk="0">
                  <a:moveTo>
                    <a:pt x="1" y="1"/>
                  </a:moveTo>
                  <a:lnTo>
                    <a:pt x="1605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4457242" y="2243024"/>
              <a:ext cx="105888" cy="99094"/>
            </a:xfrm>
            <a:custGeom>
              <a:avLst/>
              <a:gdLst/>
              <a:ahLst/>
              <a:cxnLst/>
              <a:rect l="l" t="t" r="r" b="b"/>
              <a:pathLst>
                <a:path w="7419" h="6943" extrusionOk="0">
                  <a:moveTo>
                    <a:pt x="1454" y="0"/>
                  </a:moveTo>
                  <a:lnTo>
                    <a:pt x="0" y="2682"/>
                  </a:lnTo>
                  <a:lnTo>
                    <a:pt x="5665" y="6943"/>
                  </a:lnTo>
                  <a:lnTo>
                    <a:pt x="7419" y="320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4581013" y="2243024"/>
              <a:ext cx="105888" cy="99094"/>
            </a:xfrm>
            <a:custGeom>
              <a:avLst/>
              <a:gdLst/>
              <a:ahLst/>
              <a:cxnLst/>
              <a:rect l="l" t="t" r="r" b="b"/>
              <a:pathLst>
                <a:path w="7419" h="6943" extrusionOk="0">
                  <a:moveTo>
                    <a:pt x="5965" y="0"/>
                  </a:moveTo>
                  <a:lnTo>
                    <a:pt x="0" y="3208"/>
                  </a:lnTo>
                  <a:lnTo>
                    <a:pt x="1754" y="6943"/>
                  </a:lnTo>
                  <a:lnTo>
                    <a:pt x="7419" y="2682"/>
                  </a:lnTo>
                  <a:lnTo>
                    <a:pt x="596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4553468" y="2348898"/>
              <a:ext cx="520118" cy="370514"/>
            </a:xfrm>
            <a:custGeom>
              <a:avLst/>
              <a:gdLst/>
              <a:ahLst/>
              <a:cxnLst/>
              <a:rect l="l" t="t" r="r" b="b"/>
              <a:pathLst>
                <a:path w="36442" h="25960" extrusionOk="0">
                  <a:moveTo>
                    <a:pt x="0" y="1"/>
                  </a:moveTo>
                  <a:cubicBezTo>
                    <a:pt x="0" y="1"/>
                    <a:pt x="201" y="7119"/>
                    <a:pt x="2281" y="10878"/>
                  </a:cubicBezTo>
                  <a:cubicBezTo>
                    <a:pt x="5990" y="17595"/>
                    <a:pt x="14136" y="16216"/>
                    <a:pt x="16216" y="19299"/>
                  </a:cubicBezTo>
                  <a:cubicBezTo>
                    <a:pt x="18031" y="21990"/>
                    <a:pt x="19962" y="25959"/>
                    <a:pt x="26988" y="25959"/>
                  </a:cubicBezTo>
                  <a:cubicBezTo>
                    <a:pt x="28013" y="25959"/>
                    <a:pt x="29145" y="25875"/>
                    <a:pt x="30401" y="25690"/>
                  </a:cubicBezTo>
                  <a:lnTo>
                    <a:pt x="36441" y="19775"/>
                  </a:lnTo>
                  <a:lnTo>
                    <a:pt x="30176" y="16868"/>
                  </a:lnTo>
                  <a:cubicBezTo>
                    <a:pt x="30176" y="16868"/>
                    <a:pt x="28975" y="17374"/>
                    <a:pt x="27428" y="17374"/>
                  </a:cubicBezTo>
                  <a:cubicBezTo>
                    <a:pt x="26052" y="17374"/>
                    <a:pt x="24404" y="16974"/>
                    <a:pt x="23083" y="15465"/>
                  </a:cubicBezTo>
                  <a:cubicBezTo>
                    <a:pt x="20401" y="12427"/>
                    <a:pt x="18079" y="11344"/>
                    <a:pt x="14499" y="11344"/>
                  </a:cubicBezTo>
                  <a:cubicBezTo>
                    <a:pt x="14299" y="11344"/>
                    <a:pt x="14094" y="11348"/>
                    <a:pt x="13885" y="11354"/>
                  </a:cubicBezTo>
                  <a:cubicBezTo>
                    <a:pt x="13781" y="11357"/>
                    <a:pt x="13676" y="11359"/>
                    <a:pt x="13569" y="11359"/>
                  </a:cubicBezTo>
                  <a:cubicBezTo>
                    <a:pt x="9588" y="11359"/>
                    <a:pt x="3388" y="9031"/>
                    <a:pt x="260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3330935" y="2718769"/>
              <a:ext cx="99094" cy="28631"/>
            </a:xfrm>
            <a:custGeom>
              <a:avLst/>
              <a:gdLst/>
              <a:ahLst/>
              <a:cxnLst/>
              <a:rect l="l" t="t" r="r" b="b"/>
              <a:pathLst>
                <a:path w="6943" h="2006" fill="none" extrusionOk="0">
                  <a:moveTo>
                    <a:pt x="0" y="1"/>
                  </a:moveTo>
                  <a:lnTo>
                    <a:pt x="5138" y="1855"/>
                  </a:lnTo>
                  <a:lnTo>
                    <a:pt x="6943" y="200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3329137" y="2749541"/>
              <a:ext cx="92300" cy="25405"/>
            </a:xfrm>
            <a:custGeom>
              <a:avLst/>
              <a:gdLst/>
              <a:ahLst/>
              <a:cxnLst/>
              <a:rect l="l" t="t" r="r" b="b"/>
              <a:pathLst>
                <a:path w="6467" h="1780" fill="none" extrusionOk="0">
                  <a:moveTo>
                    <a:pt x="1" y="0"/>
                  </a:moveTo>
                  <a:lnTo>
                    <a:pt x="3434" y="1504"/>
                  </a:lnTo>
                  <a:lnTo>
                    <a:pt x="6467" y="17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746;p36">
            <a:extLst>
              <a:ext uri="{FF2B5EF4-FFF2-40B4-BE49-F238E27FC236}">
                <a16:creationId xmlns:a16="http://schemas.microsoft.com/office/drawing/2014/main" id="{AB82987B-ED72-4D70-804B-C251767B9C2B}"/>
              </a:ext>
            </a:extLst>
          </p:cNvPr>
          <p:cNvSpPr/>
          <p:nvPr/>
        </p:nvSpPr>
        <p:spPr>
          <a:xfrm>
            <a:off x="3567629" y="1069963"/>
            <a:ext cx="2042610" cy="6500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0" i="0" dirty="0" err="1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Staatliches"/>
              </a:rPr>
              <a:t>masalah</a:t>
            </a:r>
            <a:endParaRPr b="0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Staatliches"/>
            </a:endParaRPr>
          </a:p>
        </p:txBody>
      </p:sp>
    </p:spTree>
    <p:extLst>
      <p:ext uri="{BB962C8B-B14F-4D97-AF65-F5344CB8AC3E}">
        <p14:creationId xmlns:p14="http://schemas.microsoft.com/office/powerpoint/2010/main" val="2870404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58"/>
          <p:cNvSpPr/>
          <p:nvPr/>
        </p:nvSpPr>
        <p:spPr>
          <a:xfrm flipH="1">
            <a:off x="4050575" y="1328064"/>
            <a:ext cx="1042800" cy="1042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p58"/>
          <p:cNvSpPr txBox="1">
            <a:spLocks noGrp="1"/>
          </p:cNvSpPr>
          <p:nvPr>
            <p:ph type="title"/>
          </p:nvPr>
        </p:nvSpPr>
        <p:spPr>
          <a:xfrm flipH="1">
            <a:off x="3059559" y="2602375"/>
            <a:ext cx="3028200" cy="53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Goals</a:t>
            </a:r>
            <a:endParaRPr dirty="0"/>
          </a:p>
        </p:txBody>
      </p:sp>
      <p:sp>
        <p:nvSpPr>
          <p:cNvPr id="2051" name="Google Shape;2051;p58"/>
          <p:cNvSpPr txBox="1">
            <a:spLocks noGrp="1"/>
          </p:cNvSpPr>
          <p:nvPr>
            <p:ph type="title" idx="2"/>
          </p:nvPr>
        </p:nvSpPr>
        <p:spPr>
          <a:xfrm flipH="1">
            <a:off x="4151150" y="1539475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02</a:t>
            </a:r>
            <a:endParaRPr sz="4000" b="1" dirty="0"/>
          </a:p>
        </p:txBody>
      </p:sp>
      <p:sp>
        <p:nvSpPr>
          <p:cNvPr id="2052" name="Google Shape;2052;p58"/>
          <p:cNvSpPr txBox="1">
            <a:spLocks noGrp="1"/>
          </p:cNvSpPr>
          <p:nvPr>
            <p:ph type="subTitle" idx="1"/>
          </p:nvPr>
        </p:nvSpPr>
        <p:spPr>
          <a:xfrm flipH="1">
            <a:off x="2529925" y="3195625"/>
            <a:ext cx="40839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2053" name="Google Shape;2053;p58"/>
          <p:cNvGrpSpPr/>
          <p:nvPr/>
        </p:nvGrpSpPr>
        <p:grpSpPr>
          <a:xfrm>
            <a:off x="497737" y="1633400"/>
            <a:ext cx="1350570" cy="2970700"/>
            <a:chOff x="378425" y="1633400"/>
            <a:chExt cx="1350570" cy="2970700"/>
          </a:xfrm>
        </p:grpSpPr>
        <p:sp>
          <p:nvSpPr>
            <p:cNvPr id="2054" name="Google Shape;2054;p58"/>
            <p:cNvSpPr/>
            <p:nvPr/>
          </p:nvSpPr>
          <p:spPr>
            <a:xfrm>
              <a:off x="865374" y="4306762"/>
              <a:ext cx="182743" cy="103303"/>
            </a:xfrm>
            <a:custGeom>
              <a:avLst/>
              <a:gdLst/>
              <a:ahLst/>
              <a:cxnLst/>
              <a:rect l="l" t="t" r="r" b="b"/>
              <a:pathLst>
                <a:path w="3676" h="2078" extrusionOk="0">
                  <a:moveTo>
                    <a:pt x="1" y="1"/>
                  </a:moveTo>
                  <a:lnTo>
                    <a:pt x="1" y="2078"/>
                  </a:lnTo>
                  <a:lnTo>
                    <a:pt x="3539" y="1986"/>
                  </a:lnTo>
                  <a:lnTo>
                    <a:pt x="3676" y="1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58"/>
            <p:cNvSpPr/>
            <p:nvPr/>
          </p:nvSpPr>
          <p:spPr>
            <a:xfrm>
              <a:off x="857470" y="4397540"/>
              <a:ext cx="398297" cy="198651"/>
            </a:xfrm>
            <a:custGeom>
              <a:avLst/>
              <a:gdLst/>
              <a:ahLst/>
              <a:cxnLst/>
              <a:rect l="l" t="t" r="r" b="b"/>
              <a:pathLst>
                <a:path w="8012" h="3996" extrusionOk="0">
                  <a:moveTo>
                    <a:pt x="4040" y="1"/>
                  </a:moveTo>
                  <a:lnTo>
                    <a:pt x="46" y="115"/>
                  </a:lnTo>
                  <a:lnTo>
                    <a:pt x="23" y="3493"/>
                  </a:lnTo>
                  <a:cubicBezTo>
                    <a:pt x="0" y="3676"/>
                    <a:pt x="160" y="3835"/>
                    <a:pt x="343" y="3858"/>
                  </a:cubicBezTo>
                  <a:lnTo>
                    <a:pt x="7578" y="3995"/>
                  </a:lnTo>
                  <a:cubicBezTo>
                    <a:pt x="7875" y="3995"/>
                    <a:pt x="8012" y="3653"/>
                    <a:pt x="7784" y="3447"/>
                  </a:cubicBezTo>
                  <a:lnTo>
                    <a:pt x="4588" y="526"/>
                  </a:lnTo>
                  <a:lnTo>
                    <a:pt x="404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58"/>
            <p:cNvSpPr/>
            <p:nvPr/>
          </p:nvSpPr>
          <p:spPr>
            <a:xfrm>
              <a:off x="857470" y="4556425"/>
              <a:ext cx="398297" cy="39770"/>
            </a:xfrm>
            <a:custGeom>
              <a:avLst/>
              <a:gdLst/>
              <a:ahLst/>
              <a:cxnLst/>
              <a:rect l="l" t="t" r="r" b="b"/>
              <a:pathLst>
                <a:path w="8012" h="800" extrusionOk="0">
                  <a:moveTo>
                    <a:pt x="23" y="0"/>
                  </a:moveTo>
                  <a:lnTo>
                    <a:pt x="23" y="297"/>
                  </a:lnTo>
                  <a:cubicBezTo>
                    <a:pt x="0" y="480"/>
                    <a:pt x="160" y="639"/>
                    <a:pt x="343" y="662"/>
                  </a:cubicBezTo>
                  <a:lnTo>
                    <a:pt x="7578" y="799"/>
                  </a:lnTo>
                  <a:cubicBezTo>
                    <a:pt x="7875" y="799"/>
                    <a:pt x="8012" y="457"/>
                    <a:pt x="7784" y="251"/>
                  </a:cubicBezTo>
                  <a:lnTo>
                    <a:pt x="7692" y="160"/>
                  </a:lnTo>
                  <a:cubicBezTo>
                    <a:pt x="7624" y="206"/>
                    <a:pt x="7555" y="229"/>
                    <a:pt x="7464" y="229"/>
                  </a:cubicBezTo>
                  <a:lnTo>
                    <a:pt x="251" y="92"/>
                  </a:lnTo>
                  <a:cubicBezTo>
                    <a:pt x="160" y="92"/>
                    <a:pt x="69" y="46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58"/>
            <p:cNvSpPr/>
            <p:nvPr/>
          </p:nvSpPr>
          <p:spPr>
            <a:xfrm>
              <a:off x="855183" y="4557569"/>
              <a:ext cx="341575" cy="12528"/>
            </a:xfrm>
            <a:custGeom>
              <a:avLst/>
              <a:gdLst/>
              <a:ahLst/>
              <a:cxnLst/>
              <a:rect l="l" t="t" r="r" b="b"/>
              <a:pathLst>
                <a:path w="6871" h="252" extrusionOk="0">
                  <a:moveTo>
                    <a:pt x="69" y="0"/>
                  </a:moveTo>
                  <a:cubicBezTo>
                    <a:pt x="23" y="0"/>
                    <a:pt x="1" y="23"/>
                    <a:pt x="1" y="69"/>
                  </a:cubicBezTo>
                  <a:cubicBezTo>
                    <a:pt x="1" y="114"/>
                    <a:pt x="23" y="137"/>
                    <a:pt x="69" y="160"/>
                  </a:cubicBezTo>
                  <a:lnTo>
                    <a:pt x="6802" y="251"/>
                  </a:lnTo>
                  <a:cubicBezTo>
                    <a:pt x="6825" y="251"/>
                    <a:pt x="6871" y="228"/>
                    <a:pt x="6871" y="183"/>
                  </a:cubicBezTo>
                  <a:cubicBezTo>
                    <a:pt x="6871" y="137"/>
                    <a:pt x="6825" y="91"/>
                    <a:pt x="6802" y="91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58"/>
            <p:cNvSpPr/>
            <p:nvPr/>
          </p:nvSpPr>
          <p:spPr>
            <a:xfrm>
              <a:off x="900572" y="4446607"/>
              <a:ext cx="69250" cy="66714"/>
            </a:xfrm>
            <a:custGeom>
              <a:avLst/>
              <a:gdLst/>
              <a:ahLst/>
              <a:cxnLst/>
              <a:rect l="l" t="t" r="r" b="b"/>
              <a:pathLst>
                <a:path w="1393" h="1342" extrusionOk="0">
                  <a:moveTo>
                    <a:pt x="799" y="155"/>
                  </a:moveTo>
                  <a:cubicBezTo>
                    <a:pt x="936" y="201"/>
                    <a:pt x="1051" y="269"/>
                    <a:pt x="1119" y="383"/>
                  </a:cubicBezTo>
                  <a:cubicBezTo>
                    <a:pt x="1210" y="497"/>
                    <a:pt x="1233" y="634"/>
                    <a:pt x="1210" y="771"/>
                  </a:cubicBezTo>
                  <a:cubicBezTo>
                    <a:pt x="1187" y="908"/>
                    <a:pt x="1096" y="1022"/>
                    <a:pt x="982" y="1114"/>
                  </a:cubicBezTo>
                  <a:cubicBezTo>
                    <a:pt x="896" y="1165"/>
                    <a:pt x="798" y="1191"/>
                    <a:pt x="696" y="1191"/>
                  </a:cubicBezTo>
                  <a:cubicBezTo>
                    <a:pt x="662" y="1191"/>
                    <a:pt x="628" y="1188"/>
                    <a:pt x="594" y="1182"/>
                  </a:cubicBezTo>
                  <a:cubicBezTo>
                    <a:pt x="320" y="1136"/>
                    <a:pt x="137" y="863"/>
                    <a:pt x="183" y="566"/>
                  </a:cubicBezTo>
                  <a:cubicBezTo>
                    <a:pt x="206" y="429"/>
                    <a:pt x="297" y="315"/>
                    <a:pt x="411" y="246"/>
                  </a:cubicBezTo>
                  <a:cubicBezTo>
                    <a:pt x="480" y="178"/>
                    <a:pt x="594" y="155"/>
                    <a:pt x="685" y="155"/>
                  </a:cubicBezTo>
                  <a:close/>
                  <a:moveTo>
                    <a:pt x="676" y="0"/>
                  </a:moveTo>
                  <a:cubicBezTo>
                    <a:pt x="545" y="0"/>
                    <a:pt x="420" y="42"/>
                    <a:pt x="320" y="109"/>
                  </a:cubicBezTo>
                  <a:cubicBezTo>
                    <a:pt x="160" y="223"/>
                    <a:pt x="69" y="360"/>
                    <a:pt x="23" y="543"/>
                  </a:cubicBezTo>
                  <a:cubicBezTo>
                    <a:pt x="1" y="726"/>
                    <a:pt x="23" y="908"/>
                    <a:pt x="137" y="1045"/>
                  </a:cubicBezTo>
                  <a:cubicBezTo>
                    <a:pt x="229" y="1205"/>
                    <a:pt x="389" y="1296"/>
                    <a:pt x="571" y="1342"/>
                  </a:cubicBezTo>
                  <a:lnTo>
                    <a:pt x="685" y="1342"/>
                  </a:lnTo>
                  <a:cubicBezTo>
                    <a:pt x="822" y="1342"/>
                    <a:pt x="959" y="1319"/>
                    <a:pt x="1073" y="1228"/>
                  </a:cubicBezTo>
                  <a:cubicBezTo>
                    <a:pt x="1210" y="1136"/>
                    <a:pt x="1324" y="977"/>
                    <a:pt x="1347" y="817"/>
                  </a:cubicBezTo>
                  <a:cubicBezTo>
                    <a:pt x="1393" y="634"/>
                    <a:pt x="1347" y="452"/>
                    <a:pt x="1256" y="292"/>
                  </a:cubicBezTo>
                  <a:cubicBezTo>
                    <a:pt x="1142" y="155"/>
                    <a:pt x="1005" y="41"/>
                    <a:pt x="822" y="18"/>
                  </a:cubicBezTo>
                  <a:cubicBezTo>
                    <a:pt x="773" y="6"/>
                    <a:pt x="724" y="0"/>
                    <a:pt x="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58"/>
            <p:cNvSpPr/>
            <p:nvPr/>
          </p:nvSpPr>
          <p:spPr>
            <a:xfrm>
              <a:off x="1051504" y="4419414"/>
              <a:ext cx="38627" cy="40615"/>
            </a:xfrm>
            <a:custGeom>
              <a:avLst/>
              <a:gdLst/>
              <a:ahLst/>
              <a:cxnLst/>
              <a:rect l="l" t="t" r="r" b="b"/>
              <a:pathLst>
                <a:path w="777" h="817" extrusionOk="0">
                  <a:moveTo>
                    <a:pt x="685" y="0"/>
                  </a:moveTo>
                  <a:cubicBezTo>
                    <a:pt x="668" y="0"/>
                    <a:pt x="651" y="6"/>
                    <a:pt x="639" y="17"/>
                  </a:cubicBezTo>
                  <a:lnTo>
                    <a:pt x="23" y="679"/>
                  </a:lnTo>
                  <a:cubicBezTo>
                    <a:pt x="0" y="702"/>
                    <a:pt x="0" y="770"/>
                    <a:pt x="23" y="793"/>
                  </a:cubicBezTo>
                  <a:cubicBezTo>
                    <a:pt x="46" y="793"/>
                    <a:pt x="46" y="816"/>
                    <a:pt x="69" y="816"/>
                  </a:cubicBezTo>
                  <a:cubicBezTo>
                    <a:pt x="92" y="816"/>
                    <a:pt x="114" y="793"/>
                    <a:pt x="137" y="793"/>
                  </a:cubicBezTo>
                  <a:lnTo>
                    <a:pt x="731" y="131"/>
                  </a:lnTo>
                  <a:cubicBezTo>
                    <a:pt x="776" y="109"/>
                    <a:pt x="776" y="40"/>
                    <a:pt x="731" y="17"/>
                  </a:cubicBezTo>
                  <a:cubicBezTo>
                    <a:pt x="719" y="6"/>
                    <a:pt x="702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58"/>
            <p:cNvSpPr/>
            <p:nvPr/>
          </p:nvSpPr>
          <p:spPr>
            <a:xfrm>
              <a:off x="1075317" y="4443227"/>
              <a:ext cx="38627" cy="39472"/>
            </a:xfrm>
            <a:custGeom>
              <a:avLst/>
              <a:gdLst/>
              <a:ahLst/>
              <a:cxnLst/>
              <a:rect l="l" t="t" r="r" b="b"/>
              <a:pathLst>
                <a:path w="777" h="794" extrusionOk="0">
                  <a:moveTo>
                    <a:pt x="697" y="0"/>
                  </a:moveTo>
                  <a:cubicBezTo>
                    <a:pt x="674" y="0"/>
                    <a:pt x="651" y="6"/>
                    <a:pt x="640" y="18"/>
                  </a:cubicBezTo>
                  <a:lnTo>
                    <a:pt x="23" y="679"/>
                  </a:lnTo>
                  <a:cubicBezTo>
                    <a:pt x="1" y="702"/>
                    <a:pt x="1" y="748"/>
                    <a:pt x="46" y="771"/>
                  </a:cubicBezTo>
                  <a:cubicBezTo>
                    <a:pt x="46" y="794"/>
                    <a:pt x="69" y="794"/>
                    <a:pt x="92" y="794"/>
                  </a:cubicBezTo>
                  <a:cubicBezTo>
                    <a:pt x="115" y="794"/>
                    <a:pt x="138" y="794"/>
                    <a:pt x="138" y="771"/>
                  </a:cubicBezTo>
                  <a:lnTo>
                    <a:pt x="754" y="132"/>
                  </a:lnTo>
                  <a:cubicBezTo>
                    <a:pt x="777" y="86"/>
                    <a:pt x="777" y="40"/>
                    <a:pt x="754" y="18"/>
                  </a:cubicBezTo>
                  <a:cubicBezTo>
                    <a:pt x="742" y="6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58"/>
            <p:cNvSpPr/>
            <p:nvPr/>
          </p:nvSpPr>
          <p:spPr>
            <a:xfrm>
              <a:off x="1098036" y="4465896"/>
              <a:ext cx="39770" cy="40615"/>
            </a:xfrm>
            <a:custGeom>
              <a:avLst/>
              <a:gdLst/>
              <a:ahLst/>
              <a:cxnLst/>
              <a:rect l="l" t="t" r="r" b="b"/>
              <a:pathLst>
                <a:path w="800" h="817" extrusionOk="0">
                  <a:moveTo>
                    <a:pt x="705" y="1"/>
                  </a:moveTo>
                  <a:cubicBezTo>
                    <a:pt x="685" y="1"/>
                    <a:pt x="662" y="7"/>
                    <a:pt x="639" y="18"/>
                  </a:cubicBezTo>
                  <a:lnTo>
                    <a:pt x="46" y="680"/>
                  </a:lnTo>
                  <a:cubicBezTo>
                    <a:pt x="0" y="703"/>
                    <a:pt x="23" y="771"/>
                    <a:pt x="46" y="794"/>
                  </a:cubicBezTo>
                  <a:cubicBezTo>
                    <a:pt x="69" y="794"/>
                    <a:pt x="69" y="817"/>
                    <a:pt x="91" y="817"/>
                  </a:cubicBezTo>
                  <a:cubicBezTo>
                    <a:pt x="114" y="817"/>
                    <a:pt x="137" y="794"/>
                    <a:pt x="160" y="794"/>
                  </a:cubicBezTo>
                  <a:lnTo>
                    <a:pt x="753" y="132"/>
                  </a:lnTo>
                  <a:cubicBezTo>
                    <a:pt x="799" y="87"/>
                    <a:pt x="799" y="41"/>
                    <a:pt x="753" y="18"/>
                  </a:cubicBezTo>
                  <a:cubicBezTo>
                    <a:pt x="742" y="7"/>
                    <a:pt x="725" y="1"/>
                    <a:pt x="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58"/>
            <p:cNvSpPr/>
            <p:nvPr/>
          </p:nvSpPr>
          <p:spPr>
            <a:xfrm>
              <a:off x="1026547" y="4343799"/>
              <a:ext cx="43150" cy="75364"/>
            </a:xfrm>
            <a:custGeom>
              <a:avLst/>
              <a:gdLst/>
              <a:ahLst/>
              <a:cxnLst/>
              <a:rect l="l" t="t" r="r" b="b"/>
              <a:pathLst>
                <a:path w="868" h="1516" extrusionOk="0">
                  <a:moveTo>
                    <a:pt x="365" y="146"/>
                  </a:moveTo>
                  <a:cubicBezTo>
                    <a:pt x="434" y="146"/>
                    <a:pt x="502" y="146"/>
                    <a:pt x="548" y="192"/>
                  </a:cubicBezTo>
                  <a:cubicBezTo>
                    <a:pt x="594" y="237"/>
                    <a:pt x="639" y="283"/>
                    <a:pt x="639" y="351"/>
                  </a:cubicBezTo>
                  <a:cubicBezTo>
                    <a:pt x="685" y="534"/>
                    <a:pt x="662" y="1150"/>
                    <a:pt x="594" y="1333"/>
                  </a:cubicBezTo>
                  <a:cubicBezTo>
                    <a:pt x="479" y="1150"/>
                    <a:pt x="206" y="557"/>
                    <a:pt x="183" y="420"/>
                  </a:cubicBezTo>
                  <a:cubicBezTo>
                    <a:pt x="160" y="306"/>
                    <a:pt x="251" y="169"/>
                    <a:pt x="365" y="146"/>
                  </a:cubicBezTo>
                  <a:close/>
                  <a:moveTo>
                    <a:pt x="424" y="0"/>
                  </a:moveTo>
                  <a:cubicBezTo>
                    <a:pt x="398" y="0"/>
                    <a:pt x="371" y="3"/>
                    <a:pt x="343" y="9"/>
                  </a:cubicBezTo>
                  <a:cubicBezTo>
                    <a:pt x="137" y="32"/>
                    <a:pt x="0" y="237"/>
                    <a:pt x="46" y="443"/>
                  </a:cubicBezTo>
                  <a:cubicBezTo>
                    <a:pt x="69" y="580"/>
                    <a:pt x="411" y="1424"/>
                    <a:pt x="548" y="1493"/>
                  </a:cubicBezTo>
                  <a:cubicBezTo>
                    <a:pt x="571" y="1515"/>
                    <a:pt x="594" y="1515"/>
                    <a:pt x="594" y="1515"/>
                  </a:cubicBezTo>
                  <a:cubicBezTo>
                    <a:pt x="616" y="1515"/>
                    <a:pt x="639" y="1515"/>
                    <a:pt x="639" y="1493"/>
                  </a:cubicBezTo>
                  <a:cubicBezTo>
                    <a:pt x="868" y="1378"/>
                    <a:pt x="799" y="374"/>
                    <a:pt x="799" y="306"/>
                  </a:cubicBezTo>
                  <a:cubicBezTo>
                    <a:pt x="776" y="214"/>
                    <a:pt x="731" y="123"/>
                    <a:pt x="639" y="77"/>
                  </a:cubicBezTo>
                  <a:cubicBezTo>
                    <a:pt x="571" y="26"/>
                    <a:pt x="502" y="0"/>
                    <a:pt x="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58"/>
            <p:cNvSpPr/>
            <p:nvPr/>
          </p:nvSpPr>
          <p:spPr>
            <a:xfrm>
              <a:off x="1052647" y="4370595"/>
              <a:ext cx="68106" cy="48569"/>
            </a:xfrm>
            <a:custGeom>
              <a:avLst/>
              <a:gdLst/>
              <a:ahLst/>
              <a:cxnLst/>
              <a:rect l="l" t="t" r="r" b="b"/>
              <a:pathLst>
                <a:path w="1370" h="977" extrusionOk="0">
                  <a:moveTo>
                    <a:pt x="959" y="155"/>
                  </a:moveTo>
                  <a:cubicBezTo>
                    <a:pt x="1050" y="155"/>
                    <a:pt x="1119" y="200"/>
                    <a:pt x="1164" y="269"/>
                  </a:cubicBezTo>
                  <a:cubicBezTo>
                    <a:pt x="1210" y="314"/>
                    <a:pt x="1210" y="383"/>
                    <a:pt x="1187" y="451"/>
                  </a:cubicBezTo>
                  <a:cubicBezTo>
                    <a:pt x="1187" y="497"/>
                    <a:pt x="1141" y="566"/>
                    <a:pt x="1096" y="588"/>
                  </a:cubicBezTo>
                  <a:cubicBezTo>
                    <a:pt x="959" y="657"/>
                    <a:pt x="365" y="817"/>
                    <a:pt x="183" y="817"/>
                  </a:cubicBezTo>
                  <a:cubicBezTo>
                    <a:pt x="251" y="680"/>
                    <a:pt x="685" y="292"/>
                    <a:pt x="845" y="178"/>
                  </a:cubicBezTo>
                  <a:cubicBezTo>
                    <a:pt x="890" y="155"/>
                    <a:pt x="936" y="155"/>
                    <a:pt x="959" y="155"/>
                  </a:cubicBezTo>
                  <a:close/>
                  <a:moveTo>
                    <a:pt x="948" y="0"/>
                  </a:moveTo>
                  <a:cubicBezTo>
                    <a:pt x="889" y="0"/>
                    <a:pt x="831" y="13"/>
                    <a:pt x="776" y="41"/>
                  </a:cubicBezTo>
                  <a:cubicBezTo>
                    <a:pt x="639" y="132"/>
                    <a:pt x="91" y="566"/>
                    <a:pt x="23" y="817"/>
                  </a:cubicBezTo>
                  <a:cubicBezTo>
                    <a:pt x="0" y="862"/>
                    <a:pt x="23" y="908"/>
                    <a:pt x="46" y="931"/>
                  </a:cubicBezTo>
                  <a:cubicBezTo>
                    <a:pt x="46" y="954"/>
                    <a:pt x="114" y="976"/>
                    <a:pt x="183" y="976"/>
                  </a:cubicBezTo>
                  <a:cubicBezTo>
                    <a:pt x="479" y="976"/>
                    <a:pt x="1096" y="748"/>
                    <a:pt x="1164" y="725"/>
                  </a:cubicBezTo>
                  <a:cubicBezTo>
                    <a:pt x="1256" y="657"/>
                    <a:pt x="1324" y="588"/>
                    <a:pt x="1347" y="474"/>
                  </a:cubicBezTo>
                  <a:cubicBezTo>
                    <a:pt x="1370" y="383"/>
                    <a:pt x="1347" y="292"/>
                    <a:pt x="1301" y="200"/>
                  </a:cubicBezTo>
                  <a:cubicBezTo>
                    <a:pt x="1221" y="72"/>
                    <a:pt x="1085" y="0"/>
                    <a:pt x="9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58"/>
            <p:cNvSpPr/>
            <p:nvPr/>
          </p:nvSpPr>
          <p:spPr>
            <a:xfrm>
              <a:off x="605519" y="4306762"/>
              <a:ext cx="182743" cy="103303"/>
            </a:xfrm>
            <a:custGeom>
              <a:avLst/>
              <a:gdLst/>
              <a:ahLst/>
              <a:cxnLst/>
              <a:rect l="l" t="t" r="r" b="b"/>
              <a:pathLst>
                <a:path w="3676" h="2078" extrusionOk="0">
                  <a:moveTo>
                    <a:pt x="1" y="1"/>
                  </a:moveTo>
                  <a:lnTo>
                    <a:pt x="1" y="2078"/>
                  </a:lnTo>
                  <a:lnTo>
                    <a:pt x="3562" y="1986"/>
                  </a:lnTo>
                  <a:lnTo>
                    <a:pt x="3676" y="1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58"/>
            <p:cNvSpPr/>
            <p:nvPr/>
          </p:nvSpPr>
          <p:spPr>
            <a:xfrm>
              <a:off x="591947" y="4405494"/>
              <a:ext cx="398297" cy="198601"/>
            </a:xfrm>
            <a:custGeom>
              <a:avLst/>
              <a:gdLst/>
              <a:ahLst/>
              <a:cxnLst/>
              <a:rect l="l" t="t" r="r" b="b"/>
              <a:pathLst>
                <a:path w="8012" h="3995" extrusionOk="0">
                  <a:moveTo>
                    <a:pt x="4040" y="0"/>
                  </a:moveTo>
                  <a:lnTo>
                    <a:pt x="46" y="92"/>
                  </a:lnTo>
                  <a:lnTo>
                    <a:pt x="23" y="3493"/>
                  </a:lnTo>
                  <a:cubicBezTo>
                    <a:pt x="0" y="3675"/>
                    <a:pt x="160" y="3835"/>
                    <a:pt x="342" y="3835"/>
                  </a:cubicBezTo>
                  <a:lnTo>
                    <a:pt x="7578" y="3995"/>
                  </a:lnTo>
                  <a:cubicBezTo>
                    <a:pt x="7875" y="3995"/>
                    <a:pt x="8012" y="3653"/>
                    <a:pt x="7806" y="3447"/>
                  </a:cubicBezTo>
                  <a:lnTo>
                    <a:pt x="4588" y="503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58"/>
            <p:cNvSpPr/>
            <p:nvPr/>
          </p:nvSpPr>
          <p:spPr>
            <a:xfrm>
              <a:off x="591947" y="4563236"/>
              <a:ext cx="398297" cy="40864"/>
            </a:xfrm>
            <a:custGeom>
              <a:avLst/>
              <a:gdLst/>
              <a:ahLst/>
              <a:cxnLst/>
              <a:rect l="l" t="t" r="r" b="b"/>
              <a:pathLst>
                <a:path w="8012" h="822" extrusionOk="0">
                  <a:moveTo>
                    <a:pt x="23" y="0"/>
                  </a:moveTo>
                  <a:lnTo>
                    <a:pt x="23" y="320"/>
                  </a:lnTo>
                  <a:cubicBezTo>
                    <a:pt x="0" y="502"/>
                    <a:pt x="160" y="662"/>
                    <a:pt x="342" y="662"/>
                  </a:cubicBezTo>
                  <a:lnTo>
                    <a:pt x="7578" y="822"/>
                  </a:lnTo>
                  <a:cubicBezTo>
                    <a:pt x="7875" y="822"/>
                    <a:pt x="8012" y="480"/>
                    <a:pt x="7806" y="274"/>
                  </a:cubicBezTo>
                  <a:lnTo>
                    <a:pt x="7692" y="183"/>
                  </a:lnTo>
                  <a:cubicBezTo>
                    <a:pt x="7624" y="228"/>
                    <a:pt x="7555" y="251"/>
                    <a:pt x="7464" y="251"/>
                  </a:cubicBezTo>
                  <a:lnTo>
                    <a:pt x="251" y="114"/>
                  </a:lnTo>
                  <a:cubicBezTo>
                    <a:pt x="160" y="114"/>
                    <a:pt x="69" y="69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58"/>
            <p:cNvSpPr/>
            <p:nvPr/>
          </p:nvSpPr>
          <p:spPr>
            <a:xfrm>
              <a:off x="589660" y="4565175"/>
              <a:ext cx="341575" cy="12826"/>
            </a:xfrm>
            <a:custGeom>
              <a:avLst/>
              <a:gdLst/>
              <a:ahLst/>
              <a:cxnLst/>
              <a:rect l="l" t="t" r="r" b="b"/>
              <a:pathLst>
                <a:path w="6871" h="258" extrusionOk="0">
                  <a:moveTo>
                    <a:pt x="46" y="1"/>
                  </a:moveTo>
                  <a:cubicBezTo>
                    <a:pt x="16" y="1"/>
                    <a:pt x="0" y="38"/>
                    <a:pt x="0" y="75"/>
                  </a:cubicBezTo>
                  <a:cubicBezTo>
                    <a:pt x="0" y="121"/>
                    <a:pt x="23" y="144"/>
                    <a:pt x="69" y="144"/>
                  </a:cubicBezTo>
                  <a:lnTo>
                    <a:pt x="6802" y="258"/>
                  </a:lnTo>
                  <a:cubicBezTo>
                    <a:pt x="6825" y="258"/>
                    <a:pt x="6871" y="212"/>
                    <a:pt x="6871" y="189"/>
                  </a:cubicBezTo>
                  <a:cubicBezTo>
                    <a:pt x="6871" y="144"/>
                    <a:pt x="6825" y="98"/>
                    <a:pt x="6802" y="98"/>
                  </a:cubicBezTo>
                  <a:lnTo>
                    <a:pt x="69" y="7"/>
                  </a:lnTo>
                  <a:cubicBezTo>
                    <a:pt x="61" y="3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58"/>
            <p:cNvSpPr/>
            <p:nvPr/>
          </p:nvSpPr>
          <p:spPr>
            <a:xfrm>
              <a:off x="635049" y="4454810"/>
              <a:ext cx="70393" cy="66466"/>
            </a:xfrm>
            <a:custGeom>
              <a:avLst/>
              <a:gdLst/>
              <a:ahLst/>
              <a:cxnLst/>
              <a:rect l="l" t="t" r="r" b="b"/>
              <a:pathLst>
                <a:path w="1416" h="1337" extrusionOk="0">
                  <a:moveTo>
                    <a:pt x="799" y="150"/>
                  </a:moveTo>
                  <a:cubicBezTo>
                    <a:pt x="1073" y="218"/>
                    <a:pt x="1256" y="492"/>
                    <a:pt x="1210" y="766"/>
                  </a:cubicBezTo>
                  <a:cubicBezTo>
                    <a:pt x="1187" y="903"/>
                    <a:pt x="1096" y="1017"/>
                    <a:pt x="982" y="1108"/>
                  </a:cubicBezTo>
                  <a:cubicBezTo>
                    <a:pt x="896" y="1160"/>
                    <a:pt x="798" y="1185"/>
                    <a:pt x="696" y="1185"/>
                  </a:cubicBezTo>
                  <a:cubicBezTo>
                    <a:pt x="662" y="1185"/>
                    <a:pt x="628" y="1183"/>
                    <a:pt x="594" y="1177"/>
                  </a:cubicBezTo>
                  <a:cubicBezTo>
                    <a:pt x="457" y="1154"/>
                    <a:pt x="343" y="1063"/>
                    <a:pt x="251" y="949"/>
                  </a:cubicBezTo>
                  <a:cubicBezTo>
                    <a:pt x="183" y="835"/>
                    <a:pt x="160" y="698"/>
                    <a:pt x="183" y="561"/>
                  </a:cubicBezTo>
                  <a:cubicBezTo>
                    <a:pt x="229" y="310"/>
                    <a:pt x="457" y="150"/>
                    <a:pt x="685" y="150"/>
                  </a:cubicBezTo>
                  <a:close/>
                  <a:moveTo>
                    <a:pt x="693" y="1"/>
                  </a:moveTo>
                  <a:cubicBezTo>
                    <a:pt x="379" y="1"/>
                    <a:pt x="104" y="216"/>
                    <a:pt x="23" y="538"/>
                  </a:cubicBezTo>
                  <a:cubicBezTo>
                    <a:pt x="0" y="720"/>
                    <a:pt x="46" y="903"/>
                    <a:pt x="137" y="1040"/>
                  </a:cubicBezTo>
                  <a:cubicBezTo>
                    <a:pt x="229" y="1200"/>
                    <a:pt x="388" y="1291"/>
                    <a:pt x="571" y="1337"/>
                  </a:cubicBezTo>
                  <a:lnTo>
                    <a:pt x="685" y="1337"/>
                  </a:lnTo>
                  <a:cubicBezTo>
                    <a:pt x="822" y="1337"/>
                    <a:pt x="959" y="1291"/>
                    <a:pt x="1073" y="1223"/>
                  </a:cubicBezTo>
                  <a:cubicBezTo>
                    <a:pt x="1210" y="1131"/>
                    <a:pt x="1324" y="971"/>
                    <a:pt x="1347" y="789"/>
                  </a:cubicBezTo>
                  <a:cubicBezTo>
                    <a:pt x="1416" y="424"/>
                    <a:pt x="1187" y="81"/>
                    <a:pt x="822" y="13"/>
                  </a:cubicBezTo>
                  <a:cubicBezTo>
                    <a:pt x="779" y="5"/>
                    <a:pt x="735" y="1"/>
                    <a:pt x="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58"/>
            <p:cNvSpPr/>
            <p:nvPr/>
          </p:nvSpPr>
          <p:spPr>
            <a:xfrm>
              <a:off x="785981" y="4427318"/>
              <a:ext cx="38627" cy="39521"/>
            </a:xfrm>
            <a:custGeom>
              <a:avLst/>
              <a:gdLst/>
              <a:ahLst/>
              <a:cxnLst/>
              <a:rect l="l" t="t" r="r" b="b"/>
              <a:pathLst>
                <a:path w="777" h="795" extrusionOk="0">
                  <a:moveTo>
                    <a:pt x="685" y="1"/>
                  </a:moveTo>
                  <a:cubicBezTo>
                    <a:pt x="668" y="1"/>
                    <a:pt x="651" y="7"/>
                    <a:pt x="639" y="18"/>
                  </a:cubicBezTo>
                  <a:lnTo>
                    <a:pt x="23" y="680"/>
                  </a:lnTo>
                  <a:cubicBezTo>
                    <a:pt x="0" y="703"/>
                    <a:pt x="0" y="748"/>
                    <a:pt x="23" y="794"/>
                  </a:cubicBezTo>
                  <a:lnTo>
                    <a:pt x="69" y="794"/>
                  </a:lnTo>
                  <a:cubicBezTo>
                    <a:pt x="91" y="794"/>
                    <a:pt x="114" y="794"/>
                    <a:pt x="137" y="771"/>
                  </a:cubicBezTo>
                  <a:lnTo>
                    <a:pt x="731" y="132"/>
                  </a:lnTo>
                  <a:cubicBezTo>
                    <a:pt x="776" y="86"/>
                    <a:pt x="776" y="41"/>
                    <a:pt x="731" y="18"/>
                  </a:cubicBezTo>
                  <a:cubicBezTo>
                    <a:pt x="719" y="7"/>
                    <a:pt x="702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58"/>
            <p:cNvSpPr/>
            <p:nvPr/>
          </p:nvSpPr>
          <p:spPr>
            <a:xfrm>
              <a:off x="809794" y="4450336"/>
              <a:ext cx="38627" cy="40317"/>
            </a:xfrm>
            <a:custGeom>
              <a:avLst/>
              <a:gdLst/>
              <a:ahLst/>
              <a:cxnLst/>
              <a:rect l="l" t="t" r="r" b="b"/>
              <a:pathLst>
                <a:path w="777" h="811" extrusionOk="0">
                  <a:moveTo>
                    <a:pt x="697" y="0"/>
                  </a:moveTo>
                  <a:cubicBezTo>
                    <a:pt x="674" y="0"/>
                    <a:pt x="651" y="12"/>
                    <a:pt x="640" y="34"/>
                  </a:cubicBezTo>
                  <a:lnTo>
                    <a:pt x="23" y="696"/>
                  </a:lnTo>
                  <a:cubicBezTo>
                    <a:pt x="1" y="719"/>
                    <a:pt x="1" y="765"/>
                    <a:pt x="46" y="788"/>
                  </a:cubicBezTo>
                  <a:cubicBezTo>
                    <a:pt x="46" y="810"/>
                    <a:pt x="69" y="810"/>
                    <a:pt x="92" y="810"/>
                  </a:cubicBezTo>
                  <a:cubicBezTo>
                    <a:pt x="115" y="810"/>
                    <a:pt x="137" y="810"/>
                    <a:pt x="137" y="788"/>
                  </a:cubicBezTo>
                  <a:lnTo>
                    <a:pt x="754" y="126"/>
                  </a:lnTo>
                  <a:cubicBezTo>
                    <a:pt x="777" y="103"/>
                    <a:pt x="777" y="57"/>
                    <a:pt x="754" y="34"/>
                  </a:cubicBezTo>
                  <a:cubicBezTo>
                    <a:pt x="742" y="12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58"/>
            <p:cNvSpPr/>
            <p:nvPr/>
          </p:nvSpPr>
          <p:spPr>
            <a:xfrm>
              <a:off x="833607" y="4473851"/>
              <a:ext cx="38627" cy="39472"/>
            </a:xfrm>
            <a:custGeom>
              <a:avLst/>
              <a:gdLst/>
              <a:ahLst/>
              <a:cxnLst/>
              <a:rect l="l" t="t" r="r" b="b"/>
              <a:pathLst>
                <a:path w="777" h="794" extrusionOk="0">
                  <a:moveTo>
                    <a:pt x="683" y="1"/>
                  </a:moveTo>
                  <a:cubicBezTo>
                    <a:pt x="663" y="1"/>
                    <a:pt x="640" y="6"/>
                    <a:pt x="617" y="18"/>
                  </a:cubicBezTo>
                  <a:lnTo>
                    <a:pt x="24" y="680"/>
                  </a:lnTo>
                  <a:cubicBezTo>
                    <a:pt x="1" y="703"/>
                    <a:pt x="1" y="748"/>
                    <a:pt x="24" y="794"/>
                  </a:cubicBezTo>
                  <a:lnTo>
                    <a:pt x="69" y="794"/>
                  </a:lnTo>
                  <a:cubicBezTo>
                    <a:pt x="92" y="794"/>
                    <a:pt x="115" y="794"/>
                    <a:pt x="138" y="771"/>
                  </a:cubicBezTo>
                  <a:lnTo>
                    <a:pt x="731" y="132"/>
                  </a:lnTo>
                  <a:cubicBezTo>
                    <a:pt x="777" y="86"/>
                    <a:pt x="777" y="41"/>
                    <a:pt x="731" y="18"/>
                  </a:cubicBezTo>
                  <a:cubicBezTo>
                    <a:pt x="720" y="6"/>
                    <a:pt x="703" y="1"/>
                    <a:pt x="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58"/>
            <p:cNvSpPr/>
            <p:nvPr/>
          </p:nvSpPr>
          <p:spPr>
            <a:xfrm>
              <a:off x="762118" y="4351704"/>
              <a:ext cx="42057" cy="74270"/>
            </a:xfrm>
            <a:custGeom>
              <a:avLst/>
              <a:gdLst/>
              <a:ahLst/>
              <a:cxnLst/>
              <a:rect l="l" t="t" r="r" b="b"/>
              <a:pathLst>
                <a:path w="846" h="1494" extrusionOk="0">
                  <a:moveTo>
                    <a:pt x="389" y="147"/>
                  </a:moveTo>
                  <a:cubicBezTo>
                    <a:pt x="503" y="147"/>
                    <a:pt x="594" y="215"/>
                    <a:pt x="617" y="329"/>
                  </a:cubicBezTo>
                  <a:cubicBezTo>
                    <a:pt x="663" y="535"/>
                    <a:pt x="640" y="1151"/>
                    <a:pt x="571" y="1311"/>
                  </a:cubicBezTo>
                  <a:cubicBezTo>
                    <a:pt x="457" y="1151"/>
                    <a:pt x="183" y="558"/>
                    <a:pt x="161" y="421"/>
                  </a:cubicBezTo>
                  <a:cubicBezTo>
                    <a:pt x="161" y="352"/>
                    <a:pt x="161" y="306"/>
                    <a:pt x="206" y="238"/>
                  </a:cubicBezTo>
                  <a:cubicBezTo>
                    <a:pt x="229" y="192"/>
                    <a:pt x="298" y="169"/>
                    <a:pt x="343" y="147"/>
                  </a:cubicBezTo>
                  <a:close/>
                  <a:moveTo>
                    <a:pt x="400" y="1"/>
                  </a:moveTo>
                  <a:cubicBezTo>
                    <a:pt x="374" y="1"/>
                    <a:pt x="347" y="4"/>
                    <a:pt x="320" y="10"/>
                  </a:cubicBezTo>
                  <a:cubicBezTo>
                    <a:pt x="229" y="10"/>
                    <a:pt x="138" y="78"/>
                    <a:pt x="69" y="147"/>
                  </a:cubicBezTo>
                  <a:cubicBezTo>
                    <a:pt x="24" y="238"/>
                    <a:pt x="1" y="352"/>
                    <a:pt x="24" y="443"/>
                  </a:cubicBezTo>
                  <a:cubicBezTo>
                    <a:pt x="47" y="580"/>
                    <a:pt x="389" y="1425"/>
                    <a:pt x="526" y="1493"/>
                  </a:cubicBezTo>
                  <a:lnTo>
                    <a:pt x="617" y="1493"/>
                  </a:lnTo>
                  <a:cubicBezTo>
                    <a:pt x="845" y="1379"/>
                    <a:pt x="777" y="375"/>
                    <a:pt x="777" y="306"/>
                  </a:cubicBezTo>
                  <a:cubicBezTo>
                    <a:pt x="737" y="128"/>
                    <a:pt x="577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58"/>
            <p:cNvSpPr/>
            <p:nvPr/>
          </p:nvSpPr>
          <p:spPr>
            <a:xfrm>
              <a:off x="787124" y="4378151"/>
              <a:ext cx="68106" cy="48967"/>
            </a:xfrm>
            <a:custGeom>
              <a:avLst/>
              <a:gdLst/>
              <a:ahLst/>
              <a:cxnLst/>
              <a:rect l="l" t="t" r="r" b="b"/>
              <a:pathLst>
                <a:path w="1370" h="985" extrusionOk="0">
                  <a:moveTo>
                    <a:pt x="1027" y="162"/>
                  </a:moveTo>
                  <a:cubicBezTo>
                    <a:pt x="1096" y="185"/>
                    <a:pt x="1141" y="208"/>
                    <a:pt x="1164" y="277"/>
                  </a:cubicBezTo>
                  <a:cubicBezTo>
                    <a:pt x="1210" y="322"/>
                    <a:pt x="1210" y="391"/>
                    <a:pt x="1187" y="459"/>
                  </a:cubicBezTo>
                  <a:cubicBezTo>
                    <a:pt x="1187" y="505"/>
                    <a:pt x="1141" y="550"/>
                    <a:pt x="1096" y="596"/>
                  </a:cubicBezTo>
                  <a:cubicBezTo>
                    <a:pt x="959" y="665"/>
                    <a:pt x="365" y="824"/>
                    <a:pt x="183" y="824"/>
                  </a:cubicBezTo>
                  <a:cubicBezTo>
                    <a:pt x="251" y="687"/>
                    <a:pt x="685" y="277"/>
                    <a:pt x="845" y="185"/>
                  </a:cubicBezTo>
                  <a:cubicBezTo>
                    <a:pt x="890" y="162"/>
                    <a:pt x="936" y="162"/>
                    <a:pt x="959" y="162"/>
                  </a:cubicBezTo>
                  <a:close/>
                  <a:moveTo>
                    <a:pt x="951" y="1"/>
                  </a:moveTo>
                  <a:cubicBezTo>
                    <a:pt x="889" y="1"/>
                    <a:pt x="832" y="20"/>
                    <a:pt x="776" y="48"/>
                  </a:cubicBezTo>
                  <a:cubicBezTo>
                    <a:pt x="639" y="140"/>
                    <a:pt x="91" y="573"/>
                    <a:pt x="23" y="802"/>
                  </a:cubicBezTo>
                  <a:cubicBezTo>
                    <a:pt x="0" y="870"/>
                    <a:pt x="23" y="916"/>
                    <a:pt x="46" y="939"/>
                  </a:cubicBezTo>
                  <a:cubicBezTo>
                    <a:pt x="46" y="961"/>
                    <a:pt x="114" y="984"/>
                    <a:pt x="183" y="984"/>
                  </a:cubicBezTo>
                  <a:cubicBezTo>
                    <a:pt x="479" y="984"/>
                    <a:pt x="1096" y="756"/>
                    <a:pt x="1164" y="733"/>
                  </a:cubicBezTo>
                  <a:cubicBezTo>
                    <a:pt x="1255" y="665"/>
                    <a:pt x="1324" y="596"/>
                    <a:pt x="1347" y="482"/>
                  </a:cubicBezTo>
                  <a:cubicBezTo>
                    <a:pt x="1370" y="391"/>
                    <a:pt x="1347" y="277"/>
                    <a:pt x="1301" y="185"/>
                  </a:cubicBezTo>
                  <a:cubicBezTo>
                    <a:pt x="1255" y="117"/>
                    <a:pt x="1164" y="48"/>
                    <a:pt x="1073" y="26"/>
                  </a:cubicBezTo>
                  <a:cubicBezTo>
                    <a:pt x="1029" y="8"/>
                    <a:pt x="989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58"/>
            <p:cNvSpPr/>
            <p:nvPr/>
          </p:nvSpPr>
          <p:spPr>
            <a:xfrm>
              <a:off x="521552" y="2908759"/>
              <a:ext cx="761446" cy="1445689"/>
            </a:xfrm>
            <a:custGeom>
              <a:avLst/>
              <a:gdLst/>
              <a:ahLst/>
              <a:cxnLst/>
              <a:rect l="l" t="t" r="r" b="b"/>
              <a:pathLst>
                <a:path w="15317" h="29081" extrusionOk="0">
                  <a:moveTo>
                    <a:pt x="1211" y="1"/>
                  </a:moveTo>
                  <a:lnTo>
                    <a:pt x="457" y="2147"/>
                  </a:lnTo>
                  <a:cubicBezTo>
                    <a:pt x="24" y="3448"/>
                    <a:pt x="1" y="4863"/>
                    <a:pt x="389" y="6187"/>
                  </a:cubicBezTo>
                  <a:lnTo>
                    <a:pt x="503" y="6483"/>
                  </a:lnTo>
                  <a:lnTo>
                    <a:pt x="1211" y="14449"/>
                  </a:lnTo>
                  <a:lnTo>
                    <a:pt x="1028" y="28624"/>
                  </a:lnTo>
                  <a:cubicBezTo>
                    <a:pt x="1005" y="28875"/>
                    <a:pt x="1233" y="29080"/>
                    <a:pt x="1485" y="29080"/>
                  </a:cubicBezTo>
                  <a:lnTo>
                    <a:pt x="5502" y="29035"/>
                  </a:lnTo>
                  <a:cubicBezTo>
                    <a:pt x="5730" y="29035"/>
                    <a:pt x="5913" y="28852"/>
                    <a:pt x="5935" y="28647"/>
                  </a:cubicBezTo>
                  <a:lnTo>
                    <a:pt x="7259" y="14678"/>
                  </a:lnTo>
                  <a:cubicBezTo>
                    <a:pt x="7259" y="14518"/>
                    <a:pt x="7259" y="14358"/>
                    <a:pt x="7259" y="14198"/>
                  </a:cubicBezTo>
                  <a:lnTo>
                    <a:pt x="7214" y="7921"/>
                  </a:lnTo>
                  <a:lnTo>
                    <a:pt x="7214" y="7921"/>
                  </a:lnTo>
                  <a:lnTo>
                    <a:pt x="9108" y="15340"/>
                  </a:lnTo>
                  <a:lnTo>
                    <a:pt x="6620" y="28373"/>
                  </a:lnTo>
                  <a:cubicBezTo>
                    <a:pt x="6575" y="28647"/>
                    <a:pt x="6780" y="28875"/>
                    <a:pt x="7054" y="28875"/>
                  </a:cubicBezTo>
                  <a:lnTo>
                    <a:pt x="10774" y="28875"/>
                  </a:lnTo>
                  <a:cubicBezTo>
                    <a:pt x="11048" y="28875"/>
                    <a:pt x="11277" y="28715"/>
                    <a:pt x="11368" y="28464"/>
                  </a:cubicBezTo>
                  <a:lnTo>
                    <a:pt x="14951" y="17234"/>
                  </a:lnTo>
                  <a:cubicBezTo>
                    <a:pt x="15294" y="16275"/>
                    <a:pt x="15317" y="15203"/>
                    <a:pt x="15066" y="14221"/>
                  </a:cubicBezTo>
                  <a:lnTo>
                    <a:pt x="11528" y="914"/>
                  </a:lnTo>
                  <a:lnTo>
                    <a:pt x="6689" y="914"/>
                  </a:lnTo>
                  <a:lnTo>
                    <a:pt x="66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58"/>
            <p:cNvSpPr/>
            <p:nvPr/>
          </p:nvSpPr>
          <p:spPr>
            <a:xfrm>
              <a:off x="1078747" y="2269936"/>
              <a:ext cx="455068" cy="513083"/>
            </a:xfrm>
            <a:custGeom>
              <a:avLst/>
              <a:gdLst/>
              <a:ahLst/>
              <a:cxnLst/>
              <a:rect l="l" t="t" r="r" b="b"/>
              <a:pathLst>
                <a:path w="9154" h="10321" extrusionOk="0">
                  <a:moveTo>
                    <a:pt x="7144" y="0"/>
                  </a:moveTo>
                  <a:lnTo>
                    <a:pt x="4451" y="4474"/>
                  </a:lnTo>
                  <a:lnTo>
                    <a:pt x="2191" y="1918"/>
                  </a:lnTo>
                  <a:lnTo>
                    <a:pt x="0" y="6460"/>
                  </a:lnTo>
                  <a:lnTo>
                    <a:pt x="2305" y="9245"/>
                  </a:lnTo>
                  <a:cubicBezTo>
                    <a:pt x="2903" y="9978"/>
                    <a:pt x="3731" y="10320"/>
                    <a:pt x="4549" y="10320"/>
                  </a:cubicBezTo>
                  <a:cubicBezTo>
                    <a:pt x="5793" y="10320"/>
                    <a:pt x="7015" y="9530"/>
                    <a:pt x="7373" y="8126"/>
                  </a:cubicBezTo>
                  <a:lnTo>
                    <a:pt x="9153" y="1324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58"/>
            <p:cNvSpPr/>
            <p:nvPr/>
          </p:nvSpPr>
          <p:spPr>
            <a:xfrm>
              <a:off x="1261397" y="2482811"/>
              <a:ext cx="45437" cy="71984"/>
            </a:xfrm>
            <a:custGeom>
              <a:avLst/>
              <a:gdLst/>
              <a:ahLst/>
              <a:cxnLst/>
              <a:rect l="l" t="t" r="r" b="b"/>
              <a:pathLst>
                <a:path w="914" h="1448" extrusionOk="0">
                  <a:moveTo>
                    <a:pt x="844" y="0"/>
                  </a:moveTo>
                  <a:cubicBezTo>
                    <a:pt x="821" y="0"/>
                    <a:pt x="793" y="16"/>
                    <a:pt x="777" y="32"/>
                  </a:cubicBezTo>
                  <a:lnTo>
                    <a:pt x="24" y="1333"/>
                  </a:lnTo>
                  <a:cubicBezTo>
                    <a:pt x="1" y="1356"/>
                    <a:pt x="1" y="1402"/>
                    <a:pt x="47" y="1425"/>
                  </a:cubicBezTo>
                  <a:cubicBezTo>
                    <a:pt x="47" y="1447"/>
                    <a:pt x="69" y="1447"/>
                    <a:pt x="92" y="1447"/>
                  </a:cubicBezTo>
                  <a:cubicBezTo>
                    <a:pt x="115" y="1447"/>
                    <a:pt x="138" y="1425"/>
                    <a:pt x="138" y="1402"/>
                  </a:cubicBezTo>
                  <a:lnTo>
                    <a:pt x="891" y="124"/>
                  </a:lnTo>
                  <a:cubicBezTo>
                    <a:pt x="914" y="78"/>
                    <a:pt x="914" y="32"/>
                    <a:pt x="868" y="9"/>
                  </a:cubicBezTo>
                  <a:cubicBezTo>
                    <a:pt x="862" y="3"/>
                    <a:pt x="853" y="0"/>
                    <a:pt x="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58"/>
            <p:cNvSpPr/>
            <p:nvPr/>
          </p:nvSpPr>
          <p:spPr>
            <a:xfrm>
              <a:off x="1338603" y="2132626"/>
              <a:ext cx="390392" cy="515220"/>
            </a:xfrm>
            <a:custGeom>
              <a:avLst/>
              <a:gdLst/>
              <a:ahLst/>
              <a:cxnLst/>
              <a:rect l="l" t="t" r="r" b="b"/>
              <a:pathLst>
                <a:path w="7853" h="10364" extrusionOk="0">
                  <a:moveTo>
                    <a:pt x="0" y="0"/>
                  </a:moveTo>
                  <a:lnTo>
                    <a:pt x="0" y="10363"/>
                  </a:lnTo>
                  <a:lnTo>
                    <a:pt x="7852" y="10363"/>
                  </a:lnTo>
                  <a:lnTo>
                    <a:pt x="785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58"/>
            <p:cNvSpPr/>
            <p:nvPr/>
          </p:nvSpPr>
          <p:spPr>
            <a:xfrm>
              <a:off x="1382848" y="2225691"/>
              <a:ext cx="169122" cy="5717"/>
            </a:xfrm>
            <a:custGeom>
              <a:avLst/>
              <a:gdLst/>
              <a:ahLst/>
              <a:cxnLst/>
              <a:rect l="l" t="t" r="r" b="b"/>
              <a:pathLst>
                <a:path w="3402" h="115" extrusionOk="0">
                  <a:moveTo>
                    <a:pt x="69" y="0"/>
                  </a:moveTo>
                  <a:cubicBezTo>
                    <a:pt x="46" y="0"/>
                    <a:pt x="0" y="23"/>
                    <a:pt x="0" y="46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3356" y="114"/>
                  </a:lnTo>
                  <a:cubicBezTo>
                    <a:pt x="3378" y="114"/>
                    <a:pt x="3401" y="91"/>
                    <a:pt x="3401" y="46"/>
                  </a:cubicBezTo>
                  <a:cubicBezTo>
                    <a:pt x="3401" y="23"/>
                    <a:pt x="3378" y="0"/>
                    <a:pt x="3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58"/>
            <p:cNvSpPr/>
            <p:nvPr/>
          </p:nvSpPr>
          <p:spPr>
            <a:xfrm>
              <a:off x="1382848" y="2297179"/>
              <a:ext cx="192934" cy="5717"/>
            </a:xfrm>
            <a:custGeom>
              <a:avLst/>
              <a:gdLst/>
              <a:ahLst/>
              <a:cxnLst/>
              <a:rect l="l" t="t" r="r" b="b"/>
              <a:pathLst>
                <a:path w="3881" h="115" extrusionOk="0">
                  <a:moveTo>
                    <a:pt x="69" y="0"/>
                  </a:moveTo>
                  <a:cubicBezTo>
                    <a:pt x="46" y="0"/>
                    <a:pt x="0" y="23"/>
                    <a:pt x="0" y="69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3812" y="114"/>
                  </a:lnTo>
                  <a:cubicBezTo>
                    <a:pt x="3858" y="114"/>
                    <a:pt x="3881" y="91"/>
                    <a:pt x="3881" y="69"/>
                  </a:cubicBezTo>
                  <a:cubicBezTo>
                    <a:pt x="3881" y="23"/>
                    <a:pt x="3858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58"/>
            <p:cNvSpPr/>
            <p:nvPr/>
          </p:nvSpPr>
          <p:spPr>
            <a:xfrm>
              <a:off x="1382848" y="2529790"/>
              <a:ext cx="192934" cy="5717"/>
            </a:xfrm>
            <a:custGeom>
              <a:avLst/>
              <a:gdLst/>
              <a:ahLst/>
              <a:cxnLst/>
              <a:rect l="l" t="t" r="r" b="b"/>
              <a:pathLst>
                <a:path w="3881" h="115" extrusionOk="0">
                  <a:moveTo>
                    <a:pt x="69" y="0"/>
                  </a:moveTo>
                  <a:cubicBezTo>
                    <a:pt x="46" y="0"/>
                    <a:pt x="0" y="23"/>
                    <a:pt x="0" y="69"/>
                  </a:cubicBezTo>
                  <a:cubicBezTo>
                    <a:pt x="0" y="92"/>
                    <a:pt x="46" y="114"/>
                    <a:pt x="69" y="114"/>
                  </a:cubicBezTo>
                  <a:lnTo>
                    <a:pt x="3812" y="114"/>
                  </a:lnTo>
                  <a:cubicBezTo>
                    <a:pt x="3858" y="114"/>
                    <a:pt x="3881" y="92"/>
                    <a:pt x="3881" y="69"/>
                  </a:cubicBezTo>
                  <a:cubicBezTo>
                    <a:pt x="3881" y="23"/>
                    <a:pt x="3858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58"/>
            <p:cNvSpPr/>
            <p:nvPr/>
          </p:nvSpPr>
          <p:spPr>
            <a:xfrm>
              <a:off x="1382848" y="2349379"/>
              <a:ext cx="298474" cy="5717"/>
            </a:xfrm>
            <a:custGeom>
              <a:avLst/>
              <a:gdLst/>
              <a:ahLst/>
              <a:cxnLst/>
              <a:rect l="l" t="t" r="r" b="b"/>
              <a:pathLst>
                <a:path w="6004" h="115" extrusionOk="0">
                  <a:moveTo>
                    <a:pt x="69" y="0"/>
                  </a:moveTo>
                  <a:cubicBezTo>
                    <a:pt x="46" y="0"/>
                    <a:pt x="0" y="23"/>
                    <a:pt x="0" y="46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5935" y="114"/>
                  </a:lnTo>
                  <a:cubicBezTo>
                    <a:pt x="5981" y="114"/>
                    <a:pt x="6003" y="91"/>
                    <a:pt x="6003" y="46"/>
                  </a:cubicBezTo>
                  <a:cubicBezTo>
                    <a:pt x="6003" y="23"/>
                    <a:pt x="5981" y="0"/>
                    <a:pt x="59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58"/>
            <p:cNvSpPr/>
            <p:nvPr/>
          </p:nvSpPr>
          <p:spPr>
            <a:xfrm>
              <a:off x="1382848" y="2468493"/>
              <a:ext cx="298474" cy="5717"/>
            </a:xfrm>
            <a:custGeom>
              <a:avLst/>
              <a:gdLst/>
              <a:ahLst/>
              <a:cxnLst/>
              <a:rect l="l" t="t" r="r" b="b"/>
              <a:pathLst>
                <a:path w="6004" h="115" extrusionOk="0">
                  <a:moveTo>
                    <a:pt x="69" y="1"/>
                  </a:moveTo>
                  <a:cubicBezTo>
                    <a:pt x="46" y="1"/>
                    <a:pt x="0" y="24"/>
                    <a:pt x="0" y="69"/>
                  </a:cubicBezTo>
                  <a:cubicBezTo>
                    <a:pt x="0" y="92"/>
                    <a:pt x="46" y="115"/>
                    <a:pt x="69" y="115"/>
                  </a:cubicBezTo>
                  <a:lnTo>
                    <a:pt x="5935" y="115"/>
                  </a:lnTo>
                  <a:cubicBezTo>
                    <a:pt x="5981" y="115"/>
                    <a:pt x="6003" y="92"/>
                    <a:pt x="6003" y="69"/>
                  </a:cubicBezTo>
                  <a:cubicBezTo>
                    <a:pt x="6003" y="24"/>
                    <a:pt x="5981" y="1"/>
                    <a:pt x="5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58"/>
            <p:cNvSpPr/>
            <p:nvPr/>
          </p:nvSpPr>
          <p:spPr>
            <a:xfrm>
              <a:off x="1587074" y="2297179"/>
              <a:ext cx="94255" cy="5717"/>
            </a:xfrm>
            <a:custGeom>
              <a:avLst/>
              <a:gdLst/>
              <a:ahLst/>
              <a:cxnLst/>
              <a:rect l="l" t="t" r="r" b="b"/>
              <a:pathLst>
                <a:path w="1896" h="115" extrusionOk="0">
                  <a:moveTo>
                    <a:pt x="69" y="0"/>
                  </a:moveTo>
                  <a:cubicBezTo>
                    <a:pt x="24" y="0"/>
                    <a:pt x="1" y="23"/>
                    <a:pt x="1" y="69"/>
                  </a:cubicBezTo>
                  <a:cubicBezTo>
                    <a:pt x="1" y="91"/>
                    <a:pt x="24" y="114"/>
                    <a:pt x="69" y="114"/>
                  </a:cubicBezTo>
                  <a:lnTo>
                    <a:pt x="1827" y="114"/>
                  </a:lnTo>
                  <a:cubicBezTo>
                    <a:pt x="1873" y="114"/>
                    <a:pt x="1895" y="91"/>
                    <a:pt x="1895" y="69"/>
                  </a:cubicBezTo>
                  <a:cubicBezTo>
                    <a:pt x="1895" y="23"/>
                    <a:pt x="1873" y="0"/>
                    <a:pt x="1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58"/>
            <p:cNvSpPr/>
            <p:nvPr/>
          </p:nvSpPr>
          <p:spPr>
            <a:xfrm>
              <a:off x="1382848" y="2409483"/>
              <a:ext cx="94205" cy="5717"/>
            </a:xfrm>
            <a:custGeom>
              <a:avLst/>
              <a:gdLst/>
              <a:ahLst/>
              <a:cxnLst/>
              <a:rect l="l" t="t" r="r" b="b"/>
              <a:pathLst>
                <a:path w="1895" h="115" extrusionOk="0">
                  <a:moveTo>
                    <a:pt x="69" y="1"/>
                  </a:moveTo>
                  <a:cubicBezTo>
                    <a:pt x="46" y="1"/>
                    <a:pt x="0" y="24"/>
                    <a:pt x="0" y="69"/>
                  </a:cubicBezTo>
                  <a:cubicBezTo>
                    <a:pt x="0" y="92"/>
                    <a:pt x="46" y="115"/>
                    <a:pt x="69" y="115"/>
                  </a:cubicBezTo>
                  <a:lnTo>
                    <a:pt x="1826" y="115"/>
                  </a:lnTo>
                  <a:cubicBezTo>
                    <a:pt x="1872" y="115"/>
                    <a:pt x="1895" y="92"/>
                    <a:pt x="1895" y="69"/>
                  </a:cubicBezTo>
                  <a:cubicBezTo>
                    <a:pt x="1895" y="24"/>
                    <a:pt x="1872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58"/>
            <p:cNvSpPr/>
            <p:nvPr/>
          </p:nvSpPr>
          <p:spPr>
            <a:xfrm>
              <a:off x="1458861" y="2072373"/>
              <a:ext cx="49961" cy="110213"/>
            </a:xfrm>
            <a:custGeom>
              <a:avLst/>
              <a:gdLst/>
              <a:ahLst/>
              <a:cxnLst/>
              <a:rect l="l" t="t" r="r" b="b"/>
              <a:pathLst>
                <a:path w="1005" h="2217" extrusionOk="0">
                  <a:moveTo>
                    <a:pt x="533" y="1"/>
                  </a:moveTo>
                  <a:cubicBezTo>
                    <a:pt x="320" y="1"/>
                    <a:pt x="136" y="175"/>
                    <a:pt x="115" y="391"/>
                  </a:cubicBezTo>
                  <a:lnTo>
                    <a:pt x="1" y="1737"/>
                  </a:lnTo>
                  <a:cubicBezTo>
                    <a:pt x="1" y="1989"/>
                    <a:pt x="160" y="2194"/>
                    <a:pt x="411" y="2217"/>
                  </a:cubicBezTo>
                  <a:cubicBezTo>
                    <a:pt x="640" y="2217"/>
                    <a:pt x="845" y="2057"/>
                    <a:pt x="868" y="1806"/>
                  </a:cubicBezTo>
                  <a:lnTo>
                    <a:pt x="982" y="459"/>
                  </a:lnTo>
                  <a:cubicBezTo>
                    <a:pt x="1005" y="231"/>
                    <a:pt x="822" y="26"/>
                    <a:pt x="571" y="3"/>
                  </a:cubicBezTo>
                  <a:cubicBezTo>
                    <a:pt x="558" y="1"/>
                    <a:pt x="545" y="1"/>
                    <a:pt x="53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58"/>
            <p:cNvSpPr/>
            <p:nvPr/>
          </p:nvSpPr>
          <p:spPr>
            <a:xfrm>
              <a:off x="1414615" y="2067949"/>
              <a:ext cx="51104" cy="115780"/>
            </a:xfrm>
            <a:custGeom>
              <a:avLst/>
              <a:gdLst/>
              <a:ahLst/>
              <a:cxnLst/>
              <a:rect l="l" t="t" r="r" b="b"/>
              <a:pathLst>
                <a:path w="1028" h="2329" extrusionOk="0">
                  <a:moveTo>
                    <a:pt x="617" y="0"/>
                  </a:moveTo>
                  <a:cubicBezTo>
                    <a:pt x="366" y="0"/>
                    <a:pt x="160" y="160"/>
                    <a:pt x="137" y="411"/>
                  </a:cubicBezTo>
                  <a:lnTo>
                    <a:pt x="23" y="1849"/>
                  </a:lnTo>
                  <a:cubicBezTo>
                    <a:pt x="0" y="2100"/>
                    <a:pt x="183" y="2306"/>
                    <a:pt x="434" y="2329"/>
                  </a:cubicBezTo>
                  <a:cubicBezTo>
                    <a:pt x="662" y="2329"/>
                    <a:pt x="868" y="2169"/>
                    <a:pt x="891" y="1918"/>
                  </a:cubicBezTo>
                  <a:lnTo>
                    <a:pt x="1005" y="480"/>
                  </a:lnTo>
                  <a:cubicBezTo>
                    <a:pt x="1028" y="229"/>
                    <a:pt x="845" y="23"/>
                    <a:pt x="617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58"/>
            <p:cNvSpPr/>
            <p:nvPr/>
          </p:nvSpPr>
          <p:spPr>
            <a:xfrm>
              <a:off x="1500869" y="2090569"/>
              <a:ext cx="48818" cy="86351"/>
            </a:xfrm>
            <a:custGeom>
              <a:avLst/>
              <a:gdLst/>
              <a:ahLst/>
              <a:cxnLst/>
              <a:rect l="l" t="t" r="r" b="b"/>
              <a:pathLst>
                <a:path w="982" h="1737" extrusionOk="0">
                  <a:moveTo>
                    <a:pt x="509" y="0"/>
                  </a:moveTo>
                  <a:cubicBezTo>
                    <a:pt x="297" y="0"/>
                    <a:pt x="113" y="175"/>
                    <a:pt x="91" y="390"/>
                  </a:cubicBezTo>
                  <a:lnTo>
                    <a:pt x="23" y="1257"/>
                  </a:lnTo>
                  <a:cubicBezTo>
                    <a:pt x="0" y="1508"/>
                    <a:pt x="183" y="1714"/>
                    <a:pt x="411" y="1737"/>
                  </a:cubicBezTo>
                  <a:cubicBezTo>
                    <a:pt x="662" y="1737"/>
                    <a:pt x="867" y="1577"/>
                    <a:pt x="890" y="1326"/>
                  </a:cubicBezTo>
                  <a:lnTo>
                    <a:pt x="959" y="458"/>
                  </a:lnTo>
                  <a:cubicBezTo>
                    <a:pt x="982" y="230"/>
                    <a:pt x="799" y="25"/>
                    <a:pt x="548" y="2"/>
                  </a:cubicBezTo>
                  <a:cubicBezTo>
                    <a:pt x="535" y="1"/>
                    <a:pt x="522" y="0"/>
                    <a:pt x="50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58"/>
            <p:cNvSpPr/>
            <p:nvPr/>
          </p:nvSpPr>
          <p:spPr>
            <a:xfrm>
              <a:off x="1543972" y="2093949"/>
              <a:ext cx="45437" cy="63781"/>
            </a:xfrm>
            <a:custGeom>
              <a:avLst/>
              <a:gdLst/>
              <a:ahLst/>
              <a:cxnLst/>
              <a:rect l="l" t="t" r="r" b="b"/>
              <a:pathLst>
                <a:path w="914" h="1283" extrusionOk="0">
                  <a:moveTo>
                    <a:pt x="464" y="1"/>
                  </a:moveTo>
                  <a:cubicBezTo>
                    <a:pt x="252" y="1"/>
                    <a:pt x="68" y="175"/>
                    <a:pt x="46" y="390"/>
                  </a:cubicBezTo>
                  <a:lnTo>
                    <a:pt x="0" y="824"/>
                  </a:lnTo>
                  <a:cubicBezTo>
                    <a:pt x="0" y="1052"/>
                    <a:pt x="160" y="1258"/>
                    <a:pt x="411" y="1281"/>
                  </a:cubicBezTo>
                  <a:cubicBezTo>
                    <a:pt x="424" y="1282"/>
                    <a:pt x="437" y="1283"/>
                    <a:pt x="450" y="1283"/>
                  </a:cubicBezTo>
                  <a:cubicBezTo>
                    <a:pt x="662" y="1283"/>
                    <a:pt x="846" y="1108"/>
                    <a:pt x="868" y="893"/>
                  </a:cubicBezTo>
                  <a:lnTo>
                    <a:pt x="891" y="459"/>
                  </a:lnTo>
                  <a:cubicBezTo>
                    <a:pt x="914" y="231"/>
                    <a:pt x="754" y="25"/>
                    <a:pt x="503" y="2"/>
                  </a:cubicBezTo>
                  <a:cubicBezTo>
                    <a:pt x="490" y="1"/>
                    <a:pt x="477" y="1"/>
                    <a:pt x="46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58"/>
            <p:cNvSpPr/>
            <p:nvPr/>
          </p:nvSpPr>
          <p:spPr>
            <a:xfrm>
              <a:off x="1456574" y="2088381"/>
              <a:ext cx="12577" cy="74917"/>
            </a:xfrm>
            <a:custGeom>
              <a:avLst/>
              <a:gdLst/>
              <a:ahLst/>
              <a:cxnLst/>
              <a:rect l="l" t="t" r="r" b="b"/>
              <a:pathLst>
                <a:path w="253" h="1507" extrusionOk="0">
                  <a:moveTo>
                    <a:pt x="184" y="0"/>
                  </a:moveTo>
                  <a:cubicBezTo>
                    <a:pt x="138" y="0"/>
                    <a:pt x="92" y="23"/>
                    <a:pt x="92" y="69"/>
                  </a:cubicBezTo>
                  <a:lnTo>
                    <a:pt x="1" y="1438"/>
                  </a:lnTo>
                  <a:cubicBezTo>
                    <a:pt x="1" y="1484"/>
                    <a:pt x="24" y="1507"/>
                    <a:pt x="69" y="1507"/>
                  </a:cubicBezTo>
                  <a:cubicBezTo>
                    <a:pt x="115" y="1507"/>
                    <a:pt x="161" y="1484"/>
                    <a:pt x="161" y="1438"/>
                  </a:cubicBezTo>
                  <a:lnTo>
                    <a:pt x="252" y="69"/>
                  </a:lnTo>
                  <a:cubicBezTo>
                    <a:pt x="252" y="23"/>
                    <a:pt x="229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58"/>
            <p:cNvSpPr/>
            <p:nvPr/>
          </p:nvSpPr>
          <p:spPr>
            <a:xfrm>
              <a:off x="1500869" y="2096335"/>
              <a:ext cx="12528" cy="70393"/>
            </a:xfrm>
            <a:custGeom>
              <a:avLst/>
              <a:gdLst/>
              <a:ahLst/>
              <a:cxnLst/>
              <a:rect l="l" t="t" r="r" b="b"/>
              <a:pathLst>
                <a:path w="252" h="1416" extrusionOk="0">
                  <a:moveTo>
                    <a:pt x="183" y="0"/>
                  </a:moveTo>
                  <a:cubicBezTo>
                    <a:pt x="137" y="0"/>
                    <a:pt x="114" y="23"/>
                    <a:pt x="114" y="69"/>
                  </a:cubicBezTo>
                  <a:lnTo>
                    <a:pt x="0" y="1324"/>
                  </a:lnTo>
                  <a:cubicBezTo>
                    <a:pt x="0" y="1370"/>
                    <a:pt x="46" y="1415"/>
                    <a:pt x="69" y="1415"/>
                  </a:cubicBezTo>
                  <a:lnTo>
                    <a:pt x="91" y="1415"/>
                  </a:lnTo>
                  <a:cubicBezTo>
                    <a:pt x="114" y="1415"/>
                    <a:pt x="160" y="1370"/>
                    <a:pt x="160" y="1347"/>
                  </a:cubicBezTo>
                  <a:lnTo>
                    <a:pt x="251" y="91"/>
                  </a:lnTo>
                  <a:cubicBezTo>
                    <a:pt x="251" y="46"/>
                    <a:pt x="228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58"/>
            <p:cNvSpPr/>
            <p:nvPr/>
          </p:nvSpPr>
          <p:spPr>
            <a:xfrm>
              <a:off x="1542828" y="2102003"/>
              <a:ext cx="10290" cy="56772"/>
            </a:xfrm>
            <a:custGeom>
              <a:avLst/>
              <a:gdLst/>
              <a:ahLst/>
              <a:cxnLst/>
              <a:rect l="l" t="t" r="r" b="b"/>
              <a:pathLst>
                <a:path w="207" h="1142" extrusionOk="0">
                  <a:moveTo>
                    <a:pt x="138" y="0"/>
                  </a:moveTo>
                  <a:cubicBezTo>
                    <a:pt x="92" y="0"/>
                    <a:pt x="46" y="23"/>
                    <a:pt x="46" y="69"/>
                  </a:cubicBezTo>
                  <a:lnTo>
                    <a:pt x="1" y="1050"/>
                  </a:lnTo>
                  <a:cubicBezTo>
                    <a:pt x="1" y="1096"/>
                    <a:pt x="23" y="1141"/>
                    <a:pt x="69" y="1141"/>
                  </a:cubicBezTo>
                  <a:cubicBezTo>
                    <a:pt x="115" y="1141"/>
                    <a:pt x="160" y="1119"/>
                    <a:pt x="160" y="1073"/>
                  </a:cubicBezTo>
                  <a:lnTo>
                    <a:pt x="206" y="69"/>
                  </a:lnTo>
                  <a:cubicBezTo>
                    <a:pt x="206" y="46"/>
                    <a:pt x="183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58"/>
            <p:cNvSpPr/>
            <p:nvPr/>
          </p:nvSpPr>
          <p:spPr>
            <a:xfrm>
              <a:off x="379717" y="2167824"/>
              <a:ext cx="903276" cy="812451"/>
            </a:xfrm>
            <a:custGeom>
              <a:avLst/>
              <a:gdLst/>
              <a:ahLst/>
              <a:cxnLst/>
              <a:rect l="l" t="t" r="r" b="b"/>
              <a:pathLst>
                <a:path w="18170" h="16343" extrusionOk="0">
                  <a:moveTo>
                    <a:pt x="5867" y="0"/>
                  </a:moveTo>
                  <a:lnTo>
                    <a:pt x="4817" y="23"/>
                  </a:lnTo>
                  <a:cubicBezTo>
                    <a:pt x="3265" y="46"/>
                    <a:pt x="1827" y="982"/>
                    <a:pt x="1233" y="2420"/>
                  </a:cubicBezTo>
                  <a:cubicBezTo>
                    <a:pt x="1165" y="2602"/>
                    <a:pt x="1096" y="2808"/>
                    <a:pt x="1051" y="3013"/>
                  </a:cubicBezTo>
                  <a:lnTo>
                    <a:pt x="69" y="7441"/>
                  </a:lnTo>
                  <a:cubicBezTo>
                    <a:pt x="1" y="7738"/>
                    <a:pt x="229" y="8035"/>
                    <a:pt x="549" y="8057"/>
                  </a:cubicBezTo>
                  <a:lnTo>
                    <a:pt x="3402" y="8149"/>
                  </a:lnTo>
                  <a:lnTo>
                    <a:pt x="2763" y="16343"/>
                  </a:lnTo>
                  <a:lnTo>
                    <a:pt x="15499" y="16343"/>
                  </a:lnTo>
                  <a:lnTo>
                    <a:pt x="15202" y="8560"/>
                  </a:lnTo>
                  <a:lnTo>
                    <a:pt x="17941" y="5684"/>
                  </a:lnTo>
                  <a:cubicBezTo>
                    <a:pt x="18170" y="5455"/>
                    <a:pt x="18147" y="5090"/>
                    <a:pt x="17919" y="4885"/>
                  </a:cubicBezTo>
                  <a:lnTo>
                    <a:pt x="14244" y="1438"/>
                  </a:lnTo>
                  <a:cubicBezTo>
                    <a:pt x="13650" y="685"/>
                    <a:pt x="12737" y="206"/>
                    <a:pt x="11687" y="183"/>
                  </a:cubicBezTo>
                  <a:lnTo>
                    <a:pt x="6049" y="0"/>
                  </a:lnTo>
                  <a:cubicBezTo>
                    <a:pt x="6004" y="0"/>
                    <a:pt x="5935" y="0"/>
                    <a:pt x="5890" y="23"/>
                  </a:cubicBezTo>
                  <a:lnTo>
                    <a:pt x="586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58"/>
            <p:cNvSpPr/>
            <p:nvPr/>
          </p:nvSpPr>
          <p:spPr>
            <a:xfrm>
              <a:off x="709918" y="1633400"/>
              <a:ext cx="343861" cy="245083"/>
            </a:xfrm>
            <a:custGeom>
              <a:avLst/>
              <a:gdLst/>
              <a:ahLst/>
              <a:cxnLst/>
              <a:rect l="l" t="t" r="r" b="b"/>
              <a:pathLst>
                <a:path w="6917" h="4930" extrusionOk="0">
                  <a:moveTo>
                    <a:pt x="3976" y="1"/>
                  </a:moveTo>
                  <a:cubicBezTo>
                    <a:pt x="3882" y="1"/>
                    <a:pt x="3782" y="8"/>
                    <a:pt x="3676" y="22"/>
                  </a:cubicBezTo>
                  <a:cubicBezTo>
                    <a:pt x="3265" y="68"/>
                    <a:pt x="2900" y="273"/>
                    <a:pt x="2694" y="593"/>
                  </a:cubicBezTo>
                  <a:cubicBezTo>
                    <a:pt x="2649" y="638"/>
                    <a:pt x="2626" y="684"/>
                    <a:pt x="2603" y="753"/>
                  </a:cubicBezTo>
                  <a:cubicBezTo>
                    <a:pt x="2580" y="775"/>
                    <a:pt x="2078" y="844"/>
                    <a:pt x="2010" y="867"/>
                  </a:cubicBezTo>
                  <a:cubicBezTo>
                    <a:pt x="1507" y="1004"/>
                    <a:pt x="891" y="1186"/>
                    <a:pt x="663" y="1666"/>
                  </a:cubicBezTo>
                  <a:cubicBezTo>
                    <a:pt x="549" y="1894"/>
                    <a:pt x="503" y="2122"/>
                    <a:pt x="503" y="2373"/>
                  </a:cubicBezTo>
                  <a:cubicBezTo>
                    <a:pt x="138" y="2647"/>
                    <a:pt x="1" y="3172"/>
                    <a:pt x="138" y="3629"/>
                  </a:cubicBezTo>
                  <a:lnTo>
                    <a:pt x="526" y="4838"/>
                  </a:lnTo>
                  <a:cubicBezTo>
                    <a:pt x="594" y="4816"/>
                    <a:pt x="686" y="4793"/>
                    <a:pt x="777" y="4793"/>
                  </a:cubicBezTo>
                  <a:lnTo>
                    <a:pt x="1416" y="4793"/>
                  </a:lnTo>
                  <a:cubicBezTo>
                    <a:pt x="1519" y="4866"/>
                    <a:pt x="1650" y="4930"/>
                    <a:pt x="1754" y="4930"/>
                  </a:cubicBezTo>
                  <a:cubicBezTo>
                    <a:pt x="1813" y="4930"/>
                    <a:pt x="1863" y="4910"/>
                    <a:pt x="1895" y="4861"/>
                  </a:cubicBezTo>
                  <a:cubicBezTo>
                    <a:pt x="1918" y="4816"/>
                    <a:pt x="2055" y="4313"/>
                    <a:pt x="2078" y="4268"/>
                  </a:cubicBezTo>
                  <a:cubicBezTo>
                    <a:pt x="2078" y="4131"/>
                    <a:pt x="2078" y="3994"/>
                    <a:pt x="2078" y="3857"/>
                  </a:cubicBezTo>
                  <a:cubicBezTo>
                    <a:pt x="2101" y="3606"/>
                    <a:pt x="2078" y="3309"/>
                    <a:pt x="2146" y="3058"/>
                  </a:cubicBezTo>
                  <a:cubicBezTo>
                    <a:pt x="2306" y="3195"/>
                    <a:pt x="2512" y="3286"/>
                    <a:pt x="2740" y="3286"/>
                  </a:cubicBezTo>
                  <a:lnTo>
                    <a:pt x="3721" y="3286"/>
                  </a:lnTo>
                  <a:cubicBezTo>
                    <a:pt x="4018" y="3286"/>
                    <a:pt x="4292" y="3172"/>
                    <a:pt x="4475" y="2989"/>
                  </a:cubicBezTo>
                  <a:cubicBezTo>
                    <a:pt x="4520" y="2967"/>
                    <a:pt x="4543" y="2967"/>
                    <a:pt x="4589" y="2967"/>
                  </a:cubicBezTo>
                  <a:cubicBezTo>
                    <a:pt x="4703" y="3286"/>
                    <a:pt x="5022" y="3537"/>
                    <a:pt x="5410" y="3537"/>
                  </a:cubicBezTo>
                  <a:lnTo>
                    <a:pt x="5890" y="3537"/>
                  </a:lnTo>
                  <a:cubicBezTo>
                    <a:pt x="5890" y="3560"/>
                    <a:pt x="5913" y="3583"/>
                    <a:pt x="5913" y="3606"/>
                  </a:cubicBezTo>
                  <a:cubicBezTo>
                    <a:pt x="5920" y="3651"/>
                    <a:pt x="5945" y="3671"/>
                    <a:pt x="5981" y="3671"/>
                  </a:cubicBezTo>
                  <a:cubicBezTo>
                    <a:pt x="6055" y="3671"/>
                    <a:pt x="6178" y="3584"/>
                    <a:pt x="6301" y="3446"/>
                  </a:cubicBezTo>
                  <a:cubicBezTo>
                    <a:pt x="6666" y="3263"/>
                    <a:pt x="6917" y="2898"/>
                    <a:pt x="6917" y="2487"/>
                  </a:cubicBezTo>
                  <a:lnTo>
                    <a:pt x="6917" y="1871"/>
                  </a:lnTo>
                  <a:lnTo>
                    <a:pt x="6894" y="1871"/>
                  </a:lnTo>
                  <a:cubicBezTo>
                    <a:pt x="6780" y="1369"/>
                    <a:pt x="6369" y="981"/>
                    <a:pt x="5821" y="935"/>
                  </a:cubicBezTo>
                  <a:lnTo>
                    <a:pt x="5662" y="935"/>
                  </a:lnTo>
                  <a:cubicBezTo>
                    <a:pt x="5151" y="486"/>
                    <a:pt x="4769" y="1"/>
                    <a:pt x="3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58"/>
            <p:cNvSpPr/>
            <p:nvPr/>
          </p:nvSpPr>
          <p:spPr>
            <a:xfrm>
              <a:off x="697440" y="1768373"/>
              <a:ext cx="326860" cy="479278"/>
            </a:xfrm>
            <a:custGeom>
              <a:avLst/>
              <a:gdLst/>
              <a:ahLst/>
              <a:cxnLst/>
              <a:rect l="l" t="t" r="r" b="b"/>
              <a:pathLst>
                <a:path w="6575" h="9641" extrusionOk="0">
                  <a:moveTo>
                    <a:pt x="2169" y="1"/>
                  </a:moveTo>
                  <a:lnTo>
                    <a:pt x="2169" y="2078"/>
                  </a:lnTo>
                  <a:lnTo>
                    <a:pt x="1028" y="2078"/>
                  </a:lnTo>
                  <a:cubicBezTo>
                    <a:pt x="937" y="2078"/>
                    <a:pt x="845" y="2101"/>
                    <a:pt x="777" y="2123"/>
                  </a:cubicBezTo>
                  <a:cubicBezTo>
                    <a:pt x="320" y="2215"/>
                    <a:pt x="1" y="2625"/>
                    <a:pt x="1" y="3105"/>
                  </a:cubicBezTo>
                  <a:lnTo>
                    <a:pt x="1" y="3219"/>
                  </a:lnTo>
                  <a:cubicBezTo>
                    <a:pt x="1" y="3767"/>
                    <a:pt x="457" y="4246"/>
                    <a:pt x="1028" y="4246"/>
                  </a:cubicBezTo>
                  <a:lnTo>
                    <a:pt x="1302" y="4246"/>
                  </a:lnTo>
                  <a:lnTo>
                    <a:pt x="1028" y="7670"/>
                  </a:lnTo>
                  <a:cubicBezTo>
                    <a:pt x="937" y="8674"/>
                    <a:pt x="1690" y="9542"/>
                    <a:pt x="2694" y="9633"/>
                  </a:cubicBezTo>
                  <a:lnTo>
                    <a:pt x="2877" y="9633"/>
                  </a:lnTo>
                  <a:cubicBezTo>
                    <a:pt x="2931" y="9638"/>
                    <a:pt x="2985" y="9640"/>
                    <a:pt x="3038" y="9640"/>
                  </a:cubicBezTo>
                  <a:cubicBezTo>
                    <a:pt x="3954" y="9640"/>
                    <a:pt x="4752" y="8916"/>
                    <a:pt x="4817" y="7967"/>
                  </a:cubicBezTo>
                  <a:lnTo>
                    <a:pt x="4931" y="6688"/>
                  </a:lnTo>
                  <a:cubicBezTo>
                    <a:pt x="5844" y="6666"/>
                    <a:pt x="6574" y="5935"/>
                    <a:pt x="6574" y="5022"/>
                  </a:cubicBezTo>
                  <a:lnTo>
                    <a:pt x="6574" y="1005"/>
                  </a:lnTo>
                  <a:cubicBezTo>
                    <a:pt x="6574" y="914"/>
                    <a:pt x="6552" y="822"/>
                    <a:pt x="6552" y="731"/>
                  </a:cubicBezTo>
                  <a:cubicBezTo>
                    <a:pt x="6415" y="777"/>
                    <a:pt x="6278" y="822"/>
                    <a:pt x="6118" y="822"/>
                  </a:cubicBezTo>
                  <a:lnTo>
                    <a:pt x="5661" y="822"/>
                  </a:lnTo>
                  <a:cubicBezTo>
                    <a:pt x="5251" y="822"/>
                    <a:pt x="4908" y="548"/>
                    <a:pt x="4817" y="183"/>
                  </a:cubicBezTo>
                  <a:cubicBezTo>
                    <a:pt x="4612" y="411"/>
                    <a:pt x="4315" y="571"/>
                    <a:pt x="3972" y="571"/>
                  </a:cubicBezTo>
                  <a:lnTo>
                    <a:pt x="2991" y="571"/>
                  </a:lnTo>
                  <a:cubicBezTo>
                    <a:pt x="2626" y="571"/>
                    <a:pt x="2306" y="343"/>
                    <a:pt x="216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58"/>
            <p:cNvSpPr/>
            <p:nvPr/>
          </p:nvSpPr>
          <p:spPr>
            <a:xfrm>
              <a:off x="737162" y="1904937"/>
              <a:ext cx="26149" cy="40516"/>
            </a:xfrm>
            <a:custGeom>
              <a:avLst/>
              <a:gdLst/>
              <a:ahLst/>
              <a:cxnLst/>
              <a:rect l="l" t="t" r="r" b="b"/>
              <a:pathLst>
                <a:path w="526" h="815" extrusionOk="0">
                  <a:moveTo>
                    <a:pt x="69" y="0"/>
                  </a:moveTo>
                  <a:cubicBezTo>
                    <a:pt x="50" y="0"/>
                    <a:pt x="33" y="6"/>
                    <a:pt x="24" y="15"/>
                  </a:cubicBezTo>
                  <a:cubicBezTo>
                    <a:pt x="1" y="61"/>
                    <a:pt x="1" y="107"/>
                    <a:pt x="24" y="130"/>
                  </a:cubicBezTo>
                  <a:lnTo>
                    <a:pt x="343" y="495"/>
                  </a:lnTo>
                  <a:lnTo>
                    <a:pt x="69" y="655"/>
                  </a:lnTo>
                  <a:cubicBezTo>
                    <a:pt x="24" y="677"/>
                    <a:pt x="24" y="746"/>
                    <a:pt x="46" y="769"/>
                  </a:cubicBezTo>
                  <a:cubicBezTo>
                    <a:pt x="46" y="792"/>
                    <a:pt x="69" y="814"/>
                    <a:pt x="92" y="814"/>
                  </a:cubicBezTo>
                  <a:cubicBezTo>
                    <a:pt x="115" y="814"/>
                    <a:pt x="138" y="792"/>
                    <a:pt x="138" y="792"/>
                  </a:cubicBezTo>
                  <a:lnTo>
                    <a:pt x="503" y="563"/>
                  </a:lnTo>
                  <a:cubicBezTo>
                    <a:pt x="526" y="563"/>
                    <a:pt x="526" y="540"/>
                    <a:pt x="526" y="518"/>
                  </a:cubicBezTo>
                  <a:cubicBezTo>
                    <a:pt x="526" y="495"/>
                    <a:pt x="526" y="472"/>
                    <a:pt x="503" y="449"/>
                  </a:cubicBezTo>
                  <a:lnTo>
                    <a:pt x="138" y="38"/>
                  </a:lnTo>
                  <a:cubicBezTo>
                    <a:pt x="124" y="12"/>
                    <a:pt x="95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58"/>
            <p:cNvSpPr/>
            <p:nvPr/>
          </p:nvSpPr>
          <p:spPr>
            <a:xfrm>
              <a:off x="924385" y="1874761"/>
              <a:ext cx="39770" cy="78645"/>
            </a:xfrm>
            <a:custGeom>
              <a:avLst/>
              <a:gdLst/>
              <a:ahLst/>
              <a:cxnLst/>
              <a:rect l="l" t="t" r="r" b="b"/>
              <a:pathLst>
                <a:path w="800" h="1582" extrusionOk="0">
                  <a:moveTo>
                    <a:pt x="528" y="0"/>
                  </a:moveTo>
                  <a:cubicBezTo>
                    <a:pt x="520" y="0"/>
                    <a:pt x="511" y="2"/>
                    <a:pt x="503" y="6"/>
                  </a:cubicBezTo>
                  <a:cubicBezTo>
                    <a:pt x="457" y="6"/>
                    <a:pt x="435" y="52"/>
                    <a:pt x="457" y="97"/>
                  </a:cubicBezTo>
                  <a:lnTo>
                    <a:pt x="617" y="1102"/>
                  </a:lnTo>
                  <a:cubicBezTo>
                    <a:pt x="640" y="1170"/>
                    <a:pt x="617" y="1262"/>
                    <a:pt x="572" y="1330"/>
                  </a:cubicBezTo>
                  <a:cubicBezTo>
                    <a:pt x="503" y="1376"/>
                    <a:pt x="435" y="1421"/>
                    <a:pt x="366" y="1421"/>
                  </a:cubicBezTo>
                  <a:lnTo>
                    <a:pt x="69" y="1421"/>
                  </a:lnTo>
                  <a:cubicBezTo>
                    <a:pt x="24" y="1421"/>
                    <a:pt x="1" y="1467"/>
                    <a:pt x="1" y="1490"/>
                  </a:cubicBezTo>
                  <a:cubicBezTo>
                    <a:pt x="1" y="1535"/>
                    <a:pt x="24" y="1581"/>
                    <a:pt x="69" y="1581"/>
                  </a:cubicBezTo>
                  <a:lnTo>
                    <a:pt x="366" y="1581"/>
                  </a:lnTo>
                  <a:cubicBezTo>
                    <a:pt x="480" y="1581"/>
                    <a:pt x="594" y="1513"/>
                    <a:pt x="686" y="1421"/>
                  </a:cubicBezTo>
                  <a:cubicBezTo>
                    <a:pt x="754" y="1330"/>
                    <a:pt x="800" y="1193"/>
                    <a:pt x="777" y="1079"/>
                  </a:cubicBezTo>
                  <a:lnTo>
                    <a:pt x="594" y="75"/>
                  </a:lnTo>
                  <a:cubicBezTo>
                    <a:pt x="594" y="37"/>
                    <a:pt x="564" y="0"/>
                    <a:pt x="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58"/>
            <p:cNvSpPr/>
            <p:nvPr/>
          </p:nvSpPr>
          <p:spPr>
            <a:xfrm>
              <a:off x="976585" y="1898872"/>
              <a:ext cx="22768" cy="20680"/>
            </a:xfrm>
            <a:custGeom>
              <a:avLst/>
              <a:gdLst/>
              <a:ahLst/>
              <a:cxnLst/>
              <a:rect l="l" t="t" r="r" b="b"/>
              <a:pathLst>
                <a:path w="458" h="416" extrusionOk="0">
                  <a:moveTo>
                    <a:pt x="183" y="0"/>
                  </a:moveTo>
                  <a:cubicBezTo>
                    <a:pt x="69" y="23"/>
                    <a:pt x="1" y="137"/>
                    <a:pt x="24" y="252"/>
                  </a:cubicBezTo>
                  <a:cubicBezTo>
                    <a:pt x="44" y="351"/>
                    <a:pt x="133" y="416"/>
                    <a:pt x="231" y="416"/>
                  </a:cubicBezTo>
                  <a:cubicBezTo>
                    <a:pt x="245" y="416"/>
                    <a:pt x="260" y="414"/>
                    <a:pt x="275" y="411"/>
                  </a:cubicBezTo>
                  <a:cubicBezTo>
                    <a:pt x="389" y="411"/>
                    <a:pt x="457" y="297"/>
                    <a:pt x="435" y="183"/>
                  </a:cubicBezTo>
                  <a:cubicBezTo>
                    <a:pt x="412" y="69"/>
                    <a:pt x="298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58"/>
            <p:cNvSpPr/>
            <p:nvPr/>
          </p:nvSpPr>
          <p:spPr>
            <a:xfrm rot="-9899917">
              <a:off x="907383" y="2039811"/>
              <a:ext cx="27292" cy="10042"/>
            </a:xfrm>
            <a:custGeom>
              <a:avLst/>
              <a:gdLst/>
              <a:ahLst/>
              <a:cxnLst/>
              <a:rect l="l" t="t" r="r" b="b"/>
              <a:pathLst>
                <a:path w="549" h="202" extrusionOk="0">
                  <a:moveTo>
                    <a:pt x="324" y="1"/>
                  </a:moveTo>
                  <a:cubicBezTo>
                    <a:pt x="229" y="1"/>
                    <a:pt x="117" y="29"/>
                    <a:pt x="23" y="133"/>
                  </a:cubicBezTo>
                  <a:cubicBezTo>
                    <a:pt x="0" y="156"/>
                    <a:pt x="0" y="178"/>
                    <a:pt x="23" y="201"/>
                  </a:cubicBezTo>
                  <a:lnTo>
                    <a:pt x="69" y="201"/>
                  </a:lnTo>
                  <a:cubicBezTo>
                    <a:pt x="160" y="110"/>
                    <a:pt x="263" y="87"/>
                    <a:pt x="343" y="87"/>
                  </a:cubicBezTo>
                  <a:cubicBezTo>
                    <a:pt x="423" y="87"/>
                    <a:pt x="480" y="110"/>
                    <a:pt x="480" y="110"/>
                  </a:cubicBezTo>
                  <a:cubicBezTo>
                    <a:pt x="491" y="121"/>
                    <a:pt x="497" y="127"/>
                    <a:pt x="503" y="127"/>
                  </a:cubicBezTo>
                  <a:cubicBezTo>
                    <a:pt x="508" y="127"/>
                    <a:pt x="514" y="121"/>
                    <a:pt x="525" y="110"/>
                  </a:cubicBezTo>
                  <a:cubicBezTo>
                    <a:pt x="525" y="110"/>
                    <a:pt x="548" y="110"/>
                    <a:pt x="548" y="87"/>
                  </a:cubicBezTo>
                  <a:cubicBezTo>
                    <a:pt x="548" y="64"/>
                    <a:pt x="548" y="41"/>
                    <a:pt x="525" y="41"/>
                  </a:cubicBezTo>
                  <a:cubicBezTo>
                    <a:pt x="525" y="41"/>
                    <a:pt x="437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58"/>
            <p:cNvSpPr/>
            <p:nvPr/>
          </p:nvSpPr>
          <p:spPr>
            <a:xfrm>
              <a:off x="837037" y="1835437"/>
              <a:ext cx="86301" cy="36738"/>
            </a:xfrm>
            <a:custGeom>
              <a:avLst/>
              <a:gdLst/>
              <a:ahLst/>
              <a:cxnLst/>
              <a:rect l="l" t="t" r="r" b="b"/>
              <a:pathLst>
                <a:path w="1736" h="739" extrusionOk="0">
                  <a:moveTo>
                    <a:pt x="1018" y="1"/>
                  </a:moveTo>
                  <a:cubicBezTo>
                    <a:pt x="948" y="1"/>
                    <a:pt x="874" y="7"/>
                    <a:pt x="799" y="21"/>
                  </a:cubicBezTo>
                  <a:cubicBezTo>
                    <a:pt x="411" y="90"/>
                    <a:pt x="160" y="272"/>
                    <a:pt x="92" y="432"/>
                  </a:cubicBezTo>
                  <a:cubicBezTo>
                    <a:pt x="0" y="592"/>
                    <a:pt x="69" y="706"/>
                    <a:pt x="160" y="729"/>
                  </a:cubicBezTo>
                  <a:cubicBezTo>
                    <a:pt x="194" y="735"/>
                    <a:pt x="229" y="738"/>
                    <a:pt x="265" y="738"/>
                  </a:cubicBezTo>
                  <a:cubicBezTo>
                    <a:pt x="352" y="738"/>
                    <a:pt x="445" y="722"/>
                    <a:pt x="525" y="706"/>
                  </a:cubicBezTo>
                  <a:cubicBezTo>
                    <a:pt x="662" y="683"/>
                    <a:pt x="799" y="637"/>
                    <a:pt x="891" y="637"/>
                  </a:cubicBezTo>
                  <a:cubicBezTo>
                    <a:pt x="1005" y="615"/>
                    <a:pt x="1142" y="592"/>
                    <a:pt x="1279" y="592"/>
                  </a:cubicBezTo>
                  <a:cubicBezTo>
                    <a:pt x="1393" y="569"/>
                    <a:pt x="1530" y="569"/>
                    <a:pt x="1621" y="500"/>
                  </a:cubicBezTo>
                  <a:cubicBezTo>
                    <a:pt x="1712" y="455"/>
                    <a:pt x="1735" y="318"/>
                    <a:pt x="1598" y="204"/>
                  </a:cubicBezTo>
                  <a:cubicBezTo>
                    <a:pt x="1507" y="95"/>
                    <a:pt x="1287" y="1"/>
                    <a:pt x="1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58"/>
            <p:cNvSpPr/>
            <p:nvPr/>
          </p:nvSpPr>
          <p:spPr>
            <a:xfrm>
              <a:off x="968680" y="1843789"/>
              <a:ext cx="60152" cy="29480"/>
            </a:xfrm>
            <a:custGeom>
              <a:avLst/>
              <a:gdLst/>
              <a:ahLst/>
              <a:cxnLst/>
              <a:rect l="l" t="t" r="r" b="b"/>
              <a:pathLst>
                <a:path w="1210" h="593" extrusionOk="0">
                  <a:moveTo>
                    <a:pt x="527" y="1"/>
                  </a:moveTo>
                  <a:cubicBezTo>
                    <a:pt x="332" y="1"/>
                    <a:pt x="166" y="75"/>
                    <a:pt x="91" y="150"/>
                  </a:cubicBezTo>
                  <a:cubicBezTo>
                    <a:pt x="0" y="264"/>
                    <a:pt x="23" y="355"/>
                    <a:pt x="69" y="401"/>
                  </a:cubicBezTo>
                  <a:cubicBezTo>
                    <a:pt x="137" y="447"/>
                    <a:pt x="228" y="447"/>
                    <a:pt x="320" y="469"/>
                  </a:cubicBezTo>
                  <a:cubicBezTo>
                    <a:pt x="411" y="469"/>
                    <a:pt x="502" y="492"/>
                    <a:pt x="571" y="492"/>
                  </a:cubicBezTo>
                  <a:cubicBezTo>
                    <a:pt x="662" y="515"/>
                    <a:pt x="730" y="538"/>
                    <a:pt x="822" y="561"/>
                  </a:cubicBezTo>
                  <a:cubicBezTo>
                    <a:pt x="886" y="577"/>
                    <a:pt x="951" y="593"/>
                    <a:pt x="1007" y="593"/>
                  </a:cubicBezTo>
                  <a:cubicBezTo>
                    <a:pt x="1031" y="593"/>
                    <a:pt x="1053" y="590"/>
                    <a:pt x="1073" y="584"/>
                  </a:cubicBezTo>
                  <a:cubicBezTo>
                    <a:pt x="1164" y="561"/>
                    <a:pt x="1210" y="469"/>
                    <a:pt x="1141" y="332"/>
                  </a:cubicBezTo>
                  <a:cubicBezTo>
                    <a:pt x="1096" y="218"/>
                    <a:pt x="913" y="59"/>
                    <a:pt x="662" y="13"/>
                  </a:cubicBezTo>
                  <a:cubicBezTo>
                    <a:pt x="616" y="5"/>
                    <a:pt x="571" y="1"/>
                    <a:pt x="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58"/>
            <p:cNvSpPr/>
            <p:nvPr/>
          </p:nvSpPr>
          <p:spPr>
            <a:xfrm>
              <a:off x="884663" y="1898872"/>
              <a:ext cx="23912" cy="22917"/>
            </a:xfrm>
            <a:custGeom>
              <a:avLst/>
              <a:gdLst/>
              <a:ahLst/>
              <a:cxnLst/>
              <a:rect l="l" t="t" r="r" b="b"/>
              <a:pathLst>
                <a:path w="481" h="461" extrusionOk="0">
                  <a:moveTo>
                    <a:pt x="252" y="0"/>
                  </a:moveTo>
                  <a:cubicBezTo>
                    <a:pt x="115" y="0"/>
                    <a:pt x="24" y="92"/>
                    <a:pt x="1" y="206"/>
                  </a:cubicBezTo>
                  <a:cubicBezTo>
                    <a:pt x="1" y="343"/>
                    <a:pt x="92" y="457"/>
                    <a:pt x="206" y="457"/>
                  </a:cubicBezTo>
                  <a:cubicBezTo>
                    <a:pt x="221" y="459"/>
                    <a:pt x="234" y="460"/>
                    <a:pt x="248" y="460"/>
                  </a:cubicBezTo>
                  <a:cubicBezTo>
                    <a:pt x="366" y="460"/>
                    <a:pt x="457" y="374"/>
                    <a:pt x="457" y="252"/>
                  </a:cubicBezTo>
                  <a:cubicBezTo>
                    <a:pt x="480" y="115"/>
                    <a:pt x="366" y="23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58"/>
            <p:cNvSpPr/>
            <p:nvPr/>
          </p:nvSpPr>
          <p:spPr>
            <a:xfrm>
              <a:off x="884663" y="1919503"/>
              <a:ext cx="20482" cy="4375"/>
            </a:xfrm>
            <a:custGeom>
              <a:avLst/>
              <a:gdLst/>
              <a:ahLst/>
              <a:cxnLst/>
              <a:rect l="l" t="t" r="r" b="b"/>
              <a:pathLst>
                <a:path w="412" h="88" extrusionOk="0">
                  <a:moveTo>
                    <a:pt x="198" y="0"/>
                  </a:moveTo>
                  <a:cubicBezTo>
                    <a:pt x="84" y="0"/>
                    <a:pt x="1" y="65"/>
                    <a:pt x="1" y="65"/>
                  </a:cubicBezTo>
                  <a:lnTo>
                    <a:pt x="412" y="88"/>
                  </a:lnTo>
                  <a:cubicBezTo>
                    <a:pt x="337" y="21"/>
                    <a:pt x="262" y="0"/>
                    <a:pt x="198" y="0"/>
                  </a:cubicBezTo>
                  <a:close/>
                </a:path>
              </a:pathLst>
            </a:custGeom>
            <a:solidFill>
              <a:srgbClr val="E8A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58"/>
            <p:cNvSpPr/>
            <p:nvPr/>
          </p:nvSpPr>
          <p:spPr>
            <a:xfrm>
              <a:off x="880139" y="1915576"/>
              <a:ext cx="28436" cy="11732"/>
            </a:xfrm>
            <a:custGeom>
              <a:avLst/>
              <a:gdLst/>
              <a:ahLst/>
              <a:cxnLst/>
              <a:rect l="l" t="t" r="r" b="b"/>
              <a:pathLst>
                <a:path w="572" h="236" extrusionOk="0">
                  <a:moveTo>
                    <a:pt x="280" y="0"/>
                  </a:moveTo>
                  <a:cubicBezTo>
                    <a:pt x="181" y="0"/>
                    <a:pt x="96" y="38"/>
                    <a:pt x="46" y="75"/>
                  </a:cubicBezTo>
                  <a:cubicBezTo>
                    <a:pt x="1" y="98"/>
                    <a:pt x="1" y="144"/>
                    <a:pt x="24" y="189"/>
                  </a:cubicBezTo>
                  <a:cubicBezTo>
                    <a:pt x="40" y="206"/>
                    <a:pt x="67" y="222"/>
                    <a:pt x="98" y="222"/>
                  </a:cubicBezTo>
                  <a:cubicBezTo>
                    <a:pt x="111" y="222"/>
                    <a:pt x="124" y="219"/>
                    <a:pt x="138" y="212"/>
                  </a:cubicBezTo>
                  <a:cubicBezTo>
                    <a:pt x="151" y="199"/>
                    <a:pt x="205" y="161"/>
                    <a:pt x="274" y="161"/>
                  </a:cubicBezTo>
                  <a:cubicBezTo>
                    <a:pt x="322" y="161"/>
                    <a:pt x="378" y="179"/>
                    <a:pt x="434" y="235"/>
                  </a:cubicBezTo>
                  <a:lnTo>
                    <a:pt x="503" y="235"/>
                  </a:lnTo>
                  <a:cubicBezTo>
                    <a:pt x="503" y="235"/>
                    <a:pt x="526" y="235"/>
                    <a:pt x="548" y="212"/>
                  </a:cubicBezTo>
                  <a:cubicBezTo>
                    <a:pt x="571" y="189"/>
                    <a:pt x="571" y="144"/>
                    <a:pt x="548" y="98"/>
                  </a:cubicBezTo>
                  <a:cubicBezTo>
                    <a:pt x="456" y="26"/>
                    <a:pt x="363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58"/>
            <p:cNvSpPr/>
            <p:nvPr/>
          </p:nvSpPr>
          <p:spPr>
            <a:xfrm>
              <a:off x="980015" y="1919553"/>
              <a:ext cx="17051" cy="2038"/>
            </a:xfrm>
            <a:custGeom>
              <a:avLst/>
              <a:gdLst/>
              <a:ahLst/>
              <a:cxnLst/>
              <a:rect l="l" t="t" r="r" b="b"/>
              <a:pathLst>
                <a:path w="343" h="41" extrusionOk="0">
                  <a:moveTo>
                    <a:pt x="183" y="0"/>
                  </a:moveTo>
                  <a:cubicBezTo>
                    <a:pt x="81" y="0"/>
                    <a:pt x="0" y="41"/>
                    <a:pt x="0" y="41"/>
                  </a:cubicBezTo>
                  <a:lnTo>
                    <a:pt x="343" y="41"/>
                  </a:lnTo>
                  <a:cubicBezTo>
                    <a:pt x="289" y="11"/>
                    <a:pt x="234" y="0"/>
                    <a:pt x="183" y="0"/>
                  </a:cubicBezTo>
                  <a:close/>
                </a:path>
              </a:pathLst>
            </a:custGeom>
            <a:solidFill>
              <a:srgbClr val="E8A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58"/>
            <p:cNvSpPr/>
            <p:nvPr/>
          </p:nvSpPr>
          <p:spPr>
            <a:xfrm>
              <a:off x="975491" y="1916123"/>
              <a:ext cx="26099" cy="10042"/>
            </a:xfrm>
            <a:custGeom>
              <a:avLst/>
              <a:gdLst/>
              <a:ahLst/>
              <a:cxnLst/>
              <a:rect l="l" t="t" r="r" b="b"/>
              <a:pathLst>
                <a:path w="525" h="202" extrusionOk="0">
                  <a:moveTo>
                    <a:pt x="281" y="1"/>
                  </a:moveTo>
                  <a:cubicBezTo>
                    <a:pt x="157" y="1"/>
                    <a:pt x="61" y="42"/>
                    <a:pt x="46" y="42"/>
                  </a:cubicBezTo>
                  <a:cubicBezTo>
                    <a:pt x="23" y="64"/>
                    <a:pt x="0" y="110"/>
                    <a:pt x="23" y="133"/>
                  </a:cubicBezTo>
                  <a:cubicBezTo>
                    <a:pt x="40" y="166"/>
                    <a:pt x="68" y="187"/>
                    <a:pt x="92" y="187"/>
                  </a:cubicBezTo>
                  <a:cubicBezTo>
                    <a:pt x="100" y="187"/>
                    <a:pt x="108" y="185"/>
                    <a:pt x="114" y="178"/>
                  </a:cubicBezTo>
                  <a:cubicBezTo>
                    <a:pt x="114" y="178"/>
                    <a:pt x="185" y="148"/>
                    <a:pt x="273" y="148"/>
                  </a:cubicBezTo>
                  <a:cubicBezTo>
                    <a:pt x="317" y="148"/>
                    <a:pt x="365" y="156"/>
                    <a:pt x="411" y="178"/>
                  </a:cubicBezTo>
                  <a:cubicBezTo>
                    <a:pt x="411" y="201"/>
                    <a:pt x="434" y="201"/>
                    <a:pt x="434" y="201"/>
                  </a:cubicBezTo>
                  <a:cubicBezTo>
                    <a:pt x="479" y="201"/>
                    <a:pt x="502" y="178"/>
                    <a:pt x="502" y="156"/>
                  </a:cubicBezTo>
                  <a:cubicBezTo>
                    <a:pt x="525" y="110"/>
                    <a:pt x="525" y="64"/>
                    <a:pt x="479" y="42"/>
                  </a:cubicBezTo>
                  <a:cubicBezTo>
                    <a:pt x="411" y="11"/>
                    <a:pt x="342" y="1"/>
                    <a:pt x="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58"/>
            <p:cNvSpPr/>
            <p:nvPr/>
          </p:nvSpPr>
          <p:spPr>
            <a:xfrm>
              <a:off x="860850" y="1955844"/>
              <a:ext cx="68156" cy="43846"/>
            </a:xfrm>
            <a:custGeom>
              <a:avLst/>
              <a:gdLst/>
              <a:ahLst/>
              <a:cxnLst/>
              <a:rect l="l" t="t" r="r" b="b"/>
              <a:pathLst>
                <a:path w="1371" h="882" extrusionOk="0">
                  <a:moveTo>
                    <a:pt x="392" y="0"/>
                  </a:moveTo>
                  <a:cubicBezTo>
                    <a:pt x="359" y="0"/>
                    <a:pt x="326" y="13"/>
                    <a:pt x="297" y="41"/>
                  </a:cubicBezTo>
                  <a:cubicBezTo>
                    <a:pt x="115" y="156"/>
                    <a:pt x="1" y="544"/>
                    <a:pt x="571" y="795"/>
                  </a:cubicBezTo>
                  <a:cubicBezTo>
                    <a:pt x="695" y="856"/>
                    <a:pt x="802" y="881"/>
                    <a:pt x="893" y="881"/>
                  </a:cubicBezTo>
                  <a:cubicBezTo>
                    <a:pt x="1141" y="881"/>
                    <a:pt x="1281" y="700"/>
                    <a:pt x="1347" y="566"/>
                  </a:cubicBezTo>
                  <a:cubicBezTo>
                    <a:pt x="1370" y="498"/>
                    <a:pt x="1325" y="384"/>
                    <a:pt x="1233" y="384"/>
                  </a:cubicBezTo>
                  <a:cubicBezTo>
                    <a:pt x="891" y="338"/>
                    <a:pt x="640" y="156"/>
                    <a:pt x="526" y="64"/>
                  </a:cubicBezTo>
                  <a:cubicBezTo>
                    <a:pt x="486" y="24"/>
                    <a:pt x="438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58"/>
            <p:cNvSpPr/>
            <p:nvPr/>
          </p:nvSpPr>
          <p:spPr>
            <a:xfrm>
              <a:off x="694059" y="2132129"/>
              <a:ext cx="288233" cy="179760"/>
            </a:xfrm>
            <a:custGeom>
              <a:avLst/>
              <a:gdLst/>
              <a:ahLst/>
              <a:cxnLst/>
              <a:rect l="l" t="t" r="r" b="b"/>
              <a:pathLst>
                <a:path w="5798" h="3616" extrusionOk="0">
                  <a:moveTo>
                    <a:pt x="891" y="0"/>
                  </a:moveTo>
                  <a:cubicBezTo>
                    <a:pt x="820" y="0"/>
                    <a:pt x="738" y="41"/>
                    <a:pt x="708" y="102"/>
                  </a:cubicBezTo>
                  <a:lnTo>
                    <a:pt x="69" y="1426"/>
                  </a:lnTo>
                  <a:cubicBezTo>
                    <a:pt x="0" y="1563"/>
                    <a:pt x="23" y="1745"/>
                    <a:pt x="114" y="1859"/>
                  </a:cubicBezTo>
                  <a:lnTo>
                    <a:pt x="1484" y="3480"/>
                  </a:lnTo>
                  <a:cubicBezTo>
                    <a:pt x="1560" y="3569"/>
                    <a:pt x="1665" y="3616"/>
                    <a:pt x="1770" y="3616"/>
                  </a:cubicBezTo>
                  <a:cubicBezTo>
                    <a:pt x="1854" y="3616"/>
                    <a:pt x="1938" y="3586"/>
                    <a:pt x="2009" y="3526"/>
                  </a:cubicBezTo>
                  <a:lnTo>
                    <a:pt x="3310" y="2339"/>
                  </a:lnTo>
                  <a:cubicBezTo>
                    <a:pt x="3321" y="2316"/>
                    <a:pt x="3339" y="2304"/>
                    <a:pt x="3356" y="2304"/>
                  </a:cubicBezTo>
                  <a:cubicBezTo>
                    <a:pt x="3373" y="2304"/>
                    <a:pt x="3390" y="2316"/>
                    <a:pt x="3401" y="2339"/>
                  </a:cubicBezTo>
                  <a:lnTo>
                    <a:pt x="4223" y="3252"/>
                  </a:lnTo>
                  <a:cubicBezTo>
                    <a:pt x="4267" y="3318"/>
                    <a:pt x="4327" y="3352"/>
                    <a:pt x="4387" y="3352"/>
                  </a:cubicBezTo>
                  <a:cubicBezTo>
                    <a:pt x="4452" y="3352"/>
                    <a:pt x="4518" y="3312"/>
                    <a:pt x="4565" y="3229"/>
                  </a:cubicBezTo>
                  <a:lnTo>
                    <a:pt x="5684" y="1973"/>
                  </a:lnTo>
                  <a:cubicBezTo>
                    <a:pt x="5775" y="1859"/>
                    <a:pt x="5798" y="1722"/>
                    <a:pt x="5752" y="1585"/>
                  </a:cubicBezTo>
                  <a:lnTo>
                    <a:pt x="5319" y="467"/>
                  </a:lnTo>
                  <a:cubicBezTo>
                    <a:pt x="5303" y="329"/>
                    <a:pt x="5205" y="242"/>
                    <a:pt x="5101" y="242"/>
                  </a:cubicBezTo>
                  <a:cubicBezTo>
                    <a:pt x="5050" y="242"/>
                    <a:pt x="4998" y="262"/>
                    <a:pt x="4953" y="307"/>
                  </a:cubicBezTo>
                  <a:lnTo>
                    <a:pt x="3378" y="1951"/>
                  </a:lnTo>
                  <a:cubicBezTo>
                    <a:pt x="3367" y="1962"/>
                    <a:pt x="3356" y="1968"/>
                    <a:pt x="3347" y="1968"/>
                  </a:cubicBezTo>
                  <a:cubicBezTo>
                    <a:pt x="3339" y="1968"/>
                    <a:pt x="3333" y="1962"/>
                    <a:pt x="3333" y="1951"/>
                  </a:cubicBezTo>
                  <a:lnTo>
                    <a:pt x="982" y="33"/>
                  </a:lnTo>
                  <a:cubicBezTo>
                    <a:pt x="959" y="10"/>
                    <a:pt x="926" y="0"/>
                    <a:pt x="89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58"/>
            <p:cNvSpPr/>
            <p:nvPr/>
          </p:nvSpPr>
          <p:spPr>
            <a:xfrm>
              <a:off x="999304" y="2353903"/>
              <a:ext cx="180456" cy="28436"/>
            </a:xfrm>
            <a:custGeom>
              <a:avLst/>
              <a:gdLst/>
              <a:ahLst/>
              <a:cxnLst/>
              <a:rect l="l" t="t" r="r" b="b"/>
              <a:pathLst>
                <a:path w="3630" h="572" extrusionOk="0">
                  <a:moveTo>
                    <a:pt x="137" y="0"/>
                  </a:moveTo>
                  <a:cubicBezTo>
                    <a:pt x="69" y="0"/>
                    <a:pt x="0" y="69"/>
                    <a:pt x="0" y="137"/>
                  </a:cubicBezTo>
                  <a:lnTo>
                    <a:pt x="0" y="434"/>
                  </a:lnTo>
                  <a:cubicBezTo>
                    <a:pt x="0" y="525"/>
                    <a:pt x="69" y="571"/>
                    <a:pt x="137" y="571"/>
                  </a:cubicBezTo>
                  <a:lnTo>
                    <a:pt x="3493" y="571"/>
                  </a:lnTo>
                  <a:cubicBezTo>
                    <a:pt x="3561" y="571"/>
                    <a:pt x="3630" y="525"/>
                    <a:pt x="3630" y="434"/>
                  </a:cubicBezTo>
                  <a:lnTo>
                    <a:pt x="3630" y="137"/>
                  </a:lnTo>
                  <a:cubicBezTo>
                    <a:pt x="3630" y="69"/>
                    <a:pt x="3561" y="0"/>
                    <a:pt x="349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58"/>
            <p:cNvSpPr/>
            <p:nvPr/>
          </p:nvSpPr>
          <p:spPr>
            <a:xfrm>
              <a:off x="985682" y="2390194"/>
              <a:ext cx="207699" cy="245182"/>
            </a:xfrm>
            <a:custGeom>
              <a:avLst/>
              <a:gdLst/>
              <a:ahLst/>
              <a:cxnLst/>
              <a:rect l="l" t="t" r="r" b="b"/>
              <a:pathLst>
                <a:path w="4178" h="4932" extrusionOk="0">
                  <a:moveTo>
                    <a:pt x="0" y="1"/>
                  </a:moveTo>
                  <a:lnTo>
                    <a:pt x="571" y="4931"/>
                  </a:lnTo>
                  <a:lnTo>
                    <a:pt x="3607" y="4931"/>
                  </a:lnTo>
                  <a:lnTo>
                    <a:pt x="417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58"/>
            <p:cNvSpPr/>
            <p:nvPr/>
          </p:nvSpPr>
          <p:spPr>
            <a:xfrm>
              <a:off x="969774" y="2376572"/>
              <a:ext cx="239515" cy="40913"/>
            </a:xfrm>
            <a:custGeom>
              <a:avLst/>
              <a:gdLst/>
              <a:ahLst/>
              <a:cxnLst/>
              <a:rect l="l" t="t" r="r" b="b"/>
              <a:pathLst>
                <a:path w="4818" h="823" extrusionOk="0">
                  <a:moveTo>
                    <a:pt x="412" y="1"/>
                  </a:moveTo>
                  <a:cubicBezTo>
                    <a:pt x="183" y="1"/>
                    <a:pt x="1" y="184"/>
                    <a:pt x="1" y="412"/>
                  </a:cubicBezTo>
                  <a:cubicBezTo>
                    <a:pt x="1" y="640"/>
                    <a:pt x="183" y="823"/>
                    <a:pt x="412" y="823"/>
                  </a:cubicBezTo>
                  <a:lnTo>
                    <a:pt x="4406" y="823"/>
                  </a:lnTo>
                  <a:cubicBezTo>
                    <a:pt x="4634" y="823"/>
                    <a:pt x="4817" y="640"/>
                    <a:pt x="4817" y="412"/>
                  </a:cubicBezTo>
                  <a:cubicBezTo>
                    <a:pt x="4817" y="184"/>
                    <a:pt x="4634" y="1"/>
                    <a:pt x="440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58"/>
            <p:cNvSpPr/>
            <p:nvPr/>
          </p:nvSpPr>
          <p:spPr>
            <a:xfrm>
              <a:off x="1042406" y="2451491"/>
              <a:ext cx="94255" cy="94205"/>
            </a:xfrm>
            <a:custGeom>
              <a:avLst/>
              <a:gdLst/>
              <a:ahLst/>
              <a:cxnLst/>
              <a:rect l="l" t="t" r="r" b="b"/>
              <a:pathLst>
                <a:path w="1896" h="1895" extrusionOk="0">
                  <a:moveTo>
                    <a:pt x="959" y="0"/>
                  </a:moveTo>
                  <a:cubicBezTo>
                    <a:pt x="434" y="0"/>
                    <a:pt x="1" y="434"/>
                    <a:pt x="1" y="959"/>
                  </a:cubicBezTo>
                  <a:cubicBezTo>
                    <a:pt x="1" y="1484"/>
                    <a:pt x="434" y="1895"/>
                    <a:pt x="959" y="1895"/>
                  </a:cubicBezTo>
                  <a:cubicBezTo>
                    <a:pt x="1484" y="1895"/>
                    <a:pt x="1895" y="1484"/>
                    <a:pt x="1895" y="959"/>
                  </a:cubicBezTo>
                  <a:cubicBezTo>
                    <a:pt x="1895" y="434"/>
                    <a:pt x="1484" y="0"/>
                    <a:pt x="95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8"/>
            <p:cNvSpPr/>
            <p:nvPr/>
          </p:nvSpPr>
          <p:spPr>
            <a:xfrm>
              <a:off x="378425" y="2429915"/>
              <a:ext cx="819461" cy="443783"/>
            </a:xfrm>
            <a:custGeom>
              <a:avLst/>
              <a:gdLst/>
              <a:ahLst/>
              <a:cxnLst/>
              <a:rect l="l" t="t" r="r" b="b"/>
              <a:pathLst>
                <a:path w="16484" h="8927" extrusionOk="0">
                  <a:moveTo>
                    <a:pt x="15411" y="2603"/>
                  </a:moveTo>
                  <a:cubicBezTo>
                    <a:pt x="15365" y="2626"/>
                    <a:pt x="15320" y="2626"/>
                    <a:pt x="15274" y="2626"/>
                  </a:cubicBezTo>
                  <a:cubicBezTo>
                    <a:pt x="15320" y="2626"/>
                    <a:pt x="15365" y="2603"/>
                    <a:pt x="15411" y="2603"/>
                  </a:cubicBezTo>
                  <a:close/>
                  <a:moveTo>
                    <a:pt x="13585" y="1"/>
                  </a:moveTo>
                  <a:cubicBezTo>
                    <a:pt x="13516" y="24"/>
                    <a:pt x="13471" y="69"/>
                    <a:pt x="13402" y="115"/>
                  </a:cubicBezTo>
                  <a:cubicBezTo>
                    <a:pt x="12855" y="480"/>
                    <a:pt x="11485" y="1895"/>
                    <a:pt x="11485" y="1895"/>
                  </a:cubicBezTo>
                  <a:cubicBezTo>
                    <a:pt x="11348" y="2055"/>
                    <a:pt x="11211" y="2238"/>
                    <a:pt x="11097" y="2443"/>
                  </a:cubicBezTo>
                  <a:lnTo>
                    <a:pt x="5345" y="4246"/>
                  </a:lnTo>
                  <a:lnTo>
                    <a:pt x="5596" y="2900"/>
                  </a:lnTo>
                  <a:lnTo>
                    <a:pt x="803" y="2763"/>
                  </a:lnTo>
                  <a:lnTo>
                    <a:pt x="209" y="5661"/>
                  </a:lnTo>
                  <a:cubicBezTo>
                    <a:pt x="0" y="7468"/>
                    <a:pt x="1455" y="8927"/>
                    <a:pt x="3135" y="8927"/>
                  </a:cubicBezTo>
                  <a:cubicBezTo>
                    <a:pt x="3471" y="8927"/>
                    <a:pt x="3816" y="8868"/>
                    <a:pt x="4158" y="8743"/>
                  </a:cubicBezTo>
                  <a:lnTo>
                    <a:pt x="12330" y="5502"/>
                  </a:lnTo>
                  <a:cubicBezTo>
                    <a:pt x="12381" y="5507"/>
                    <a:pt x="12432" y="5510"/>
                    <a:pt x="12483" y="5510"/>
                  </a:cubicBezTo>
                  <a:cubicBezTo>
                    <a:pt x="12633" y="5510"/>
                    <a:pt x="12775" y="5484"/>
                    <a:pt x="12877" y="5433"/>
                  </a:cubicBezTo>
                  <a:lnTo>
                    <a:pt x="15297" y="4383"/>
                  </a:lnTo>
                  <a:cubicBezTo>
                    <a:pt x="15731" y="4223"/>
                    <a:pt x="15936" y="3630"/>
                    <a:pt x="15571" y="3561"/>
                  </a:cubicBezTo>
                  <a:cubicBezTo>
                    <a:pt x="15936" y="3539"/>
                    <a:pt x="16347" y="3356"/>
                    <a:pt x="16256" y="2900"/>
                  </a:cubicBezTo>
                  <a:cubicBezTo>
                    <a:pt x="16233" y="2648"/>
                    <a:pt x="16027" y="2580"/>
                    <a:pt x="15822" y="2580"/>
                  </a:cubicBezTo>
                  <a:cubicBezTo>
                    <a:pt x="16164" y="2534"/>
                    <a:pt x="16484" y="2420"/>
                    <a:pt x="16438" y="2055"/>
                  </a:cubicBezTo>
                  <a:cubicBezTo>
                    <a:pt x="16438" y="1668"/>
                    <a:pt x="16165" y="1572"/>
                    <a:pt x="15880" y="1572"/>
                  </a:cubicBezTo>
                  <a:cubicBezTo>
                    <a:pt x="15845" y="1572"/>
                    <a:pt x="15811" y="1573"/>
                    <a:pt x="15776" y="1576"/>
                  </a:cubicBezTo>
                  <a:cubicBezTo>
                    <a:pt x="16004" y="1507"/>
                    <a:pt x="16187" y="1393"/>
                    <a:pt x="16164" y="1096"/>
                  </a:cubicBezTo>
                  <a:cubicBezTo>
                    <a:pt x="16081" y="733"/>
                    <a:pt x="15837" y="620"/>
                    <a:pt x="15540" y="620"/>
                  </a:cubicBezTo>
                  <a:cubicBezTo>
                    <a:pt x="15184" y="620"/>
                    <a:pt x="14753" y="781"/>
                    <a:pt x="14429" y="868"/>
                  </a:cubicBezTo>
                  <a:cubicBezTo>
                    <a:pt x="14133" y="959"/>
                    <a:pt x="13882" y="1051"/>
                    <a:pt x="13653" y="1142"/>
                  </a:cubicBezTo>
                  <a:cubicBezTo>
                    <a:pt x="13768" y="868"/>
                    <a:pt x="13882" y="594"/>
                    <a:pt x="13882" y="297"/>
                  </a:cubicBezTo>
                  <a:cubicBezTo>
                    <a:pt x="13882" y="206"/>
                    <a:pt x="13882" y="92"/>
                    <a:pt x="13790" y="46"/>
                  </a:cubicBezTo>
                  <a:cubicBezTo>
                    <a:pt x="13745" y="1"/>
                    <a:pt x="13653" y="1"/>
                    <a:pt x="1358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58"/>
            <p:cNvSpPr/>
            <p:nvPr/>
          </p:nvSpPr>
          <p:spPr>
            <a:xfrm>
              <a:off x="640716" y="2381146"/>
              <a:ext cx="71536" cy="258754"/>
            </a:xfrm>
            <a:custGeom>
              <a:avLst/>
              <a:gdLst/>
              <a:ahLst/>
              <a:cxnLst/>
              <a:rect l="l" t="t" r="r" b="b"/>
              <a:pathLst>
                <a:path w="1439" h="5205" extrusionOk="0">
                  <a:moveTo>
                    <a:pt x="1370" y="0"/>
                  </a:moveTo>
                  <a:cubicBezTo>
                    <a:pt x="1324" y="0"/>
                    <a:pt x="1279" y="23"/>
                    <a:pt x="1279" y="69"/>
                  </a:cubicBezTo>
                  <a:lnTo>
                    <a:pt x="1119" y="3584"/>
                  </a:lnTo>
                  <a:cubicBezTo>
                    <a:pt x="1119" y="3721"/>
                    <a:pt x="1005" y="3812"/>
                    <a:pt x="891" y="3812"/>
                  </a:cubicBezTo>
                  <a:lnTo>
                    <a:pt x="252" y="3812"/>
                  </a:lnTo>
                  <a:lnTo>
                    <a:pt x="1" y="5113"/>
                  </a:lnTo>
                  <a:cubicBezTo>
                    <a:pt x="1" y="5136"/>
                    <a:pt x="23" y="5182"/>
                    <a:pt x="69" y="5204"/>
                  </a:cubicBezTo>
                  <a:lnTo>
                    <a:pt x="92" y="5204"/>
                  </a:lnTo>
                  <a:cubicBezTo>
                    <a:pt x="115" y="5204"/>
                    <a:pt x="160" y="5159"/>
                    <a:pt x="160" y="5136"/>
                  </a:cubicBezTo>
                  <a:lnTo>
                    <a:pt x="389" y="3949"/>
                  </a:lnTo>
                  <a:lnTo>
                    <a:pt x="891" y="3972"/>
                  </a:lnTo>
                  <a:cubicBezTo>
                    <a:pt x="1096" y="3972"/>
                    <a:pt x="1256" y="3812"/>
                    <a:pt x="1256" y="3607"/>
                  </a:cubicBezTo>
                  <a:lnTo>
                    <a:pt x="1439" y="69"/>
                  </a:lnTo>
                  <a:cubicBezTo>
                    <a:pt x="1439" y="23"/>
                    <a:pt x="1393" y="0"/>
                    <a:pt x="1370" y="0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58"/>
            <p:cNvSpPr/>
            <p:nvPr/>
          </p:nvSpPr>
          <p:spPr>
            <a:xfrm>
              <a:off x="1118419" y="2502547"/>
              <a:ext cx="54535" cy="21625"/>
            </a:xfrm>
            <a:custGeom>
              <a:avLst/>
              <a:gdLst/>
              <a:ahLst/>
              <a:cxnLst/>
              <a:rect l="l" t="t" r="r" b="b"/>
              <a:pathLst>
                <a:path w="1097" h="435" extrusionOk="0">
                  <a:moveTo>
                    <a:pt x="1005" y="1"/>
                  </a:moveTo>
                  <a:cubicBezTo>
                    <a:pt x="868" y="1"/>
                    <a:pt x="138" y="252"/>
                    <a:pt x="69" y="274"/>
                  </a:cubicBezTo>
                  <a:cubicBezTo>
                    <a:pt x="24" y="297"/>
                    <a:pt x="1" y="343"/>
                    <a:pt x="1" y="389"/>
                  </a:cubicBezTo>
                  <a:cubicBezTo>
                    <a:pt x="24" y="411"/>
                    <a:pt x="47" y="434"/>
                    <a:pt x="92" y="434"/>
                  </a:cubicBezTo>
                  <a:lnTo>
                    <a:pt x="115" y="434"/>
                  </a:lnTo>
                  <a:cubicBezTo>
                    <a:pt x="412" y="320"/>
                    <a:pt x="914" y="160"/>
                    <a:pt x="1005" y="160"/>
                  </a:cubicBezTo>
                  <a:cubicBezTo>
                    <a:pt x="1051" y="160"/>
                    <a:pt x="1097" y="115"/>
                    <a:pt x="1097" y="69"/>
                  </a:cubicBezTo>
                  <a:cubicBezTo>
                    <a:pt x="1097" y="23"/>
                    <a:pt x="1051" y="1"/>
                    <a:pt x="1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58"/>
            <p:cNvSpPr/>
            <p:nvPr/>
          </p:nvSpPr>
          <p:spPr>
            <a:xfrm>
              <a:off x="1127517" y="2553156"/>
              <a:ext cx="45437" cy="19786"/>
            </a:xfrm>
            <a:custGeom>
              <a:avLst/>
              <a:gdLst/>
              <a:ahLst/>
              <a:cxnLst/>
              <a:rect l="l" t="t" r="r" b="b"/>
              <a:pathLst>
                <a:path w="914" h="398" extrusionOk="0">
                  <a:moveTo>
                    <a:pt x="835" y="1"/>
                  </a:moveTo>
                  <a:cubicBezTo>
                    <a:pt x="824" y="1"/>
                    <a:pt x="812" y="4"/>
                    <a:pt x="799" y="10"/>
                  </a:cubicBezTo>
                  <a:lnTo>
                    <a:pt x="69" y="238"/>
                  </a:lnTo>
                  <a:cubicBezTo>
                    <a:pt x="23" y="261"/>
                    <a:pt x="1" y="306"/>
                    <a:pt x="23" y="352"/>
                  </a:cubicBezTo>
                  <a:cubicBezTo>
                    <a:pt x="23" y="375"/>
                    <a:pt x="69" y="398"/>
                    <a:pt x="92" y="398"/>
                  </a:cubicBezTo>
                  <a:lnTo>
                    <a:pt x="115" y="398"/>
                  </a:lnTo>
                  <a:lnTo>
                    <a:pt x="845" y="147"/>
                  </a:lnTo>
                  <a:cubicBezTo>
                    <a:pt x="891" y="147"/>
                    <a:pt x="914" y="101"/>
                    <a:pt x="891" y="55"/>
                  </a:cubicBezTo>
                  <a:cubicBezTo>
                    <a:pt x="891" y="22"/>
                    <a:pt x="866" y="1"/>
                    <a:pt x="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58"/>
            <p:cNvSpPr/>
            <p:nvPr/>
          </p:nvSpPr>
          <p:spPr>
            <a:xfrm>
              <a:off x="1128660" y="2603118"/>
              <a:ext cx="28436" cy="14069"/>
            </a:xfrm>
            <a:custGeom>
              <a:avLst/>
              <a:gdLst/>
              <a:ahLst/>
              <a:cxnLst/>
              <a:rect l="l" t="t" r="r" b="b"/>
              <a:pathLst>
                <a:path w="572" h="283" extrusionOk="0">
                  <a:moveTo>
                    <a:pt x="493" y="0"/>
                  </a:moveTo>
                  <a:cubicBezTo>
                    <a:pt x="481" y="0"/>
                    <a:pt x="469" y="3"/>
                    <a:pt x="457" y="9"/>
                  </a:cubicBezTo>
                  <a:lnTo>
                    <a:pt x="69" y="123"/>
                  </a:lnTo>
                  <a:cubicBezTo>
                    <a:pt x="23" y="146"/>
                    <a:pt x="0" y="192"/>
                    <a:pt x="0" y="214"/>
                  </a:cubicBezTo>
                  <a:cubicBezTo>
                    <a:pt x="23" y="260"/>
                    <a:pt x="46" y="283"/>
                    <a:pt x="92" y="283"/>
                  </a:cubicBezTo>
                  <a:lnTo>
                    <a:pt x="503" y="146"/>
                  </a:lnTo>
                  <a:cubicBezTo>
                    <a:pt x="548" y="146"/>
                    <a:pt x="571" y="100"/>
                    <a:pt x="548" y="55"/>
                  </a:cubicBezTo>
                  <a:cubicBezTo>
                    <a:pt x="548" y="21"/>
                    <a:pt x="524" y="0"/>
                    <a:pt x="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58"/>
          <p:cNvGrpSpPr/>
          <p:nvPr/>
        </p:nvGrpSpPr>
        <p:grpSpPr>
          <a:xfrm>
            <a:off x="6691400" y="-106450"/>
            <a:ext cx="606933" cy="1129538"/>
            <a:chOff x="6691400" y="-106450"/>
            <a:chExt cx="606933" cy="1129538"/>
          </a:xfrm>
        </p:grpSpPr>
        <p:sp>
          <p:nvSpPr>
            <p:cNvPr id="2118" name="Google Shape;2118;p58"/>
            <p:cNvSpPr/>
            <p:nvPr/>
          </p:nvSpPr>
          <p:spPr>
            <a:xfrm>
              <a:off x="6894146" y="590378"/>
              <a:ext cx="201435" cy="94274"/>
            </a:xfrm>
            <a:custGeom>
              <a:avLst/>
              <a:gdLst/>
              <a:ahLst/>
              <a:cxnLst/>
              <a:rect l="l" t="t" r="r" b="b"/>
              <a:pathLst>
                <a:path w="3220" h="1507" extrusionOk="0">
                  <a:moveTo>
                    <a:pt x="777" y="0"/>
                  </a:moveTo>
                  <a:cubicBezTo>
                    <a:pt x="343" y="0"/>
                    <a:pt x="1" y="343"/>
                    <a:pt x="1" y="754"/>
                  </a:cubicBezTo>
                  <a:cubicBezTo>
                    <a:pt x="1" y="1187"/>
                    <a:pt x="343" y="1507"/>
                    <a:pt x="777" y="1507"/>
                  </a:cubicBezTo>
                  <a:lnTo>
                    <a:pt x="2466" y="1507"/>
                  </a:lnTo>
                  <a:cubicBezTo>
                    <a:pt x="2877" y="1507"/>
                    <a:pt x="3219" y="1187"/>
                    <a:pt x="3219" y="754"/>
                  </a:cubicBezTo>
                  <a:cubicBezTo>
                    <a:pt x="3219" y="343"/>
                    <a:pt x="2877" y="0"/>
                    <a:pt x="2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58"/>
            <p:cNvSpPr/>
            <p:nvPr/>
          </p:nvSpPr>
          <p:spPr>
            <a:xfrm>
              <a:off x="6889892" y="584685"/>
              <a:ext cx="211382" cy="105722"/>
            </a:xfrm>
            <a:custGeom>
              <a:avLst/>
              <a:gdLst/>
              <a:ahLst/>
              <a:cxnLst/>
              <a:rect l="l" t="t" r="r" b="b"/>
              <a:pathLst>
                <a:path w="3379" h="1690" extrusionOk="0">
                  <a:moveTo>
                    <a:pt x="2534" y="160"/>
                  </a:moveTo>
                  <a:cubicBezTo>
                    <a:pt x="2899" y="160"/>
                    <a:pt x="3219" y="457"/>
                    <a:pt x="3219" y="845"/>
                  </a:cubicBezTo>
                  <a:cubicBezTo>
                    <a:pt x="3219" y="1233"/>
                    <a:pt x="2899" y="1529"/>
                    <a:pt x="2534" y="1529"/>
                  </a:cubicBezTo>
                  <a:lnTo>
                    <a:pt x="845" y="1529"/>
                  </a:lnTo>
                  <a:cubicBezTo>
                    <a:pt x="457" y="1529"/>
                    <a:pt x="160" y="1233"/>
                    <a:pt x="160" y="845"/>
                  </a:cubicBezTo>
                  <a:cubicBezTo>
                    <a:pt x="160" y="457"/>
                    <a:pt x="457" y="160"/>
                    <a:pt x="845" y="160"/>
                  </a:cubicBezTo>
                  <a:close/>
                  <a:moveTo>
                    <a:pt x="845" y="0"/>
                  </a:moveTo>
                  <a:cubicBezTo>
                    <a:pt x="366" y="0"/>
                    <a:pt x="0" y="388"/>
                    <a:pt x="0" y="845"/>
                  </a:cubicBezTo>
                  <a:cubicBezTo>
                    <a:pt x="0" y="1301"/>
                    <a:pt x="366" y="1689"/>
                    <a:pt x="845" y="1689"/>
                  </a:cubicBezTo>
                  <a:lnTo>
                    <a:pt x="2534" y="1689"/>
                  </a:lnTo>
                  <a:cubicBezTo>
                    <a:pt x="2991" y="1689"/>
                    <a:pt x="3379" y="1301"/>
                    <a:pt x="3379" y="845"/>
                  </a:cubicBezTo>
                  <a:cubicBezTo>
                    <a:pt x="3379" y="388"/>
                    <a:pt x="2991" y="0"/>
                    <a:pt x="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58"/>
            <p:cNvSpPr/>
            <p:nvPr/>
          </p:nvSpPr>
          <p:spPr>
            <a:xfrm>
              <a:off x="6895585" y="818838"/>
              <a:ext cx="198558" cy="198558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98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98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58"/>
            <p:cNvSpPr/>
            <p:nvPr/>
          </p:nvSpPr>
          <p:spPr>
            <a:xfrm>
              <a:off x="6891331" y="814584"/>
              <a:ext cx="208504" cy="208504"/>
            </a:xfrm>
            <a:custGeom>
              <a:avLst/>
              <a:gdLst/>
              <a:ahLst/>
              <a:cxnLst/>
              <a:rect l="l" t="t" r="r" b="b"/>
              <a:pathLst>
                <a:path w="3333" h="3333" extrusionOk="0">
                  <a:moveTo>
                    <a:pt x="1666" y="137"/>
                  </a:moveTo>
                  <a:cubicBezTo>
                    <a:pt x="2488" y="137"/>
                    <a:pt x="3173" y="822"/>
                    <a:pt x="3173" y="1666"/>
                  </a:cubicBezTo>
                  <a:cubicBezTo>
                    <a:pt x="3173" y="2488"/>
                    <a:pt x="2488" y="3173"/>
                    <a:pt x="1666" y="3173"/>
                  </a:cubicBezTo>
                  <a:cubicBezTo>
                    <a:pt x="822" y="3173"/>
                    <a:pt x="160" y="2488"/>
                    <a:pt x="160" y="1666"/>
                  </a:cubicBezTo>
                  <a:cubicBezTo>
                    <a:pt x="160" y="822"/>
                    <a:pt x="822" y="137"/>
                    <a:pt x="1666" y="137"/>
                  </a:cubicBezTo>
                  <a:close/>
                  <a:moveTo>
                    <a:pt x="1666" y="0"/>
                  </a:moveTo>
                  <a:cubicBezTo>
                    <a:pt x="753" y="0"/>
                    <a:pt x="0" y="730"/>
                    <a:pt x="0" y="1666"/>
                  </a:cubicBezTo>
                  <a:cubicBezTo>
                    <a:pt x="0" y="2579"/>
                    <a:pt x="753" y="3333"/>
                    <a:pt x="1666" y="3333"/>
                  </a:cubicBezTo>
                  <a:cubicBezTo>
                    <a:pt x="2580" y="3333"/>
                    <a:pt x="3333" y="2579"/>
                    <a:pt x="3333" y="1666"/>
                  </a:cubicBezTo>
                  <a:cubicBezTo>
                    <a:pt x="3333" y="730"/>
                    <a:pt x="2580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58"/>
            <p:cNvSpPr/>
            <p:nvPr/>
          </p:nvSpPr>
          <p:spPr>
            <a:xfrm>
              <a:off x="6989857" y="-106450"/>
              <a:ext cx="63" cy="696891"/>
            </a:xfrm>
            <a:custGeom>
              <a:avLst/>
              <a:gdLst/>
              <a:ahLst/>
              <a:cxnLst/>
              <a:rect l="l" t="t" r="r" b="b"/>
              <a:pathLst>
                <a:path w="1" h="11140" extrusionOk="0">
                  <a:moveTo>
                    <a:pt x="0" y="11139"/>
                  </a:moveTo>
                  <a:lnTo>
                    <a:pt x="0" y="1"/>
                  </a:lnTo>
                </a:path>
              </a:pathLst>
            </a:custGeom>
            <a:solidFill>
              <a:srgbClr val="F6EE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58"/>
            <p:cNvSpPr/>
            <p:nvPr/>
          </p:nvSpPr>
          <p:spPr>
            <a:xfrm>
              <a:off x="6984102" y="-106450"/>
              <a:ext cx="10072" cy="696891"/>
            </a:xfrm>
            <a:custGeom>
              <a:avLst/>
              <a:gdLst/>
              <a:ahLst/>
              <a:cxnLst/>
              <a:rect l="l" t="t" r="r" b="b"/>
              <a:pathLst>
                <a:path w="161" h="11140" extrusionOk="0">
                  <a:moveTo>
                    <a:pt x="1" y="1"/>
                  </a:moveTo>
                  <a:lnTo>
                    <a:pt x="1" y="11139"/>
                  </a:lnTo>
                  <a:lnTo>
                    <a:pt x="161" y="11139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58"/>
            <p:cNvSpPr/>
            <p:nvPr/>
          </p:nvSpPr>
          <p:spPr>
            <a:xfrm>
              <a:off x="6697155" y="627474"/>
              <a:ext cx="596861" cy="300651"/>
            </a:xfrm>
            <a:custGeom>
              <a:avLst/>
              <a:gdLst/>
              <a:ahLst/>
              <a:cxnLst/>
              <a:rect l="l" t="t" r="r" b="b"/>
              <a:pathLst>
                <a:path w="9541" h="4806" extrusionOk="0">
                  <a:moveTo>
                    <a:pt x="4770" y="1"/>
                  </a:moveTo>
                  <a:cubicBezTo>
                    <a:pt x="2123" y="1"/>
                    <a:pt x="0" y="2147"/>
                    <a:pt x="0" y="4771"/>
                  </a:cubicBezTo>
                  <a:cubicBezTo>
                    <a:pt x="0" y="4794"/>
                    <a:pt x="2385" y="4806"/>
                    <a:pt x="4770" y="4806"/>
                  </a:cubicBezTo>
                  <a:cubicBezTo>
                    <a:pt x="7156" y="4806"/>
                    <a:pt x="9541" y="4794"/>
                    <a:pt x="9541" y="4771"/>
                  </a:cubicBezTo>
                  <a:cubicBezTo>
                    <a:pt x="9541" y="2147"/>
                    <a:pt x="7395" y="1"/>
                    <a:pt x="4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58"/>
            <p:cNvSpPr/>
            <p:nvPr/>
          </p:nvSpPr>
          <p:spPr>
            <a:xfrm>
              <a:off x="6691400" y="623220"/>
              <a:ext cx="606933" cy="309910"/>
            </a:xfrm>
            <a:custGeom>
              <a:avLst/>
              <a:gdLst/>
              <a:ahLst/>
              <a:cxnLst/>
              <a:rect l="l" t="t" r="r" b="b"/>
              <a:pathLst>
                <a:path w="9702" h="4954" extrusionOk="0">
                  <a:moveTo>
                    <a:pt x="4862" y="137"/>
                  </a:moveTo>
                  <a:cubicBezTo>
                    <a:pt x="7419" y="137"/>
                    <a:pt x="9519" y="2215"/>
                    <a:pt x="9542" y="4771"/>
                  </a:cubicBezTo>
                  <a:cubicBezTo>
                    <a:pt x="9142" y="4782"/>
                    <a:pt x="6997" y="4788"/>
                    <a:pt x="4851" y="4788"/>
                  </a:cubicBezTo>
                  <a:cubicBezTo>
                    <a:pt x="2706" y="4788"/>
                    <a:pt x="560" y="4782"/>
                    <a:pt x="160" y="4771"/>
                  </a:cubicBezTo>
                  <a:cubicBezTo>
                    <a:pt x="206" y="2215"/>
                    <a:pt x="2283" y="137"/>
                    <a:pt x="4862" y="137"/>
                  </a:cubicBezTo>
                  <a:close/>
                  <a:moveTo>
                    <a:pt x="4862" y="0"/>
                  </a:moveTo>
                  <a:cubicBezTo>
                    <a:pt x="2192" y="0"/>
                    <a:pt x="1" y="2169"/>
                    <a:pt x="1" y="4839"/>
                  </a:cubicBezTo>
                  <a:cubicBezTo>
                    <a:pt x="1" y="4931"/>
                    <a:pt x="1" y="4931"/>
                    <a:pt x="1553" y="4931"/>
                  </a:cubicBezTo>
                  <a:cubicBezTo>
                    <a:pt x="2443" y="4954"/>
                    <a:pt x="3607" y="4954"/>
                    <a:pt x="4794" y="4954"/>
                  </a:cubicBezTo>
                  <a:cubicBezTo>
                    <a:pt x="6004" y="4954"/>
                    <a:pt x="7214" y="4954"/>
                    <a:pt x="8104" y="4931"/>
                  </a:cubicBezTo>
                  <a:cubicBezTo>
                    <a:pt x="9701" y="4931"/>
                    <a:pt x="9701" y="4931"/>
                    <a:pt x="9701" y="4839"/>
                  </a:cubicBezTo>
                  <a:cubicBezTo>
                    <a:pt x="9701" y="2169"/>
                    <a:pt x="7533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6" name="Google Shape;2126;p58"/>
          <p:cNvGrpSpPr/>
          <p:nvPr/>
        </p:nvGrpSpPr>
        <p:grpSpPr>
          <a:xfrm>
            <a:off x="7871755" y="-106450"/>
            <a:ext cx="770800" cy="1434522"/>
            <a:chOff x="7871755" y="-106450"/>
            <a:chExt cx="770800" cy="1434522"/>
          </a:xfrm>
        </p:grpSpPr>
        <p:sp>
          <p:nvSpPr>
            <p:cNvPr id="2127" name="Google Shape;2127;p58"/>
            <p:cNvSpPr/>
            <p:nvPr/>
          </p:nvSpPr>
          <p:spPr>
            <a:xfrm>
              <a:off x="8129242" y="778529"/>
              <a:ext cx="255821" cy="119727"/>
            </a:xfrm>
            <a:custGeom>
              <a:avLst/>
              <a:gdLst/>
              <a:ahLst/>
              <a:cxnLst/>
              <a:rect l="l" t="t" r="r" b="b"/>
              <a:pathLst>
                <a:path w="3220" h="1507" extrusionOk="0">
                  <a:moveTo>
                    <a:pt x="777" y="0"/>
                  </a:moveTo>
                  <a:cubicBezTo>
                    <a:pt x="343" y="0"/>
                    <a:pt x="1" y="343"/>
                    <a:pt x="1" y="754"/>
                  </a:cubicBezTo>
                  <a:cubicBezTo>
                    <a:pt x="1" y="1187"/>
                    <a:pt x="343" y="1507"/>
                    <a:pt x="777" y="1507"/>
                  </a:cubicBezTo>
                  <a:lnTo>
                    <a:pt x="2466" y="1507"/>
                  </a:lnTo>
                  <a:cubicBezTo>
                    <a:pt x="2877" y="1507"/>
                    <a:pt x="3219" y="1187"/>
                    <a:pt x="3219" y="754"/>
                  </a:cubicBezTo>
                  <a:cubicBezTo>
                    <a:pt x="3219" y="343"/>
                    <a:pt x="2877" y="0"/>
                    <a:pt x="2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8"/>
            <p:cNvSpPr/>
            <p:nvPr/>
          </p:nvSpPr>
          <p:spPr>
            <a:xfrm>
              <a:off x="8123840" y="771299"/>
              <a:ext cx="268453" cy="134266"/>
            </a:xfrm>
            <a:custGeom>
              <a:avLst/>
              <a:gdLst/>
              <a:ahLst/>
              <a:cxnLst/>
              <a:rect l="l" t="t" r="r" b="b"/>
              <a:pathLst>
                <a:path w="3379" h="1690" extrusionOk="0">
                  <a:moveTo>
                    <a:pt x="2534" y="160"/>
                  </a:moveTo>
                  <a:cubicBezTo>
                    <a:pt x="2899" y="160"/>
                    <a:pt x="3219" y="457"/>
                    <a:pt x="3219" y="845"/>
                  </a:cubicBezTo>
                  <a:cubicBezTo>
                    <a:pt x="3219" y="1233"/>
                    <a:pt x="2899" y="1529"/>
                    <a:pt x="2534" y="1529"/>
                  </a:cubicBezTo>
                  <a:lnTo>
                    <a:pt x="845" y="1529"/>
                  </a:lnTo>
                  <a:cubicBezTo>
                    <a:pt x="457" y="1529"/>
                    <a:pt x="160" y="1233"/>
                    <a:pt x="160" y="845"/>
                  </a:cubicBezTo>
                  <a:cubicBezTo>
                    <a:pt x="160" y="457"/>
                    <a:pt x="457" y="160"/>
                    <a:pt x="845" y="160"/>
                  </a:cubicBezTo>
                  <a:close/>
                  <a:moveTo>
                    <a:pt x="845" y="0"/>
                  </a:moveTo>
                  <a:cubicBezTo>
                    <a:pt x="366" y="0"/>
                    <a:pt x="0" y="388"/>
                    <a:pt x="0" y="845"/>
                  </a:cubicBezTo>
                  <a:cubicBezTo>
                    <a:pt x="0" y="1301"/>
                    <a:pt x="366" y="1689"/>
                    <a:pt x="845" y="1689"/>
                  </a:cubicBezTo>
                  <a:lnTo>
                    <a:pt x="2534" y="1689"/>
                  </a:lnTo>
                  <a:cubicBezTo>
                    <a:pt x="2991" y="1689"/>
                    <a:pt x="3379" y="1301"/>
                    <a:pt x="3379" y="845"/>
                  </a:cubicBezTo>
                  <a:cubicBezTo>
                    <a:pt x="3379" y="388"/>
                    <a:pt x="2991" y="0"/>
                    <a:pt x="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8"/>
            <p:cNvSpPr/>
            <p:nvPr/>
          </p:nvSpPr>
          <p:spPr>
            <a:xfrm>
              <a:off x="8131069" y="1068676"/>
              <a:ext cx="252166" cy="252166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98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98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8"/>
            <p:cNvSpPr/>
            <p:nvPr/>
          </p:nvSpPr>
          <p:spPr>
            <a:xfrm>
              <a:off x="8125667" y="1063273"/>
              <a:ext cx="264799" cy="264799"/>
            </a:xfrm>
            <a:custGeom>
              <a:avLst/>
              <a:gdLst/>
              <a:ahLst/>
              <a:cxnLst/>
              <a:rect l="l" t="t" r="r" b="b"/>
              <a:pathLst>
                <a:path w="3333" h="3333" extrusionOk="0">
                  <a:moveTo>
                    <a:pt x="1666" y="137"/>
                  </a:moveTo>
                  <a:cubicBezTo>
                    <a:pt x="2488" y="137"/>
                    <a:pt x="3173" y="822"/>
                    <a:pt x="3173" y="1666"/>
                  </a:cubicBezTo>
                  <a:cubicBezTo>
                    <a:pt x="3173" y="2488"/>
                    <a:pt x="2488" y="3173"/>
                    <a:pt x="1666" y="3173"/>
                  </a:cubicBezTo>
                  <a:cubicBezTo>
                    <a:pt x="822" y="3173"/>
                    <a:pt x="160" y="2488"/>
                    <a:pt x="160" y="1666"/>
                  </a:cubicBezTo>
                  <a:cubicBezTo>
                    <a:pt x="160" y="822"/>
                    <a:pt x="822" y="137"/>
                    <a:pt x="1666" y="137"/>
                  </a:cubicBezTo>
                  <a:close/>
                  <a:moveTo>
                    <a:pt x="1666" y="0"/>
                  </a:moveTo>
                  <a:cubicBezTo>
                    <a:pt x="753" y="0"/>
                    <a:pt x="0" y="730"/>
                    <a:pt x="0" y="1666"/>
                  </a:cubicBezTo>
                  <a:cubicBezTo>
                    <a:pt x="0" y="2579"/>
                    <a:pt x="753" y="3333"/>
                    <a:pt x="1666" y="3333"/>
                  </a:cubicBezTo>
                  <a:cubicBezTo>
                    <a:pt x="2580" y="3333"/>
                    <a:pt x="3333" y="2579"/>
                    <a:pt x="3333" y="1666"/>
                  </a:cubicBezTo>
                  <a:cubicBezTo>
                    <a:pt x="3333" y="730"/>
                    <a:pt x="2580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8"/>
            <p:cNvSpPr/>
            <p:nvPr/>
          </p:nvSpPr>
          <p:spPr>
            <a:xfrm>
              <a:off x="8250796" y="-106450"/>
              <a:ext cx="79" cy="885045"/>
            </a:xfrm>
            <a:custGeom>
              <a:avLst/>
              <a:gdLst/>
              <a:ahLst/>
              <a:cxnLst/>
              <a:rect l="l" t="t" r="r" b="b"/>
              <a:pathLst>
                <a:path w="1" h="11140" extrusionOk="0">
                  <a:moveTo>
                    <a:pt x="0" y="11139"/>
                  </a:moveTo>
                  <a:lnTo>
                    <a:pt x="0" y="1"/>
                  </a:lnTo>
                </a:path>
              </a:pathLst>
            </a:custGeom>
            <a:solidFill>
              <a:srgbClr val="F6EE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58"/>
            <p:cNvSpPr/>
            <p:nvPr/>
          </p:nvSpPr>
          <p:spPr>
            <a:xfrm>
              <a:off x="8244674" y="-106450"/>
              <a:ext cx="10425" cy="885045"/>
            </a:xfrm>
            <a:custGeom>
              <a:avLst/>
              <a:gdLst/>
              <a:ahLst/>
              <a:cxnLst/>
              <a:rect l="l" t="t" r="r" b="b"/>
              <a:pathLst>
                <a:path w="161" h="11140" extrusionOk="0">
                  <a:moveTo>
                    <a:pt x="1" y="1"/>
                  </a:moveTo>
                  <a:lnTo>
                    <a:pt x="1" y="11139"/>
                  </a:lnTo>
                  <a:lnTo>
                    <a:pt x="161" y="11139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58"/>
            <p:cNvSpPr/>
            <p:nvPr/>
          </p:nvSpPr>
          <p:spPr>
            <a:xfrm>
              <a:off x="7879064" y="825642"/>
              <a:ext cx="758009" cy="381825"/>
            </a:xfrm>
            <a:custGeom>
              <a:avLst/>
              <a:gdLst/>
              <a:ahLst/>
              <a:cxnLst/>
              <a:rect l="l" t="t" r="r" b="b"/>
              <a:pathLst>
                <a:path w="9541" h="4806" extrusionOk="0">
                  <a:moveTo>
                    <a:pt x="4770" y="1"/>
                  </a:moveTo>
                  <a:cubicBezTo>
                    <a:pt x="2123" y="1"/>
                    <a:pt x="0" y="2147"/>
                    <a:pt x="0" y="4771"/>
                  </a:cubicBezTo>
                  <a:cubicBezTo>
                    <a:pt x="0" y="4794"/>
                    <a:pt x="2385" y="4806"/>
                    <a:pt x="4770" y="4806"/>
                  </a:cubicBezTo>
                  <a:cubicBezTo>
                    <a:pt x="7156" y="4806"/>
                    <a:pt x="9541" y="4794"/>
                    <a:pt x="9541" y="4771"/>
                  </a:cubicBezTo>
                  <a:cubicBezTo>
                    <a:pt x="9541" y="2147"/>
                    <a:pt x="7395" y="1"/>
                    <a:pt x="4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8"/>
            <p:cNvSpPr/>
            <p:nvPr/>
          </p:nvSpPr>
          <p:spPr>
            <a:xfrm>
              <a:off x="7871755" y="820240"/>
              <a:ext cx="770800" cy="393583"/>
            </a:xfrm>
            <a:custGeom>
              <a:avLst/>
              <a:gdLst/>
              <a:ahLst/>
              <a:cxnLst/>
              <a:rect l="l" t="t" r="r" b="b"/>
              <a:pathLst>
                <a:path w="9702" h="4954" extrusionOk="0">
                  <a:moveTo>
                    <a:pt x="4862" y="137"/>
                  </a:moveTo>
                  <a:cubicBezTo>
                    <a:pt x="7419" y="137"/>
                    <a:pt x="9519" y="2215"/>
                    <a:pt x="9542" y="4771"/>
                  </a:cubicBezTo>
                  <a:cubicBezTo>
                    <a:pt x="9142" y="4782"/>
                    <a:pt x="6997" y="4788"/>
                    <a:pt x="4851" y="4788"/>
                  </a:cubicBezTo>
                  <a:cubicBezTo>
                    <a:pt x="2706" y="4788"/>
                    <a:pt x="560" y="4782"/>
                    <a:pt x="160" y="4771"/>
                  </a:cubicBezTo>
                  <a:cubicBezTo>
                    <a:pt x="206" y="2215"/>
                    <a:pt x="2283" y="137"/>
                    <a:pt x="4862" y="137"/>
                  </a:cubicBezTo>
                  <a:close/>
                  <a:moveTo>
                    <a:pt x="4862" y="0"/>
                  </a:moveTo>
                  <a:cubicBezTo>
                    <a:pt x="2192" y="0"/>
                    <a:pt x="1" y="2169"/>
                    <a:pt x="1" y="4839"/>
                  </a:cubicBezTo>
                  <a:cubicBezTo>
                    <a:pt x="1" y="4931"/>
                    <a:pt x="1" y="4931"/>
                    <a:pt x="1553" y="4931"/>
                  </a:cubicBezTo>
                  <a:cubicBezTo>
                    <a:pt x="2443" y="4954"/>
                    <a:pt x="3607" y="4954"/>
                    <a:pt x="4794" y="4954"/>
                  </a:cubicBezTo>
                  <a:cubicBezTo>
                    <a:pt x="6004" y="4954"/>
                    <a:pt x="7214" y="4954"/>
                    <a:pt x="8104" y="4931"/>
                  </a:cubicBezTo>
                  <a:cubicBezTo>
                    <a:pt x="9701" y="4931"/>
                    <a:pt x="9701" y="4931"/>
                    <a:pt x="9701" y="4839"/>
                  </a:cubicBezTo>
                  <a:cubicBezTo>
                    <a:pt x="9701" y="2169"/>
                    <a:pt x="7533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35" name="Google Shape;2135;p58"/>
          <p:cNvCxnSpPr/>
          <p:nvPr/>
        </p:nvCxnSpPr>
        <p:spPr>
          <a:xfrm>
            <a:off x="112975" y="4604100"/>
            <a:ext cx="2120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6" name="Google Shape;2136;p58"/>
          <p:cNvSpPr/>
          <p:nvPr/>
        </p:nvSpPr>
        <p:spPr>
          <a:xfrm rot="10800000" flipH="1">
            <a:off x="1438183" y="938051"/>
            <a:ext cx="534109" cy="53413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p58"/>
          <p:cNvSpPr/>
          <p:nvPr/>
        </p:nvSpPr>
        <p:spPr>
          <a:xfrm rot="10800000" flipH="1">
            <a:off x="390971" y="1311918"/>
            <a:ext cx="256135" cy="25613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9108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54"/>
          <p:cNvSpPr/>
          <p:nvPr/>
        </p:nvSpPr>
        <p:spPr>
          <a:xfrm>
            <a:off x="720000" y="1396049"/>
            <a:ext cx="2486400" cy="3621119"/>
          </a:xfrm>
          <a:prstGeom prst="roundRect">
            <a:avLst>
              <a:gd name="adj" fmla="val 6592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54"/>
          <p:cNvSpPr/>
          <p:nvPr/>
        </p:nvSpPr>
        <p:spPr>
          <a:xfrm>
            <a:off x="3328808" y="866274"/>
            <a:ext cx="2486400" cy="4150894"/>
          </a:xfrm>
          <a:prstGeom prst="roundRect">
            <a:avLst>
              <a:gd name="adj" fmla="val 6592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54"/>
          <p:cNvSpPr/>
          <p:nvPr/>
        </p:nvSpPr>
        <p:spPr>
          <a:xfrm>
            <a:off x="5937604" y="445025"/>
            <a:ext cx="2486400" cy="4572141"/>
          </a:xfrm>
          <a:prstGeom prst="roundRect">
            <a:avLst>
              <a:gd name="adj" fmla="val 6592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42" name="Google Shape;1842;p54"/>
          <p:cNvGraphicFramePr/>
          <p:nvPr>
            <p:extLst>
              <p:ext uri="{D42A27DB-BD31-4B8C-83A1-F6EECF244321}">
                <p14:modId xmlns:p14="http://schemas.microsoft.com/office/powerpoint/2010/main" val="1012507843"/>
              </p:ext>
            </p:extLst>
          </p:nvPr>
        </p:nvGraphicFramePr>
        <p:xfrm>
          <a:off x="751660" y="431017"/>
          <a:ext cx="2482125" cy="1615350"/>
        </p:xfrm>
        <a:graphic>
          <a:graphicData uri="http://schemas.openxmlformats.org/drawingml/2006/table">
            <a:tbl>
              <a:tblPr>
                <a:noFill/>
                <a:tableStyleId>{B23CB73E-F58C-4283-A087-8C436862532F}</a:tableStyleId>
              </a:tblPr>
              <a:tblGrid>
                <a:gridCol w="248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383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 b="1" dirty="0">
                        <a:solidFill>
                          <a:schemeClr val="dk1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500" b="1" dirty="0">
                        <a:solidFill>
                          <a:schemeClr val="dk1"/>
                        </a:solidFill>
                        <a:latin typeface="Cairo" panose="020B0604020202020204" charset="-78"/>
                        <a:ea typeface="Cairo"/>
                        <a:cs typeface="Cairo" panose="020B0604020202020204" charset="-78"/>
                        <a:sym typeface="Cai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Rumusan</a:t>
                      </a:r>
                      <a:r>
                        <a:rPr lang="en-US" sz="2500" b="1" dirty="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 </a:t>
                      </a: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Masalah</a:t>
                      </a:r>
                      <a:endParaRPr sz="2500" b="1" dirty="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3" name="Google Shape;1843;p54"/>
          <p:cNvGraphicFramePr/>
          <p:nvPr>
            <p:extLst>
              <p:ext uri="{D42A27DB-BD31-4B8C-83A1-F6EECF244321}">
                <p14:modId xmlns:p14="http://schemas.microsoft.com/office/powerpoint/2010/main" val="3680342542"/>
              </p:ext>
            </p:extLst>
          </p:nvPr>
        </p:nvGraphicFramePr>
        <p:xfrm>
          <a:off x="3317247" y="962522"/>
          <a:ext cx="2482125" cy="805275"/>
        </p:xfrm>
        <a:graphic>
          <a:graphicData uri="http://schemas.openxmlformats.org/drawingml/2006/table">
            <a:tbl>
              <a:tblPr>
                <a:noFill/>
                <a:tableStyleId>{B23CB73E-F58C-4283-A087-8C436862532F}</a:tableStyleId>
              </a:tblPr>
              <a:tblGrid>
                <a:gridCol w="248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5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Tujuan</a:t>
                      </a:r>
                      <a:r>
                        <a:rPr lang="en-US" sz="2500" b="1" dirty="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 </a:t>
                      </a: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penelitian</a:t>
                      </a:r>
                      <a:endParaRPr sz="2500" b="1" dirty="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4" name="Google Shape;1844;p54"/>
          <p:cNvGraphicFramePr/>
          <p:nvPr>
            <p:extLst>
              <p:ext uri="{D42A27DB-BD31-4B8C-83A1-F6EECF244321}">
                <p14:modId xmlns:p14="http://schemas.microsoft.com/office/powerpoint/2010/main" val="1139802732"/>
              </p:ext>
            </p:extLst>
          </p:nvPr>
        </p:nvGraphicFramePr>
        <p:xfrm>
          <a:off x="5937604" y="-651337"/>
          <a:ext cx="2482125" cy="1661070"/>
        </p:xfrm>
        <a:graphic>
          <a:graphicData uri="http://schemas.openxmlformats.org/drawingml/2006/table">
            <a:tbl>
              <a:tblPr>
                <a:noFill/>
                <a:tableStyleId>{B23CB73E-F58C-4283-A087-8C436862532F}</a:tableStyleId>
              </a:tblPr>
              <a:tblGrid>
                <a:gridCol w="248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3000" b="1" dirty="0">
                        <a:solidFill>
                          <a:schemeClr val="dk1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Manfaat</a:t>
                      </a:r>
                      <a:r>
                        <a:rPr lang="en-US" sz="2500" b="1" dirty="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 </a:t>
                      </a: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Penelitian</a:t>
                      </a:r>
                      <a:endParaRPr lang="en-US" sz="2500" b="1" dirty="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9AD9DA8-E6B5-451C-80E3-51D4E6A2A816}"/>
              </a:ext>
            </a:extLst>
          </p:cNvPr>
          <p:cNvSpPr/>
          <p:nvPr/>
        </p:nvSpPr>
        <p:spPr>
          <a:xfrm>
            <a:off x="747385" y="2467961"/>
            <a:ext cx="245901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Bagaimana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membuat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aplikasi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Pengaduan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Layanan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UPT Pusat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Komputer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, Universitas Negeri Manado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berbasis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web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menggunakan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metode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i="1" dirty="0">
                <a:latin typeface="Cairo" panose="020B0604020202020204" charset="-78"/>
                <a:cs typeface="Cairo" panose="020B0604020202020204" charset="-78"/>
              </a:rPr>
              <a:t>agile software development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dengan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kerangka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kerja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i="1" dirty="0">
                <a:latin typeface="Cairo" panose="020B0604020202020204" charset="-78"/>
                <a:cs typeface="Cairo" panose="020B0604020202020204" charset="-78"/>
              </a:rPr>
              <a:t>scrum 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?</a:t>
            </a:r>
            <a:endParaRPr lang="en-US" sz="1500" dirty="0">
              <a:solidFill>
                <a:schemeClr val="dk1"/>
              </a:solidFill>
              <a:latin typeface="Cairo" panose="020B0604020202020204" charset="-78"/>
              <a:ea typeface="Cairo"/>
              <a:cs typeface="Cairo" panose="020B0604020202020204" charset="-78"/>
              <a:sym typeface="Cair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35C954-F1AA-497E-92F5-FC2707D50C84}"/>
              </a:ext>
            </a:extLst>
          </p:cNvPr>
          <p:cNvSpPr/>
          <p:nvPr/>
        </p:nvSpPr>
        <p:spPr>
          <a:xfrm>
            <a:off x="3356180" y="1996392"/>
            <a:ext cx="2443191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Untuk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membuat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Aplikasi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Pengaduan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Layanan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berbasis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web yang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terstruktur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dan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transparan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,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sesuai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dengan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kebutuhan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dari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Pusat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Komputer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</a:p>
          <a:p>
            <a:pPr lvl="0" algn="ctr"/>
            <a:endParaRPr lang="en-US" sz="1500" dirty="0">
              <a:solidFill>
                <a:schemeClr val="dk1"/>
              </a:solidFill>
              <a:latin typeface="Cairo" panose="020B0604020202020204" charset="-78"/>
              <a:ea typeface="Cairo"/>
              <a:cs typeface="Cairo" panose="020B0604020202020204" charset="-78"/>
              <a:sym typeface="Cair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98B1C-C784-4F21-A2A7-DE9F0638F7BB}"/>
              </a:ext>
            </a:extLst>
          </p:cNvPr>
          <p:cNvSpPr/>
          <p:nvPr/>
        </p:nvSpPr>
        <p:spPr>
          <a:xfrm>
            <a:off x="5937604" y="1370688"/>
            <a:ext cx="254545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Aplikasi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yang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dibuat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dapat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mempermudah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jalannya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pengaduan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(</a:t>
            </a:r>
            <a:r>
              <a:rPr lang="en-US" i="1" dirty="0" err="1">
                <a:latin typeface="Cairo" panose="020B0604020202020204" charset="-78"/>
                <a:cs typeface="Cairo" panose="020B0604020202020204" charset="-78"/>
              </a:rPr>
              <a:t>terstruktur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),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mulai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dari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pengaduan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itu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dibuat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sampai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pengaduan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itu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selesai</a:t>
            </a:r>
            <a:endParaRPr lang="en-US" sz="1500" dirty="0">
              <a:solidFill>
                <a:schemeClr val="dk1"/>
              </a:solidFill>
              <a:latin typeface="Cairo" panose="020B0604020202020204" charset="-78"/>
              <a:cs typeface="Cairo" panose="020B0604020202020204" charset="-78"/>
              <a:sym typeface="Cairo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Penelitian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ini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dapat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menjadi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refrensi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ke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depannya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untuk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kasus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atau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pembahasan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yang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berkaitan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dengan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penelitian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ini</a:t>
            </a:r>
            <a:endParaRPr lang="en-US" dirty="0">
              <a:latin typeface="Cairo" panose="020B0604020202020204" charset="-78"/>
              <a:cs typeface="Cairo" panose="020B0604020202020204" charset="-78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Menambah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wawasan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mengenai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metode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i="1" dirty="0">
                <a:latin typeface="Cairo" panose="020B0604020202020204" charset="-78"/>
                <a:cs typeface="Cairo" panose="020B0604020202020204" charset="-78"/>
              </a:rPr>
              <a:t>Agile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dengan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kerangka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kerja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i="1" dirty="0">
                <a:latin typeface="Cairo" panose="020B0604020202020204" charset="-78"/>
                <a:cs typeface="Cairo" panose="020B0604020202020204" charset="-78"/>
              </a:rPr>
              <a:t>Scrum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dalam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pembuatan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aplikasi</a:t>
            </a:r>
            <a:endParaRPr lang="en-US" dirty="0">
              <a:latin typeface="Cairo" panose="020B0604020202020204" charset="-78"/>
              <a:cs typeface="Cairo" panose="020B0604020202020204" charset="-78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Cairo" panose="020B0604020202020204" charset="-78"/>
              <a:cs typeface="Cairo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16723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63"/>
          <p:cNvSpPr/>
          <p:nvPr/>
        </p:nvSpPr>
        <p:spPr>
          <a:xfrm>
            <a:off x="713100" y="2107050"/>
            <a:ext cx="929400" cy="9294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63"/>
          <p:cNvSpPr/>
          <p:nvPr/>
        </p:nvSpPr>
        <p:spPr>
          <a:xfrm>
            <a:off x="1954775" y="2743392"/>
            <a:ext cx="2015646" cy="42726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0" i="0" dirty="0" err="1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Staatliches"/>
              </a:rPr>
              <a:t>penelitian</a:t>
            </a:r>
            <a:endParaRPr b="0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Staatliches"/>
            </a:endParaRPr>
          </a:p>
        </p:txBody>
      </p:sp>
      <p:sp>
        <p:nvSpPr>
          <p:cNvPr id="2315" name="Google Shape;2315;p63"/>
          <p:cNvSpPr txBox="1">
            <a:spLocks noGrp="1"/>
          </p:cNvSpPr>
          <p:nvPr>
            <p:ph type="title"/>
          </p:nvPr>
        </p:nvSpPr>
        <p:spPr>
          <a:xfrm>
            <a:off x="1954775" y="1945726"/>
            <a:ext cx="2506800" cy="75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Metode</a:t>
            </a:r>
            <a:endParaRPr dirty="0"/>
          </a:p>
        </p:txBody>
      </p:sp>
      <p:sp>
        <p:nvSpPr>
          <p:cNvPr id="2316" name="Google Shape;2316;p63"/>
          <p:cNvSpPr txBox="1">
            <a:spLocks noGrp="1"/>
          </p:cNvSpPr>
          <p:nvPr>
            <p:ph type="title" idx="2"/>
          </p:nvPr>
        </p:nvSpPr>
        <p:spPr>
          <a:xfrm>
            <a:off x="756850" y="2261800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03</a:t>
            </a:r>
            <a:endParaRPr sz="4000" b="1" dirty="0"/>
          </a:p>
        </p:txBody>
      </p:sp>
      <p:sp>
        <p:nvSpPr>
          <p:cNvPr id="2317" name="Google Shape;2317;p63"/>
          <p:cNvSpPr txBox="1">
            <a:spLocks noGrp="1"/>
          </p:cNvSpPr>
          <p:nvPr>
            <p:ph type="subTitle" idx="1"/>
          </p:nvPr>
        </p:nvSpPr>
        <p:spPr>
          <a:xfrm>
            <a:off x="1957714" y="3142554"/>
            <a:ext cx="2357700" cy="71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i="1" dirty="0"/>
              <a:t>Agile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kerangka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i="1" dirty="0"/>
              <a:t>Scrum</a:t>
            </a:r>
            <a:endParaRPr i="1" dirty="0"/>
          </a:p>
        </p:txBody>
      </p:sp>
      <p:grpSp>
        <p:nvGrpSpPr>
          <p:cNvPr id="2318" name="Google Shape;2318;p63"/>
          <p:cNvGrpSpPr/>
          <p:nvPr/>
        </p:nvGrpSpPr>
        <p:grpSpPr>
          <a:xfrm>
            <a:off x="5744482" y="1627475"/>
            <a:ext cx="2164491" cy="2976633"/>
            <a:chOff x="5737682" y="1627475"/>
            <a:chExt cx="2164491" cy="2976633"/>
          </a:xfrm>
        </p:grpSpPr>
        <p:sp>
          <p:nvSpPr>
            <p:cNvPr id="2319" name="Google Shape;2319;p63"/>
            <p:cNvSpPr/>
            <p:nvPr/>
          </p:nvSpPr>
          <p:spPr>
            <a:xfrm>
              <a:off x="7240073" y="1980901"/>
              <a:ext cx="275267" cy="276349"/>
            </a:xfrm>
            <a:custGeom>
              <a:avLst/>
              <a:gdLst/>
              <a:ahLst/>
              <a:cxnLst/>
              <a:rect l="l" t="t" r="r" b="b"/>
              <a:pathLst>
                <a:path w="6617" h="6643" extrusionOk="0">
                  <a:moveTo>
                    <a:pt x="401" y="1"/>
                  </a:moveTo>
                  <a:cubicBezTo>
                    <a:pt x="176" y="1"/>
                    <a:pt x="0" y="201"/>
                    <a:pt x="0" y="402"/>
                  </a:cubicBezTo>
                  <a:lnTo>
                    <a:pt x="0" y="6216"/>
                  </a:lnTo>
                  <a:cubicBezTo>
                    <a:pt x="0" y="6442"/>
                    <a:pt x="176" y="6642"/>
                    <a:pt x="401" y="6642"/>
                  </a:cubicBezTo>
                  <a:lnTo>
                    <a:pt x="6216" y="6642"/>
                  </a:lnTo>
                  <a:cubicBezTo>
                    <a:pt x="6441" y="6642"/>
                    <a:pt x="6617" y="6442"/>
                    <a:pt x="6617" y="6216"/>
                  </a:cubicBezTo>
                  <a:lnTo>
                    <a:pt x="6617" y="402"/>
                  </a:lnTo>
                  <a:cubicBezTo>
                    <a:pt x="6617" y="201"/>
                    <a:pt x="6441" y="1"/>
                    <a:pt x="621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63"/>
            <p:cNvSpPr/>
            <p:nvPr/>
          </p:nvSpPr>
          <p:spPr>
            <a:xfrm>
              <a:off x="7297397" y="2021917"/>
              <a:ext cx="179379" cy="176925"/>
            </a:xfrm>
            <a:custGeom>
              <a:avLst/>
              <a:gdLst/>
              <a:ahLst/>
              <a:cxnLst/>
              <a:rect l="l" t="t" r="r" b="b"/>
              <a:pathLst>
                <a:path w="4312" h="4253" extrusionOk="0">
                  <a:moveTo>
                    <a:pt x="2152" y="158"/>
                  </a:moveTo>
                  <a:cubicBezTo>
                    <a:pt x="2220" y="158"/>
                    <a:pt x="2288" y="161"/>
                    <a:pt x="2357" y="168"/>
                  </a:cubicBezTo>
                  <a:cubicBezTo>
                    <a:pt x="3259" y="268"/>
                    <a:pt x="3986" y="995"/>
                    <a:pt x="4061" y="1897"/>
                  </a:cubicBezTo>
                  <a:cubicBezTo>
                    <a:pt x="4136" y="2448"/>
                    <a:pt x="3961" y="2975"/>
                    <a:pt x="3610" y="3401"/>
                  </a:cubicBezTo>
                  <a:cubicBezTo>
                    <a:pt x="3259" y="3802"/>
                    <a:pt x="2733" y="4052"/>
                    <a:pt x="2206" y="4077"/>
                  </a:cubicBezTo>
                  <a:lnTo>
                    <a:pt x="2206" y="2047"/>
                  </a:lnTo>
                  <a:lnTo>
                    <a:pt x="176" y="2047"/>
                  </a:lnTo>
                  <a:cubicBezTo>
                    <a:pt x="176" y="1496"/>
                    <a:pt x="427" y="995"/>
                    <a:pt x="853" y="644"/>
                  </a:cubicBezTo>
                  <a:cubicBezTo>
                    <a:pt x="1204" y="314"/>
                    <a:pt x="1671" y="158"/>
                    <a:pt x="2152" y="158"/>
                  </a:cubicBezTo>
                  <a:close/>
                  <a:moveTo>
                    <a:pt x="2086" y="0"/>
                  </a:moveTo>
                  <a:cubicBezTo>
                    <a:pt x="1584" y="0"/>
                    <a:pt x="1111" y="178"/>
                    <a:pt x="728" y="518"/>
                  </a:cubicBezTo>
                  <a:cubicBezTo>
                    <a:pt x="302" y="894"/>
                    <a:pt x="26" y="1446"/>
                    <a:pt x="1" y="2047"/>
                  </a:cubicBezTo>
                  <a:cubicBezTo>
                    <a:pt x="1" y="2072"/>
                    <a:pt x="26" y="2122"/>
                    <a:pt x="51" y="2148"/>
                  </a:cubicBezTo>
                  <a:cubicBezTo>
                    <a:pt x="76" y="2173"/>
                    <a:pt x="126" y="2198"/>
                    <a:pt x="151" y="2198"/>
                  </a:cubicBezTo>
                  <a:lnTo>
                    <a:pt x="2031" y="2198"/>
                  </a:lnTo>
                  <a:lnTo>
                    <a:pt x="2031" y="4077"/>
                  </a:lnTo>
                  <a:cubicBezTo>
                    <a:pt x="2031" y="4127"/>
                    <a:pt x="2056" y="4178"/>
                    <a:pt x="2081" y="4203"/>
                  </a:cubicBezTo>
                  <a:cubicBezTo>
                    <a:pt x="2131" y="4228"/>
                    <a:pt x="2156" y="4253"/>
                    <a:pt x="2206" y="4253"/>
                  </a:cubicBezTo>
                  <a:cubicBezTo>
                    <a:pt x="2783" y="4228"/>
                    <a:pt x="3359" y="3952"/>
                    <a:pt x="3735" y="3501"/>
                  </a:cubicBezTo>
                  <a:cubicBezTo>
                    <a:pt x="4111" y="3050"/>
                    <a:pt x="4312" y="2473"/>
                    <a:pt x="4236" y="1872"/>
                  </a:cubicBezTo>
                  <a:cubicBezTo>
                    <a:pt x="4136" y="894"/>
                    <a:pt x="3334" y="117"/>
                    <a:pt x="2357" y="17"/>
                  </a:cubicBezTo>
                  <a:cubicBezTo>
                    <a:pt x="2266" y="6"/>
                    <a:pt x="2175" y="0"/>
                    <a:pt x="2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63"/>
            <p:cNvSpPr/>
            <p:nvPr/>
          </p:nvSpPr>
          <p:spPr>
            <a:xfrm>
              <a:off x="7274476" y="2122712"/>
              <a:ext cx="99091" cy="98051"/>
            </a:xfrm>
            <a:custGeom>
              <a:avLst/>
              <a:gdLst/>
              <a:ahLst/>
              <a:cxnLst/>
              <a:rect l="l" t="t" r="r" b="b"/>
              <a:pathLst>
                <a:path w="2382" h="2357" extrusionOk="0">
                  <a:moveTo>
                    <a:pt x="2206" y="176"/>
                  </a:moveTo>
                  <a:lnTo>
                    <a:pt x="2206" y="2206"/>
                  </a:lnTo>
                  <a:cubicBezTo>
                    <a:pt x="1103" y="2156"/>
                    <a:pt x="226" y="1253"/>
                    <a:pt x="176" y="176"/>
                  </a:cubicBezTo>
                  <a:close/>
                  <a:moveTo>
                    <a:pt x="176" y="0"/>
                  </a:moveTo>
                  <a:cubicBezTo>
                    <a:pt x="126" y="0"/>
                    <a:pt x="101" y="25"/>
                    <a:pt x="51" y="50"/>
                  </a:cubicBezTo>
                  <a:cubicBezTo>
                    <a:pt x="25" y="100"/>
                    <a:pt x="0" y="126"/>
                    <a:pt x="0" y="176"/>
                  </a:cubicBezTo>
                  <a:cubicBezTo>
                    <a:pt x="51" y="1354"/>
                    <a:pt x="1028" y="2306"/>
                    <a:pt x="2206" y="2356"/>
                  </a:cubicBezTo>
                  <a:cubicBezTo>
                    <a:pt x="2256" y="2356"/>
                    <a:pt x="2281" y="2356"/>
                    <a:pt x="2306" y="2306"/>
                  </a:cubicBezTo>
                  <a:cubicBezTo>
                    <a:pt x="2356" y="2281"/>
                    <a:pt x="2381" y="2231"/>
                    <a:pt x="2381" y="2181"/>
                  </a:cubicBezTo>
                  <a:lnTo>
                    <a:pt x="2381" y="176"/>
                  </a:lnTo>
                  <a:cubicBezTo>
                    <a:pt x="2381" y="75"/>
                    <a:pt x="2281" y="0"/>
                    <a:pt x="2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63"/>
            <p:cNvSpPr/>
            <p:nvPr/>
          </p:nvSpPr>
          <p:spPr>
            <a:xfrm>
              <a:off x="7477770" y="1649356"/>
              <a:ext cx="424403" cy="388960"/>
            </a:xfrm>
            <a:custGeom>
              <a:avLst/>
              <a:gdLst/>
              <a:ahLst/>
              <a:cxnLst/>
              <a:rect l="l" t="t" r="r" b="b"/>
              <a:pathLst>
                <a:path w="10202" h="9350" extrusionOk="0">
                  <a:moveTo>
                    <a:pt x="452" y="1"/>
                  </a:moveTo>
                  <a:cubicBezTo>
                    <a:pt x="201" y="1"/>
                    <a:pt x="1" y="201"/>
                    <a:pt x="1" y="452"/>
                  </a:cubicBezTo>
                  <a:lnTo>
                    <a:pt x="1" y="8898"/>
                  </a:lnTo>
                  <a:cubicBezTo>
                    <a:pt x="1" y="9149"/>
                    <a:pt x="201" y="9349"/>
                    <a:pt x="452" y="9349"/>
                  </a:cubicBezTo>
                  <a:lnTo>
                    <a:pt x="9750" y="9349"/>
                  </a:lnTo>
                  <a:cubicBezTo>
                    <a:pt x="10001" y="9349"/>
                    <a:pt x="10201" y="9149"/>
                    <a:pt x="10201" y="8898"/>
                  </a:cubicBezTo>
                  <a:lnTo>
                    <a:pt x="10201" y="452"/>
                  </a:lnTo>
                  <a:cubicBezTo>
                    <a:pt x="10201" y="201"/>
                    <a:pt x="10001" y="1"/>
                    <a:pt x="975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63"/>
            <p:cNvSpPr/>
            <p:nvPr/>
          </p:nvSpPr>
          <p:spPr>
            <a:xfrm>
              <a:off x="7565336" y="1719201"/>
              <a:ext cx="249226" cy="249226"/>
            </a:xfrm>
            <a:custGeom>
              <a:avLst/>
              <a:gdLst/>
              <a:ahLst/>
              <a:cxnLst/>
              <a:rect l="l" t="t" r="r" b="b"/>
              <a:pathLst>
                <a:path w="5991" h="5991" extrusionOk="0">
                  <a:moveTo>
                    <a:pt x="2983" y="1"/>
                  </a:moveTo>
                  <a:cubicBezTo>
                    <a:pt x="1354" y="1"/>
                    <a:pt x="1" y="1354"/>
                    <a:pt x="1" y="2983"/>
                  </a:cubicBezTo>
                  <a:cubicBezTo>
                    <a:pt x="1" y="4638"/>
                    <a:pt x="1354" y="5991"/>
                    <a:pt x="2983" y="5991"/>
                  </a:cubicBezTo>
                  <a:cubicBezTo>
                    <a:pt x="4638" y="5991"/>
                    <a:pt x="5991" y="4638"/>
                    <a:pt x="5991" y="2983"/>
                  </a:cubicBezTo>
                  <a:cubicBezTo>
                    <a:pt x="5991" y="1354"/>
                    <a:pt x="4638" y="1"/>
                    <a:pt x="298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63"/>
            <p:cNvSpPr/>
            <p:nvPr/>
          </p:nvSpPr>
          <p:spPr>
            <a:xfrm>
              <a:off x="7686306" y="1771366"/>
              <a:ext cx="50086" cy="76128"/>
            </a:xfrm>
            <a:custGeom>
              <a:avLst/>
              <a:gdLst/>
              <a:ahLst/>
              <a:cxnLst/>
              <a:rect l="l" t="t" r="r" b="b"/>
              <a:pathLst>
                <a:path w="1204" h="1830" extrusionOk="0">
                  <a:moveTo>
                    <a:pt x="75" y="0"/>
                  </a:moveTo>
                  <a:cubicBezTo>
                    <a:pt x="50" y="0"/>
                    <a:pt x="0" y="25"/>
                    <a:pt x="0" y="75"/>
                  </a:cubicBezTo>
                  <a:lnTo>
                    <a:pt x="0" y="1830"/>
                  </a:lnTo>
                  <a:lnTo>
                    <a:pt x="1103" y="1830"/>
                  </a:lnTo>
                  <a:cubicBezTo>
                    <a:pt x="1153" y="1830"/>
                    <a:pt x="1203" y="1780"/>
                    <a:pt x="1203" y="1729"/>
                  </a:cubicBezTo>
                  <a:cubicBezTo>
                    <a:pt x="1203" y="1704"/>
                    <a:pt x="1153" y="1654"/>
                    <a:pt x="1103" y="1654"/>
                  </a:cubicBezTo>
                  <a:lnTo>
                    <a:pt x="176" y="1654"/>
                  </a:lnTo>
                  <a:lnTo>
                    <a:pt x="176" y="75"/>
                  </a:lnTo>
                  <a:cubicBezTo>
                    <a:pt x="176" y="25"/>
                    <a:pt x="126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63"/>
            <p:cNvSpPr/>
            <p:nvPr/>
          </p:nvSpPr>
          <p:spPr>
            <a:xfrm>
              <a:off x="7009656" y="2011143"/>
              <a:ext cx="174138" cy="174138"/>
            </a:xfrm>
            <a:custGeom>
              <a:avLst/>
              <a:gdLst/>
              <a:ahLst/>
              <a:cxnLst/>
              <a:rect l="l" t="t" r="r" b="b"/>
              <a:pathLst>
                <a:path w="4186" h="4186" extrusionOk="0">
                  <a:moveTo>
                    <a:pt x="2081" y="1"/>
                  </a:moveTo>
                  <a:cubicBezTo>
                    <a:pt x="928" y="1"/>
                    <a:pt x="0" y="953"/>
                    <a:pt x="0" y="2106"/>
                  </a:cubicBezTo>
                  <a:cubicBezTo>
                    <a:pt x="0" y="3259"/>
                    <a:pt x="928" y="4186"/>
                    <a:pt x="2081" y="4186"/>
                  </a:cubicBezTo>
                  <a:cubicBezTo>
                    <a:pt x="3234" y="4186"/>
                    <a:pt x="4186" y="3259"/>
                    <a:pt x="4186" y="2106"/>
                  </a:cubicBezTo>
                  <a:cubicBezTo>
                    <a:pt x="4186" y="953"/>
                    <a:pt x="3234" y="1"/>
                    <a:pt x="208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3"/>
            <p:cNvSpPr/>
            <p:nvPr/>
          </p:nvSpPr>
          <p:spPr>
            <a:xfrm>
              <a:off x="7056580" y="2033316"/>
              <a:ext cx="126173" cy="89440"/>
            </a:xfrm>
            <a:custGeom>
              <a:avLst/>
              <a:gdLst/>
              <a:ahLst/>
              <a:cxnLst/>
              <a:rect l="l" t="t" r="r" b="b"/>
              <a:pathLst>
                <a:path w="3033" h="2150" extrusionOk="0">
                  <a:moveTo>
                    <a:pt x="2958" y="0"/>
                  </a:moveTo>
                  <a:cubicBezTo>
                    <a:pt x="2939" y="0"/>
                    <a:pt x="2920" y="6"/>
                    <a:pt x="2908" y="19"/>
                  </a:cubicBezTo>
                  <a:lnTo>
                    <a:pt x="953" y="1974"/>
                  </a:lnTo>
                  <a:cubicBezTo>
                    <a:pt x="940" y="1986"/>
                    <a:pt x="928" y="1993"/>
                    <a:pt x="918" y="1993"/>
                  </a:cubicBezTo>
                  <a:cubicBezTo>
                    <a:pt x="909" y="1993"/>
                    <a:pt x="903" y="1986"/>
                    <a:pt x="903" y="1974"/>
                  </a:cubicBezTo>
                  <a:lnTo>
                    <a:pt x="151" y="1247"/>
                  </a:lnTo>
                  <a:cubicBezTo>
                    <a:pt x="138" y="1222"/>
                    <a:pt x="119" y="1209"/>
                    <a:pt x="97" y="1209"/>
                  </a:cubicBezTo>
                  <a:cubicBezTo>
                    <a:pt x="76" y="1209"/>
                    <a:pt x="50" y="1222"/>
                    <a:pt x="25" y="1247"/>
                  </a:cubicBezTo>
                  <a:cubicBezTo>
                    <a:pt x="0" y="1272"/>
                    <a:pt x="0" y="1322"/>
                    <a:pt x="25" y="1347"/>
                  </a:cubicBezTo>
                  <a:lnTo>
                    <a:pt x="777" y="2099"/>
                  </a:lnTo>
                  <a:cubicBezTo>
                    <a:pt x="827" y="2124"/>
                    <a:pt x="878" y="2149"/>
                    <a:pt x="928" y="2149"/>
                  </a:cubicBezTo>
                  <a:cubicBezTo>
                    <a:pt x="978" y="2149"/>
                    <a:pt x="1028" y="2124"/>
                    <a:pt x="1053" y="2099"/>
                  </a:cubicBezTo>
                  <a:lnTo>
                    <a:pt x="3008" y="144"/>
                  </a:lnTo>
                  <a:cubicBezTo>
                    <a:pt x="3033" y="119"/>
                    <a:pt x="3033" y="69"/>
                    <a:pt x="3008" y="19"/>
                  </a:cubicBezTo>
                  <a:cubicBezTo>
                    <a:pt x="2995" y="6"/>
                    <a:pt x="2977" y="0"/>
                    <a:pt x="2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63"/>
            <p:cNvSpPr/>
            <p:nvPr/>
          </p:nvSpPr>
          <p:spPr>
            <a:xfrm>
              <a:off x="7096182" y="1627475"/>
              <a:ext cx="327434" cy="294320"/>
            </a:xfrm>
            <a:custGeom>
              <a:avLst/>
              <a:gdLst/>
              <a:ahLst/>
              <a:cxnLst/>
              <a:rect l="l" t="t" r="r" b="b"/>
              <a:pathLst>
                <a:path w="7871" h="7075" extrusionOk="0">
                  <a:moveTo>
                    <a:pt x="577" y="0"/>
                  </a:moveTo>
                  <a:cubicBezTo>
                    <a:pt x="276" y="0"/>
                    <a:pt x="1" y="251"/>
                    <a:pt x="1" y="577"/>
                  </a:cubicBezTo>
                  <a:lnTo>
                    <a:pt x="1" y="4487"/>
                  </a:lnTo>
                  <a:cubicBezTo>
                    <a:pt x="1" y="4787"/>
                    <a:pt x="276" y="5063"/>
                    <a:pt x="577" y="5063"/>
                  </a:cubicBezTo>
                  <a:lnTo>
                    <a:pt x="1630" y="5063"/>
                  </a:lnTo>
                  <a:cubicBezTo>
                    <a:pt x="2081" y="5063"/>
                    <a:pt x="2432" y="5414"/>
                    <a:pt x="2432" y="5865"/>
                  </a:cubicBezTo>
                  <a:lnTo>
                    <a:pt x="2432" y="6792"/>
                  </a:lnTo>
                  <a:cubicBezTo>
                    <a:pt x="2432" y="6968"/>
                    <a:pt x="2582" y="7043"/>
                    <a:pt x="2607" y="7043"/>
                  </a:cubicBezTo>
                  <a:cubicBezTo>
                    <a:pt x="2632" y="7056"/>
                    <a:pt x="2682" y="7074"/>
                    <a:pt x="2739" y="7074"/>
                  </a:cubicBezTo>
                  <a:cubicBezTo>
                    <a:pt x="2795" y="7074"/>
                    <a:pt x="2858" y="7056"/>
                    <a:pt x="2908" y="6993"/>
                  </a:cubicBezTo>
                  <a:lnTo>
                    <a:pt x="4612" y="5289"/>
                  </a:lnTo>
                  <a:cubicBezTo>
                    <a:pt x="4763" y="5138"/>
                    <a:pt x="4988" y="5063"/>
                    <a:pt x="5189" y="5063"/>
                  </a:cubicBezTo>
                  <a:lnTo>
                    <a:pt x="7294" y="5063"/>
                  </a:lnTo>
                  <a:cubicBezTo>
                    <a:pt x="7620" y="5063"/>
                    <a:pt x="7870" y="4787"/>
                    <a:pt x="7870" y="4487"/>
                  </a:cubicBezTo>
                  <a:lnTo>
                    <a:pt x="7870" y="577"/>
                  </a:lnTo>
                  <a:cubicBezTo>
                    <a:pt x="7870" y="251"/>
                    <a:pt x="7620" y="0"/>
                    <a:pt x="729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63"/>
            <p:cNvSpPr/>
            <p:nvPr/>
          </p:nvSpPr>
          <p:spPr>
            <a:xfrm>
              <a:off x="7163947" y="1716081"/>
              <a:ext cx="45926" cy="45926"/>
            </a:xfrm>
            <a:custGeom>
              <a:avLst/>
              <a:gdLst/>
              <a:ahLst/>
              <a:cxnLst/>
              <a:rect l="l" t="t" r="r" b="b"/>
              <a:pathLst>
                <a:path w="1104" h="1104" extrusionOk="0">
                  <a:moveTo>
                    <a:pt x="552" y="176"/>
                  </a:moveTo>
                  <a:cubicBezTo>
                    <a:pt x="778" y="176"/>
                    <a:pt x="953" y="352"/>
                    <a:pt x="953" y="552"/>
                  </a:cubicBezTo>
                  <a:cubicBezTo>
                    <a:pt x="953" y="778"/>
                    <a:pt x="778" y="928"/>
                    <a:pt x="552" y="928"/>
                  </a:cubicBezTo>
                  <a:cubicBezTo>
                    <a:pt x="352" y="928"/>
                    <a:pt x="176" y="778"/>
                    <a:pt x="176" y="552"/>
                  </a:cubicBezTo>
                  <a:cubicBezTo>
                    <a:pt x="176" y="352"/>
                    <a:pt x="352" y="176"/>
                    <a:pt x="552" y="176"/>
                  </a:cubicBezTo>
                  <a:close/>
                  <a:moveTo>
                    <a:pt x="552" y="1"/>
                  </a:moveTo>
                  <a:cubicBezTo>
                    <a:pt x="251" y="1"/>
                    <a:pt x="1" y="251"/>
                    <a:pt x="1" y="552"/>
                  </a:cubicBezTo>
                  <a:cubicBezTo>
                    <a:pt x="1" y="853"/>
                    <a:pt x="251" y="1103"/>
                    <a:pt x="552" y="1103"/>
                  </a:cubicBezTo>
                  <a:cubicBezTo>
                    <a:pt x="853" y="1103"/>
                    <a:pt x="1104" y="853"/>
                    <a:pt x="1104" y="552"/>
                  </a:cubicBezTo>
                  <a:cubicBezTo>
                    <a:pt x="1104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3"/>
            <p:cNvSpPr/>
            <p:nvPr/>
          </p:nvSpPr>
          <p:spPr>
            <a:xfrm>
              <a:off x="7236953" y="1716081"/>
              <a:ext cx="45885" cy="45926"/>
            </a:xfrm>
            <a:custGeom>
              <a:avLst/>
              <a:gdLst/>
              <a:ahLst/>
              <a:cxnLst/>
              <a:rect l="l" t="t" r="r" b="b"/>
              <a:pathLst>
                <a:path w="1103" h="1104" extrusionOk="0">
                  <a:moveTo>
                    <a:pt x="552" y="176"/>
                  </a:moveTo>
                  <a:cubicBezTo>
                    <a:pt x="752" y="176"/>
                    <a:pt x="927" y="352"/>
                    <a:pt x="927" y="552"/>
                  </a:cubicBezTo>
                  <a:cubicBezTo>
                    <a:pt x="927" y="778"/>
                    <a:pt x="752" y="928"/>
                    <a:pt x="552" y="928"/>
                  </a:cubicBezTo>
                  <a:cubicBezTo>
                    <a:pt x="326" y="928"/>
                    <a:pt x="151" y="778"/>
                    <a:pt x="151" y="552"/>
                  </a:cubicBezTo>
                  <a:cubicBezTo>
                    <a:pt x="151" y="352"/>
                    <a:pt x="326" y="176"/>
                    <a:pt x="552" y="176"/>
                  </a:cubicBezTo>
                  <a:close/>
                  <a:moveTo>
                    <a:pt x="552" y="1"/>
                  </a:moveTo>
                  <a:cubicBezTo>
                    <a:pt x="251" y="1"/>
                    <a:pt x="0" y="251"/>
                    <a:pt x="0" y="552"/>
                  </a:cubicBezTo>
                  <a:cubicBezTo>
                    <a:pt x="0" y="853"/>
                    <a:pt x="251" y="1103"/>
                    <a:pt x="552" y="1103"/>
                  </a:cubicBezTo>
                  <a:cubicBezTo>
                    <a:pt x="852" y="1103"/>
                    <a:pt x="1103" y="853"/>
                    <a:pt x="1103" y="552"/>
                  </a:cubicBezTo>
                  <a:cubicBezTo>
                    <a:pt x="1103" y="251"/>
                    <a:pt x="852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63"/>
            <p:cNvSpPr/>
            <p:nvPr/>
          </p:nvSpPr>
          <p:spPr>
            <a:xfrm>
              <a:off x="7308878" y="1716081"/>
              <a:ext cx="44886" cy="45926"/>
            </a:xfrm>
            <a:custGeom>
              <a:avLst/>
              <a:gdLst/>
              <a:ahLst/>
              <a:cxnLst/>
              <a:rect l="l" t="t" r="r" b="b"/>
              <a:pathLst>
                <a:path w="1079" h="1104" extrusionOk="0">
                  <a:moveTo>
                    <a:pt x="552" y="176"/>
                  </a:moveTo>
                  <a:cubicBezTo>
                    <a:pt x="752" y="176"/>
                    <a:pt x="928" y="352"/>
                    <a:pt x="928" y="552"/>
                  </a:cubicBezTo>
                  <a:cubicBezTo>
                    <a:pt x="928" y="778"/>
                    <a:pt x="752" y="928"/>
                    <a:pt x="552" y="928"/>
                  </a:cubicBezTo>
                  <a:cubicBezTo>
                    <a:pt x="326" y="928"/>
                    <a:pt x="151" y="778"/>
                    <a:pt x="151" y="552"/>
                  </a:cubicBezTo>
                  <a:cubicBezTo>
                    <a:pt x="151" y="352"/>
                    <a:pt x="326" y="176"/>
                    <a:pt x="552" y="176"/>
                  </a:cubicBezTo>
                  <a:close/>
                  <a:moveTo>
                    <a:pt x="552" y="1"/>
                  </a:moveTo>
                  <a:cubicBezTo>
                    <a:pt x="226" y="1"/>
                    <a:pt x="0" y="251"/>
                    <a:pt x="0" y="552"/>
                  </a:cubicBezTo>
                  <a:cubicBezTo>
                    <a:pt x="0" y="853"/>
                    <a:pt x="226" y="1103"/>
                    <a:pt x="552" y="1103"/>
                  </a:cubicBezTo>
                  <a:cubicBezTo>
                    <a:pt x="853" y="1103"/>
                    <a:pt x="1078" y="853"/>
                    <a:pt x="1078" y="552"/>
                  </a:cubicBezTo>
                  <a:cubicBezTo>
                    <a:pt x="1078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63"/>
            <p:cNvSpPr/>
            <p:nvPr/>
          </p:nvSpPr>
          <p:spPr>
            <a:xfrm>
              <a:off x="5915976" y="3894042"/>
              <a:ext cx="1350211" cy="702790"/>
            </a:xfrm>
            <a:custGeom>
              <a:avLst/>
              <a:gdLst/>
              <a:ahLst/>
              <a:cxnLst/>
              <a:rect l="l" t="t" r="r" b="b"/>
              <a:pathLst>
                <a:path w="32457" h="16894" extrusionOk="0">
                  <a:moveTo>
                    <a:pt x="7294" y="1"/>
                  </a:moveTo>
                  <a:lnTo>
                    <a:pt x="6392" y="1129"/>
                  </a:lnTo>
                  <a:lnTo>
                    <a:pt x="5113" y="2708"/>
                  </a:lnTo>
                  <a:lnTo>
                    <a:pt x="3810" y="4337"/>
                  </a:lnTo>
                  <a:cubicBezTo>
                    <a:pt x="2006" y="6567"/>
                    <a:pt x="878" y="9099"/>
                    <a:pt x="502" y="11730"/>
                  </a:cubicBezTo>
                  <a:cubicBezTo>
                    <a:pt x="477" y="11856"/>
                    <a:pt x="276" y="14136"/>
                    <a:pt x="1" y="16893"/>
                  </a:cubicBezTo>
                  <a:lnTo>
                    <a:pt x="32131" y="16893"/>
                  </a:lnTo>
                  <a:lnTo>
                    <a:pt x="32206" y="14688"/>
                  </a:lnTo>
                  <a:cubicBezTo>
                    <a:pt x="32457" y="11029"/>
                    <a:pt x="31254" y="7394"/>
                    <a:pt x="28798" y="4337"/>
                  </a:cubicBezTo>
                  <a:lnTo>
                    <a:pt x="27469" y="2708"/>
                  </a:lnTo>
                  <a:lnTo>
                    <a:pt x="26191" y="1129"/>
                  </a:lnTo>
                  <a:lnTo>
                    <a:pt x="25289" y="1"/>
                  </a:lnTo>
                  <a:lnTo>
                    <a:pt x="16291" y="527"/>
                  </a:lnTo>
                  <a:lnTo>
                    <a:pt x="729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63"/>
            <p:cNvSpPr/>
            <p:nvPr/>
          </p:nvSpPr>
          <p:spPr>
            <a:xfrm>
              <a:off x="6091149" y="4067759"/>
              <a:ext cx="173098" cy="536349"/>
            </a:xfrm>
            <a:custGeom>
              <a:avLst/>
              <a:gdLst/>
              <a:ahLst/>
              <a:cxnLst/>
              <a:rect l="l" t="t" r="r" b="b"/>
              <a:pathLst>
                <a:path w="4161" h="12893" extrusionOk="0">
                  <a:moveTo>
                    <a:pt x="3976" y="1"/>
                  </a:moveTo>
                  <a:cubicBezTo>
                    <a:pt x="3930" y="1"/>
                    <a:pt x="3887" y="19"/>
                    <a:pt x="3860" y="61"/>
                  </a:cubicBezTo>
                  <a:cubicBezTo>
                    <a:pt x="2055" y="2291"/>
                    <a:pt x="902" y="4873"/>
                    <a:pt x="501" y="7529"/>
                  </a:cubicBezTo>
                  <a:cubicBezTo>
                    <a:pt x="501" y="7579"/>
                    <a:pt x="476" y="7830"/>
                    <a:pt x="426" y="8406"/>
                  </a:cubicBezTo>
                  <a:cubicBezTo>
                    <a:pt x="351" y="9334"/>
                    <a:pt x="201" y="10913"/>
                    <a:pt x="0" y="12717"/>
                  </a:cubicBezTo>
                  <a:cubicBezTo>
                    <a:pt x="0" y="12792"/>
                    <a:pt x="75" y="12868"/>
                    <a:pt x="151" y="12893"/>
                  </a:cubicBezTo>
                  <a:lnTo>
                    <a:pt x="176" y="12893"/>
                  </a:lnTo>
                  <a:cubicBezTo>
                    <a:pt x="251" y="12893"/>
                    <a:pt x="326" y="12817"/>
                    <a:pt x="326" y="12742"/>
                  </a:cubicBezTo>
                  <a:cubicBezTo>
                    <a:pt x="527" y="10938"/>
                    <a:pt x="652" y="9384"/>
                    <a:pt x="752" y="8431"/>
                  </a:cubicBezTo>
                  <a:cubicBezTo>
                    <a:pt x="802" y="7955"/>
                    <a:pt x="827" y="7629"/>
                    <a:pt x="827" y="7579"/>
                  </a:cubicBezTo>
                  <a:cubicBezTo>
                    <a:pt x="1203" y="4973"/>
                    <a:pt x="2331" y="2441"/>
                    <a:pt x="4111" y="261"/>
                  </a:cubicBezTo>
                  <a:cubicBezTo>
                    <a:pt x="4161" y="211"/>
                    <a:pt x="4136" y="86"/>
                    <a:pt x="4085" y="35"/>
                  </a:cubicBezTo>
                  <a:cubicBezTo>
                    <a:pt x="4052" y="13"/>
                    <a:pt x="4013" y="1"/>
                    <a:pt x="3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63"/>
            <p:cNvSpPr/>
            <p:nvPr/>
          </p:nvSpPr>
          <p:spPr>
            <a:xfrm>
              <a:off x="5866972" y="1868292"/>
              <a:ext cx="1219920" cy="1313603"/>
            </a:xfrm>
            <a:custGeom>
              <a:avLst/>
              <a:gdLst/>
              <a:ahLst/>
              <a:cxnLst/>
              <a:rect l="l" t="t" r="r" b="b"/>
              <a:pathLst>
                <a:path w="29325" h="31577" extrusionOk="0">
                  <a:moveTo>
                    <a:pt x="8823" y="1"/>
                  </a:moveTo>
                  <a:cubicBezTo>
                    <a:pt x="6843" y="1"/>
                    <a:pt x="5239" y="1605"/>
                    <a:pt x="5239" y="3585"/>
                  </a:cubicBezTo>
                  <a:cubicBezTo>
                    <a:pt x="5239" y="4963"/>
                    <a:pt x="5991" y="6166"/>
                    <a:pt x="7144" y="6768"/>
                  </a:cubicBezTo>
                  <a:cubicBezTo>
                    <a:pt x="7093" y="6918"/>
                    <a:pt x="7043" y="7094"/>
                    <a:pt x="6968" y="7244"/>
                  </a:cubicBezTo>
                  <a:cubicBezTo>
                    <a:pt x="6266" y="9199"/>
                    <a:pt x="5114" y="10577"/>
                    <a:pt x="3384" y="12081"/>
                  </a:cubicBezTo>
                  <a:lnTo>
                    <a:pt x="3159" y="12282"/>
                  </a:lnTo>
                  <a:cubicBezTo>
                    <a:pt x="1" y="15014"/>
                    <a:pt x="251" y="19600"/>
                    <a:pt x="2682" y="21605"/>
                  </a:cubicBezTo>
                  <a:lnTo>
                    <a:pt x="3384" y="22181"/>
                  </a:lnTo>
                  <a:cubicBezTo>
                    <a:pt x="3484" y="22282"/>
                    <a:pt x="3585" y="22357"/>
                    <a:pt x="3710" y="22432"/>
                  </a:cubicBezTo>
                  <a:cubicBezTo>
                    <a:pt x="4136" y="22733"/>
                    <a:pt x="4337" y="23184"/>
                    <a:pt x="4286" y="23660"/>
                  </a:cubicBezTo>
                  <a:cubicBezTo>
                    <a:pt x="4186" y="24537"/>
                    <a:pt x="4236" y="25440"/>
                    <a:pt x="4537" y="26342"/>
                  </a:cubicBezTo>
                  <a:cubicBezTo>
                    <a:pt x="5530" y="29459"/>
                    <a:pt x="8885" y="31577"/>
                    <a:pt x="12660" y="31577"/>
                  </a:cubicBezTo>
                  <a:cubicBezTo>
                    <a:pt x="12983" y="31577"/>
                    <a:pt x="13308" y="31561"/>
                    <a:pt x="13635" y="31530"/>
                  </a:cubicBezTo>
                  <a:cubicBezTo>
                    <a:pt x="16517" y="31254"/>
                    <a:pt x="18973" y="29876"/>
                    <a:pt x="20427" y="27946"/>
                  </a:cubicBezTo>
                  <a:cubicBezTo>
                    <a:pt x="22181" y="25615"/>
                    <a:pt x="24312" y="23535"/>
                    <a:pt x="26517" y="21530"/>
                  </a:cubicBezTo>
                  <a:cubicBezTo>
                    <a:pt x="28322" y="19876"/>
                    <a:pt x="29324" y="17620"/>
                    <a:pt x="28973" y="15289"/>
                  </a:cubicBezTo>
                  <a:cubicBezTo>
                    <a:pt x="28748" y="13685"/>
                    <a:pt x="27946" y="12307"/>
                    <a:pt x="26768" y="11254"/>
                  </a:cubicBezTo>
                  <a:cubicBezTo>
                    <a:pt x="26492" y="10953"/>
                    <a:pt x="26241" y="10703"/>
                    <a:pt x="25991" y="10477"/>
                  </a:cubicBezTo>
                  <a:cubicBezTo>
                    <a:pt x="25164" y="9700"/>
                    <a:pt x="24036" y="8898"/>
                    <a:pt x="23986" y="7846"/>
                  </a:cubicBezTo>
                  <a:cubicBezTo>
                    <a:pt x="23825" y="4864"/>
                    <a:pt x="20053" y="2449"/>
                    <a:pt x="17616" y="2449"/>
                  </a:cubicBezTo>
                  <a:cubicBezTo>
                    <a:pt x="17021" y="2449"/>
                    <a:pt x="16505" y="2593"/>
                    <a:pt x="16141" y="2908"/>
                  </a:cubicBezTo>
                  <a:cubicBezTo>
                    <a:pt x="16140" y="2910"/>
                    <a:pt x="16137" y="2910"/>
                    <a:pt x="16133" y="2910"/>
                  </a:cubicBezTo>
                  <a:cubicBezTo>
                    <a:pt x="16027" y="2910"/>
                    <a:pt x="15074" y="2459"/>
                    <a:pt x="13668" y="2459"/>
                  </a:cubicBezTo>
                  <a:cubicBezTo>
                    <a:pt x="13244" y="2459"/>
                    <a:pt x="12778" y="2500"/>
                    <a:pt x="12281" y="2607"/>
                  </a:cubicBezTo>
                  <a:cubicBezTo>
                    <a:pt x="11855" y="1104"/>
                    <a:pt x="10477" y="1"/>
                    <a:pt x="8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63"/>
            <p:cNvSpPr/>
            <p:nvPr/>
          </p:nvSpPr>
          <p:spPr>
            <a:xfrm>
              <a:off x="6331966" y="2455920"/>
              <a:ext cx="46966" cy="70304"/>
            </a:xfrm>
            <a:custGeom>
              <a:avLst/>
              <a:gdLst/>
              <a:ahLst/>
              <a:cxnLst/>
              <a:rect l="l" t="t" r="r" b="b"/>
              <a:pathLst>
                <a:path w="1129" h="1690" extrusionOk="0">
                  <a:moveTo>
                    <a:pt x="163" y="0"/>
                  </a:moveTo>
                  <a:cubicBezTo>
                    <a:pt x="123" y="0"/>
                    <a:pt x="85" y="13"/>
                    <a:pt x="51" y="35"/>
                  </a:cubicBezTo>
                  <a:cubicBezTo>
                    <a:pt x="1" y="86"/>
                    <a:pt x="1" y="211"/>
                    <a:pt x="51" y="261"/>
                  </a:cubicBezTo>
                  <a:lnTo>
                    <a:pt x="702" y="1013"/>
                  </a:lnTo>
                  <a:lnTo>
                    <a:pt x="126" y="1389"/>
                  </a:lnTo>
                  <a:cubicBezTo>
                    <a:pt x="51" y="1439"/>
                    <a:pt x="26" y="1539"/>
                    <a:pt x="76" y="1614"/>
                  </a:cubicBezTo>
                  <a:cubicBezTo>
                    <a:pt x="101" y="1664"/>
                    <a:pt x="151" y="1690"/>
                    <a:pt x="201" y="1690"/>
                  </a:cubicBezTo>
                  <a:cubicBezTo>
                    <a:pt x="226" y="1690"/>
                    <a:pt x="251" y="1690"/>
                    <a:pt x="301" y="1664"/>
                  </a:cubicBezTo>
                  <a:lnTo>
                    <a:pt x="1028" y="1188"/>
                  </a:lnTo>
                  <a:cubicBezTo>
                    <a:pt x="1078" y="1163"/>
                    <a:pt x="1103" y="1113"/>
                    <a:pt x="1103" y="1063"/>
                  </a:cubicBezTo>
                  <a:cubicBezTo>
                    <a:pt x="1129" y="1038"/>
                    <a:pt x="1103" y="988"/>
                    <a:pt x="1078" y="938"/>
                  </a:cubicBezTo>
                  <a:lnTo>
                    <a:pt x="301" y="60"/>
                  </a:lnTo>
                  <a:cubicBezTo>
                    <a:pt x="260" y="19"/>
                    <a:pt x="211" y="0"/>
                    <a:pt x="163" y="0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63"/>
            <p:cNvSpPr/>
            <p:nvPr/>
          </p:nvSpPr>
          <p:spPr>
            <a:xfrm>
              <a:off x="6254841" y="2208198"/>
              <a:ext cx="628701" cy="1018659"/>
            </a:xfrm>
            <a:custGeom>
              <a:avLst/>
              <a:gdLst/>
              <a:ahLst/>
              <a:cxnLst/>
              <a:rect l="l" t="t" r="r" b="b"/>
              <a:pathLst>
                <a:path w="15113" h="24487" extrusionOk="0">
                  <a:moveTo>
                    <a:pt x="11228" y="0"/>
                  </a:moveTo>
                  <a:lnTo>
                    <a:pt x="10376" y="2005"/>
                  </a:lnTo>
                  <a:lnTo>
                    <a:pt x="7845" y="1705"/>
                  </a:lnTo>
                  <a:lnTo>
                    <a:pt x="7268" y="727"/>
                  </a:lnTo>
                  <a:cubicBezTo>
                    <a:pt x="7118" y="477"/>
                    <a:pt x="6892" y="376"/>
                    <a:pt x="6642" y="376"/>
                  </a:cubicBezTo>
                  <a:cubicBezTo>
                    <a:pt x="6441" y="2707"/>
                    <a:pt x="5338" y="4737"/>
                    <a:pt x="4236" y="4913"/>
                  </a:cubicBezTo>
                  <a:lnTo>
                    <a:pt x="2732" y="4587"/>
                  </a:lnTo>
                  <a:lnTo>
                    <a:pt x="2732" y="4562"/>
                  </a:lnTo>
                  <a:lnTo>
                    <a:pt x="2256" y="4562"/>
                  </a:lnTo>
                  <a:cubicBezTo>
                    <a:pt x="1003" y="4587"/>
                    <a:pt x="0" y="5639"/>
                    <a:pt x="25" y="6893"/>
                  </a:cubicBezTo>
                  <a:lnTo>
                    <a:pt x="25" y="6943"/>
                  </a:lnTo>
                  <a:cubicBezTo>
                    <a:pt x="50" y="8156"/>
                    <a:pt x="1077" y="9149"/>
                    <a:pt x="2310" y="9149"/>
                  </a:cubicBezTo>
                  <a:cubicBezTo>
                    <a:pt x="2325" y="9149"/>
                    <a:pt x="2341" y="9149"/>
                    <a:pt x="2356" y="9148"/>
                  </a:cubicBezTo>
                  <a:lnTo>
                    <a:pt x="3283" y="9123"/>
                  </a:lnTo>
                  <a:lnTo>
                    <a:pt x="2957" y="17244"/>
                  </a:lnTo>
                  <a:lnTo>
                    <a:pt x="201" y="17244"/>
                  </a:lnTo>
                  <a:lnTo>
                    <a:pt x="3008" y="24286"/>
                  </a:lnTo>
                  <a:lnTo>
                    <a:pt x="3083" y="24487"/>
                  </a:lnTo>
                  <a:lnTo>
                    <a:pt x="12206" y="24412"/>
                  </a:lnTo>
                  <a:lnTo>
                    <a:pt x="12256" y="24286"/>
                  </a:lnTo>
                  <a:lnTo>
                    <a:pt x="15038" y="17294"/>
                  </a:lnTo>
                  <a:cubicBezTo>
                    <a:pt x="15038" y="17269"/>
                    <a:pt x="15088" y="17244"/>
                    <a:pt x="15113" y="17244"/>
                  </a:cubicBezTo>
                  <a:lnTo>
                    <a:pt x="10927" y="17244"/>
                  </a:lnTo>
                  <a:cubicBezTo>
                    <a:pt x="10927" y="17143"/>
                    <a:pt x="10927" y="17043"/>
                    <a:pt x="10927" y="16943"/>
                  </a:cubicBezTo>
                  <a:lnTo>
                    <a:pt x="10952" y="14010"/>
                  </a:lnTo>
                  <a:cubicBezTo>
                    <a:pt x="13359" y="13409"/>
                    <a:pt x="15038" y="11153"/>
                    <a:pt x="14787" y="8597"/>
                  </a:cubicBezTo>
                  <a:lnTo>
                    <a:pt x="14211" y="2156"/>
                  </a:lnTo>
                  <a:lnTo>
                    <a:pt x="11353" y="2106"/>
                  </a:lnTo>
                  <a:lnTo>
                    <a:pt x="1122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63"/>
            <p:cNvSpPr/>
            <p:nvPr/>
          </p:nvSpPr>
          <p:spPr>
            <a:xfrm>
              <a:off x="6286082" y="2537496"/>
              <a:ext cx="101213" cy="98218"/>
            </a:xfrm>
            <a:custGeom>
              <a:avLst/>
              <a:gdLst/>
              <a:ahLst/>
              <a:cxnLst/>
              <a:rect l="l" t="t" r="r" b="b"/>
              <a:pathLst>
                <a:path w="2433" h="2361" extrusionOk="0">
                  <a:moveTo>
                    <a:pt x="1229" y="656"/>
                  </a:moveTo>
                  <a:cubicBezTo>
                    <a:pt x="1530" y="681"/>
                    <a:pt x="1755" y="932"/>
                    <a:pt x="1730" y="1207"/>
                  </a:cubicBezTo>
                  <a:cubicBezTo>
                    <a:pt x="1705" y="1508"/>
                    <a:pt x="1455" y="1708"/>
                    <a:pt x="1154" y="1708"/>
                  </a:cubicBezTo>
                  <a:cubicBezTo>
                    <a:pt x="1029" y="1683"/>
                    <a:pt x="903" y="1633"/>
                    <a:pt x="803" y="1508"/>
                  </a:cubicBezTo>
                  <a:cubicBezTo>
                    <a:pt x="703" y="1408"/>
                    <a:pt x="678" y="1282"/>
                    <a:pt x="678" y="1132"/>
                  </a:cubicBezTo>
                  <a:cubicBezTo>
                    <a:pt x="703" y="856"/>
                    <a:pt x="928" y="656"/>
                    <a:pt x="1204" y="656"/>
                  </a:cubicBezTo>
                  <a:close/>
                  <a:moveTo>
                    <a:pt x="1189" y="1"/>
                  </a:moveTo>
                  <a:cubicBezTo>
                    <a:pt x="598" y="1"/>
                    <a:pt x="74" y="462"/>
                    <a:pt x="26" y="1082"/>
                  </a:cubicBezTo>
                  <a:cubicBezTo>
                    <a:pt x="1" y="1408"/>
                    <a:pt x="101" y="1708"/>
                    <a:pt x="302" y="1934"/>
                  </a:cubicBezTo>
                  <a:cubicBezTo>
                    <a:pt x="527" y="2185"/>
                    <a:pt x="803" y="2310"/>
                    <a:pt x="1104" y="2335"/>
                  </a:cubicBezTo>
                  <a:cubicBezTo>
                    <a:pt x="1154" y="2360"/>
                    <a:pt x="1179" y="2360"/>
                    <a:pt x="1204" y="2360"/>
                  </a:cubicBezTo>
                  <a:cubicBezTo>
                    <a:pt x="1805" y="2360"/>
                    <a:pt x="2332" y="1884"/>
                    <a:pt x="2382" y="1257"/>
                  </a:cubicBezTo>
                  <a:cubicBezTo>
                    <a:pt x="2432" y="606"/>
                    <a:pt x="1931" y="54"/>
                    <a:pt x="1279" y="4"/>
                  </a:cubicBezTo>
                  <a:cubicBezTo>
                    <a:pt x="1249" y="2"/>
                    <a:pt x="1219" y="1"/>
                    <a:pt x="118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63"/>
            <p:cNvSpPr/>
            <p:nvPr/>
          </p:nvSpPr>
          <p:spPr>
            <a:xfrm>
              <a:off x="6801120" y="2409413"/>
              <a:ext cx="36566" cy="36525"/>
            </a:xfrm>
            <a:custGeom>
              <a:avLst/>
              <a:gdLst/>
              <a:ahLst/>
              <a:cxnLst/>
              <a:rect l="l" t="t" r="r" b="b"/>
              <a:pathLst>
                <a:path w="879" h="878" extrusionOk="0">
                  <a:moveTo>
                    <a:pt x="452" y="0"/>
                  </a:moveTo>
                  <a:cubicBezTo>
                    <a:pt x="201" y="0"/>
                    <a:pt x="1" y="201"/>
                    <a:pt x="1" y="427"/>
                  </a:cubicBezTo>
                  <a:cubicBezTo>
                    <a:pt x="1" y="677"/>
                    <a:pt x="176" y="878"/>
                    <a:pt x="427" y="878"/>
                  </a:cubicBezTo>
                  <a:cubicBezTo>
                    <a:pt x="678" y="878"/>
                    <a:pt x="878" y="702"/>
                    <a:pt x="878" y="452"/>
                  </a:cubicBezTo>
                  <a:cubicBezTo>
                    <a:pt x="878" y="201"/>
                    <a:pt x="678" y="0"/>
                    <a:pt x="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63"/>
            <p:cNvSpPr/>
            <p:nvPr/>
          </p:nvSpPr>
          <p:spPr>
            <a:xfrm>
              <a:off x="6607227" y="2409413"/>
              <a:ext cx="37565" cy="36525"/>
            </a:xfrm>
            <a:custGeom>
              <a:avLst/>
              <a:gdLst/>
              <a:ahLst/>
              <a:cxnLst/>
              <a:rect l="l" t="t" r="r" b="b"/>
              <a:pathLst>
                <a:path w="903" h="878" extrusionOk="0">
                  <a:moveTo>
                    <a:pt x="451" y="0"/>
                  </a:moveTo>
                  <a:cubicBezTo>
                    <a:pt x="226" y="0"/>
                    <a:pt x="0" y="201"/>
                    <a:pt x="0" y="427"/>
                  </a:cubicBezTo>
                  <a:cubicBezTo>
                    <a:pt x="0" y="677"/>
                    <a:pt x="201" y="878"/>
                    <a:pt x="426" y="878"/>
                  </a:cubicBezTo>
                  <a:cubicBezTo>
                    <a:pt x="677" y="878"/>
                    <a:pt x="877" y="702"/>
                    <a:pt x="877" y="452"/>
                  </a:cubicBezTo>
                  <a:cubicBezTo>
                    <a:pt x="903" y="201"/>
                    <a:pt x="702" y="0"/>
                    <a:pt x="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63"/>
            <p:cNvSpPr/>
            <p:nvPr/>
          </p:nvSpPr>
          <p:spPr>
            <a:xfrm>
              <a:off x="6689593" y="2395851"/>
              <a:ext cx="66768" cy="138736"/>
            </a:xfrm>
            <a:custGeom>
              <a:avLst/>
              <a:gdLst/>
              <a:ahLst/>
              <a:cxnLst/>
              <a:rect l="l" t="t" r="r" b="b"/>
              <a:pathLst>
                <a:path w="1605" h="3335" extrusionOk="0">
                  <a:moveTo>
                    <a:pt x="451" y="1"/>
                  </a:moveTo>
                  <a:lnTo>
                    <a:pt x="0" y="3334"/>
                  </a:lnTo>
                  <a:lnTo>
                    <a:pt x="501" y="3334"/>
                  </a:lnTo>
                  <a:cubicBezTo>
                    <a:pt x="1103" y="3309"/>
                    <a:pt x="1604" y="2808"/>
                    <a:pt x="1579" y="2206"/>
                  </a:cubicBezTo>
                  <a:cubicBezTo>
                    <a:pt x="1579" y="1956"/>
                    <a:pt x="1379" y="1780"/>
                    <a:pt x="1128" y="1780"/>
                  </a:cubicBezTo>
                  <a:lnTo>
                    <a:pt x="802" y="1780"/>
                  </a:lnTo>
                  <a:cubicBezTo>
                    <a:pt x="627" y="1780"/>
                    <a:pt x="476" y="1655"/>
                    <a:pt x="476" y="1454"/>
                  </a:cubicBezTo>
                  <a:lnTo>
                    <a:pt x="4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63"/>
            <p:cNvSpPr/>
            <p:nvPr/>
          </p:nvSpPr>
          <p:spPr>
            <a:xfrm>
              <a:off x="6682272" y="2389612"/>
              <a:ext cx="80330" cy="152256"/>
            </a:xfrm>
            <a:custGeom>
              <a:avLst/>
              <a:gdLst/>
              <a:ahLst/>
              <a:cxnLst/>
              <a:rect l="l" t="t" r="r" b="b"/>
              <a:pathLst>
                <a:path w="1931" h="3660" extrusionOk="0">
                  <a:moveTo>
                    <a:pt x="627" y="0"/>
                  </a:moveTo>
                  <a:cubicBezTo>
                    <a:pt x="527" y="0"/>
                    <a:pt x="452" y="75"/>
                    <a:pt x="452" y="151"/>
                  </a:cubicBezTo>
                  <a:lnTo>
                    <a:pt x="477" y="1629"/>
                  </a:lnTo>
                  <a:cubicBezTo>
                    <a:pt x="502" y="1755"/>
                    <a:pt x="552" y="1880"/>
                    <a:pt x="627" y="1955"/>
                  </a:cubicBezTo>
                  <a:cubicBezTo>
                    <a:pt x="728" y="2055"/>
                    <a:pt x="853" y="2106"/>
                    <a:pt x="978" y="2106"/>
                  </a:cubicBezTo>
                  <a:lnTo>
                    <a:pt x="1304" y="2081"/>
                  </a:lnTo>
                  <a:cubicBezTo>
                    <a:pt x="1379" y="2081"/>
                    <a:pt x="1454" y="2106"/>
                    <a:pt x="1505" y="2181"/>
                  </a:cubicBezTo>
                  <a:cubicBezTo>
                    <a:pt x="1555" y="2231"/>
                    <a:pt x="1605" y="2281"/>
                    <a:pt x="1605" y="2356"/>
                  </a:cubicBezTo>
                  <a:cubicBezTo>
                    <a:pt x="1605" y="2607"/>
                    <a:pt x="1505" y="2857"/>
                    <a:pt x="1329" y="3033"/>
                  </a:cubicBezTo>
                  <a:cubicBezTo>
                    <a:pt x="1154" y="3208"/>
                    <a:pt x="928" y="3309"/>
                    <a:pt x="677" y="3309"/>
                  </a:cubicBezTo>
                  <a:lnTo>
                    <a:pt x="176" y="3334"/>
                  </a:lnTo>
                  <a:cubicBezTo>
                    <a:pt x="76" y="3334"/>
                    <a:pt x="1" y="3409"/>
                    <a:pt x="1" y="3509"/>
                  </a:cubicBezTo>
                  <a:cubicBezTo>
                    <a:pt x="26" y="3584"/>
                    <a:pt x="76" y="3659"/>
                    <a:pt x="176" y="3659"/>
                  </a:cubicBezTo>
                  <a:lnTo>
                    <a:pt x="677" y="3634"/>
                  </a:lnTo>
                  <a:cubicBezTo>
                    <a:pt x="1028" y="3634"/>
                    <a:pt x="1329" y="3509"/>
                    <a:pt x="1580" y="3258"/>
                  </a:cubicBezTo>
                  <a:cubicBezTo>
                    <a:pt x="1805" y="3008"/>
                    <a:pt x="1931" y="2707"/>
                    <a:pt x="1931" y="2356"/>
                  </a:cubicBezTo>
                  <a:cubicBezTo>
                    <a:pt x="1906" y="2206"/>
                    <a:pt x="1855" y="2055"/>
                    <a:pt x="1730" y="1930"/>
                  </a:cubicBezTo>
                  <a:cubicBezTo>
                    <a:pt x="1630" y="1830"/>
                    <a:pt x="1454" y="1755"/>
                    <a:pt x="1304" y="1755"/>
                  </a:cubicBezTo>
                  <a:lnTo>
                    <a:pt x="978" y="1780"/>
                  </a:lnTo>
                  <a:cubicBezTo>
                    <a:pt x="928" y="1780"/>
                    <a:pt x="903" y="1755"/>
                    <a:pt x="853" y="1730"/>
                  </a:cubicBezTo>
                  <a:cubicBezTo>
                    <a:pt x="828" y="1705"/>
                    <a:pt x="803" y="1654"/>
                    <a:pt x="803" y="1604"/>
                  </a:cubicBezTo>
                  <a:lnTo>
                    <a:pt x="778" y="151"/>
                  </a:lnTo>
                  <a:cubicBezTo>
                    <a:pt x="778" y="75"/>
                    <a:pt x="703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63"/>
            <p:cNvSpPr/>
            <p:nvPr/>
          </p:nvSpPr>
          <p:spPr>
            <a:xfrm>
              <a:off x="6679152" y="2689208"/>
              <a:ext cx="48006" cy="18179"/>
            </a:xfrm>
            <a:custGeom>
              <a:avLst/>
              <a:gdLst/>
              <a:ahLst/>
              <a:cxnLst/>
              <a:rect l="l" t="t" r="r" b="b"/>
              <a:pathLst>
                <a:path w="1154" h="437" extrusionOk="0">
                  <a:moveTo>
                    <a:pt x="717" y="1"/>
                  </a:moveTo>
                  <a:cubicBezTo>
                    <a:pt x="507" y="1"/>
                    <a:pt x="245" y="60"/>
                    <a:pt x="26" y="292"/>
                  </a:cubicBezTo>
                  <a:cubicBezTo>
                    <a:pt x="1" y="317"/>
                    <a:pt x="1" y="392"/>
                    <a:pt x="26" y="417"/>
                  </a:cubicBezTo>
                  <a:cubicBezTo>
                    <a:pt x="51" y="430"/>
                    <a:pt x="76" y="436"/>
                    <a:pt x="101" y="436"/>
                  </a:cubicBezTo>
                  <a:cubicBezTo>
                    <a:pt x="126" y="436"/>
                    <a:pt x="151" y="430"/>
                    <a:pt x="176" y="417"/>
                  </a:cubicBezTo>
                  <a:cubicBezTo>
                    <a:pt x="346" y="223"/>
                    <a:pt x="546" y="170"/>
                    <a:pt x="710" y="170"/>
                  </a:cubicBezTo>
                  <a:cubicBezTo>
                    <a:pt x="883" y="170"/>
                    <a:pt x="1015" y="229"/>
                    <a:pt x="1028" y="242"/>
                  </a:cubicBezTo>
                  <a:lnTo>
                    <a:pt x="1078" y="242"/>
                  </a:lnTo>
                  <a:cubicBezTo>
                    <a:pt x="1103" y="242"/>
                    <a:pt x="1128" y="217"/>
                    <a:pt x="1153" y="192"/>
                  </a:cubicBezTo>
                  <a:cubicBezTo>
                    <a:pt x="1153" y="142"/>
                    <a:pt x="1153" y="92"/>
                    <a:pt x="1103" y="67"/>
                  </a:cubicBezTo>
                  <a:cubicBezTo>
                    <a:pt x="1103" y="67"/>
                    <a:pt x="939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63"/>
            <p:cNvSpPr/>
            <p:nvPr/>
          </p:nvSpPr>
          <p:spPr>
            <a:xfrm>
              <a:off x="6548822" y="2306372"/>
              <a:ext cx="113693" cy="51251"/>
            </a:xfrm>
            <a:custGeom>
              <a:avLst/>
              <a:gdLst/>
              <a:ahLst/>
              <a:cxnLst/>
              <a:rect l="l" t="t" r="r" b="b"/>
              <a:pathLst>
                <a:path w="2733" h="1232" extrusionOk="0">
                  <a:moveTo>
                    <a:pt x="1641" y="0"/>
                  </a:moveTo>
                  <a:cubicBezTo>
                    <a:pt x="1505" y="0"/>
                    <a:pt x="1359" y="14"/>
                    <a:pt x="1204" y="46"/>
                  </a:cubicBezTo>
                  <a:cubicBezTo>
                    <a:pt x="627" y="172"/>
                    <a:pt x="251" y="498"/>
                    <a:pt x="126" y="748"/>
                  </a:cubicBezTo>
                  <a:cubicBezTo>
                    <a:pt x="1" y="1024"/>
                    <a:pt x="101" y="1199"/>
                    <a:pt x="276" y="1224"/>
                  </a:cubicBezTo>
                  <a:cubicBezTo>
                    <a:pt x="309" y="1229"/>
                    <a:pt x="342" y="1231"/>
                    <a:pt x="375" y="1231"/>
                  </a:cubicBezTo>
                  <a:cubicBezTo>
                    <a:pt x="525" y="1231"/>
                    <a:pt x="689" y="1190"/>
                    <a:pt x="853" y="1149"/>
                  </a:cubicBezTo>
                  <a:cubicBezTo>
                    <a:pt x="1053" y="1099"/>
                    <a:pt x="1254" y="1049"/>
                    <a:pt x="1429" y="999"/>
                  </a:cubicBezTo>
                  <a:cubicBezTo>
                    <a:pt x="1605" y="974"/>
                    <a:pt x="1805" y="924"/>
                    <a:pt x="2006" y="899"/>
                  </a:cubicBezTo>
                  <a:cubicBezTo>
                    <a:pt x="2206" y="873"/>
                    <a:pt x="2432" y="848"/>
                    <a:pt x="2582" y="748"/>
                  </a:cubicBezTo>
                  <a:cubicBezTo>
                    <a:pt x="2708" y="648"/>
                    <a:pt x="2733" y="447"/>
                    <a:pt x="2507" y="247"/>
                  </a:cubicBezTo>
                  <a:cubicBezTo>
                    <a:pt x="2340" y="117"/>
                    <a:pt x="2034" y="0"/>
                    <a:pt x="1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63"/>
            <p:cNvSpPr/>
            <p:nvPr/>
          </p:nvSpPr>
          <p:spPr>
            <a:xfrm>
              <a:off x="6781319" y="2315690"/>
              <a:ext cx="90771" cy="38771"/>
            </a:xfrm>
            <a:custGeom>
              <a:avLst/>
              <a:gdLst/>
              <a:ahLst/>
              <a:cxnLst/>
              <a:rect l="l" t="t" r="r" b="b"/>
              <a:pathLst>
                <a:path w="2182" h="932" extrusionOk="0">
                  <a:moveTo>
                    <a:pt x="910" y="0"/>
                  </a:moveTo>
                  <a:cubicBezTo>
                    <a:pt x="581" y="0"/>
                    <a:pt x="315" y="104"/>
                    <a:pt x="176" y="223"/>
                  </a:cubicBezTo>
                  <a:cubicBezTo>
                    <a:pt x="1" y="399"/>
                    <a:pt x="26" y="549"/>
                    <a:pt x="151" y="624"/>
                  </a:cubicBezTo>
                  <a:cubicBezTo>
                    <a:pt x="251" y="700"/>
                    <a:pt x="427" y="700"/>
                    <a:pt x="577" y="725"/>
                  </a:cubicBezTo>
                  <a:cubicBezTo>
                    <a:pt x="753" y="750"/>
                    <a:pt x="903" y="750"/>
                    <a:pt x="1053" y="775"/>
                  </a:cubicBezTo>
                  <a:cubicBezTo>
                    <a:pt x="1179" y="800"/>
                    <a:pt x="1354" y="850"/>
                    <a:pt x="1505" y="875"/>
                  </a:cubicBezTo>
                  <a:cubicBezTo>
                    <a:pt x="1626" y="895"/>
                    <a:pt x="1764" y="932"/>
                    <a:pt x="1879" y="932"/>
                  </a:cubicBezTo>
                  <a:cubicBezTo>
                    <a:pt x="1906" y="932"/>
                    <a:pt x="1932" y="930"/>
                    <a:pt x="1956" y="925"/>
                  </a:cubicBezTo>
                  <a:cubicBezTo>
                    <a:pt x="2106" y="900"/>
                    <a:pt x="2181" y="750"/>
                    <a:pt x="2056" y="549"/>
                  </a:cubicBezTo>
                  <a:cubicBezTo>
                    <a:pt x="1956" y="349"/>
                    <a:pt x="1655" y="98"/>
                    <a:pt x="1179" y="23"/>
                  </a:cubicBezTo>
                  <a:cubicBezTo>
                    <a:pt x="1086" y="7"/>
                    <a:pt x="996" y="0"/>
                    <a:pt x="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63"/>
            <p:cNvSpPr/>
            <p:nvPr/>
          </p:nvSpPr>
          <p:spPr>
            <a:xfrm>
              <a:off x="6598866" y="2555384"/>
              <a:ext cx="95971" cy="56326"/>
            </a:xfrm>
            <a:custGeom>
              <a:avLst/>
              <a:gdLst/>
              <a:ahLst/>
              <a:cxnLst/>
              <a:rect l="l" t="t" r="r" b="b"/>
              <a:pathLst>
                <a:path w="2307" h="1354" extrusionOk="0">
                  <a:moveTo>
                    <a:pt x="151" y="0"/>
                  </a:moveTo>
                  <a:cubicBezTo>
                    <a:pt x="76" y="0"/>
                    <a:pt x="1" y="75"/>
                    <a:pt x="1" y="176"/>
                  </a:cubicBezTo>
                  <a:lnTo>
                    <a:pt x="1" y="351"/>
                  </a:lnTo>
                  <a:cubicBezTo>
                    <a:pt x="1" y="827"/>
                    <a:pt x="377" y="1228"/>
                    <a:pt x="853" y="1253"/>
                  </a:cubicBezTo>
                  <a:lnTo>
                    <a:pt x="2131" y="1354"/>
                  </a:lnTo>
                  <a:cubicBezTo>
                    <a:pt x="2231" y="1354"/>
                    <a:pt x="2281" y="1278"/>
                    <a:pt x="2307" y="1203"/>
                  </a:cubicBezTo>
                  <a:cubicBezTo>
                    <a:pt x="2307" y="1103"/>
                    <a:pt x="2231" y="1028"/>
                    <a:pt x="2156" y="1028"/>
                  </a:cubicBezTo>
                  <a:lnTo>
                    <a:pt x="878" y="953"/>
                  </a:lnTo>
                  <a:cubicBezTo>
                    <a:pt x="552" y="928"/>
                    <a:pt x="327" y="652"/>
                    <a:pt x="327" y="351"/>
                  </a:cubicBezTo>
                  <a:lnTo>
                    <a:pt x="327" y="176"/>
                  </a:lnTo>
                  <a:cubicBezTo>
                    <a:pt x="327" y="75"/>
                    <a:pt x="251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63"/>
            <p:cNvSpPr/>
            <p:nvPr/>
          </p:nvSpPr>
          <p:spPr>
            <a:xfrm>
              <a:off x="7080541" y="3874074"/>
              <a:ext cx="41766" cy="36442"/>
            </a:xfrm>
            <a:custGeom>
              <a:avLst/>
              <a:gdLst/>
              <a:ahLst/>
              <a:cxnLst/>
              <a:rect l="l" t="t" r="r" b="b"/>
              <a:pathLst>
                <a:path w="1004" h="876" extrusionOk="0">
                  <a:moveTo>
                    <a:pt x="505" y="0"/>
                  </a:moveTo>
                  <a:cubicBezTo>
                    <a:pt x="438" y="0"/>
                    <a:pt x="369" y="18"/>
                    <a:pt x="302" y="55"/>
                  </a:cubicBezTo>
                  <a:cubicBezTo>
                    <a:pt x="101" y="155"/>
                    <a:pt x="1" y="406"/>
                    <a:pt x="101" y="631"/>
                  </a:cubicBezTo>
                  <a:cubicBezTo>
                    <a:pt x="190" y="791"/>
                    <a:pt x="341" y="875"/>
                    <a:pt x="502" y="875"/>
                  </a:cubicBezTo>
                  <a:cubicBezTo>
                    <a:pt x="569" y="875"/>
                    <a:pt x="637" y="861"/>
                    <a:pt x="703" y="832"/>
                  </a:cubicBezTo>
                  <a:cubicBezTo>
                    <a:pt x="903" y="732"/>
                    <a:pt x="1003" y="456"/>
                    <a:pt x="903" y="255"/>
                  </a:cubicBezTo>
                  <a:cubicBezTo>
                    <a:pt x="815" y="97"/>
                    <a:pt x="665" y="0"/>
                    <a:pt x="505" y="0"/>
                  </a:cubicBezTo>
                  <a:close/>
                </a:path>
              </a:pathLst>
            </a:custGeom>
            <a:solidFill>
              <a:srgbClr val="F2F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63"/>
            <p:cNvSpPr/>
            <p:nvPr/>
          </p:nvSpPr>
          <p:spPr>
            <a:xfrm>
              <a:off x="5737682" y="2922371"/>
              <a:ext cx="1843379" cy="1166755"/>
            </a:xfrm>
            <a:custGeom>
              <a:avLst/>
              <a:gdLst/>
              <a:ahLst/>
              <a:cxnLst/>
              <a:rect l="l" t="t" r="r" b="b"/>
              <a:pathLst>
                <a:path w="44312" h="28047" extrusionOk="0">
                  <a:moveTo>
                    <a:pt x="12532" y="0"/>
                  </a:moveTo>
                  <a:cubicBezTo>
                    <a:pt x="9625" y="51"/>
                    <a:pt x="6267" y="1254"/>
                    <a:pt x="3760" y="3183"/>
                  </a:cubicBezTo>
                  <a:cubicBezTo>
                    <a:pt x="1279" y="5063"/>
                    <a:pt x="1" y="8171"/>
                    <a:pt x="377" y="11304"/>
                  </a:cubicBezTo>
                  <a:cubicBezTo>
                    <a:pt x="452" y="11905"/>
                    <a:pt x="602" y="12507"/>
                    <a:pt x="853" y="13183"/>
                  </a:cubicBezTo>
                  <a:lnTo>
                    <a:pt x="1003" y="13635"/>
                  </a:lnTo>
                  <a:cubicBezTo>
                    <a:pt x="1555" y="15188"/>
                    <a:pt x="2156" y="16717"/>
                    <a:pt x="2833" y="18196"/>
                  </a:cubicBezTo>
                  <a:cubicBezTo>
                    <a:pt x="3159" y="18923"/>
                    <a:pt x="3259" y="19123"/>
                    <a:pt x="3284" y="19173"/>
                  </a:cubicBezTo>
                  <a:cubicBezTo>
                    <a:pt x="3485" y="19675"/>
                    <a:pt x="3710" y="20151"/>
                    <a:pt x="3886" y="20502"/>
                  </a:cubicBezTo>
                  <a:cubicBezTo>
                    <a:pt x="4161" y="21003"/>
                    <a:pt x="4562" y="21705"/>
                    <a:pt x="5064" y="22557"/>
                  </a:cubicBezTo>
                  <a:cubicBezTo>
                    <a:pt x="6141" y="24386"/>
                    <a:pt x="8021" y="25489"/>
                    <a:pt x="10051" y="25640"/>
                  </a:cubicBezTo>
                  <a:cubicBezTo>
                    <a:pt x="10051" y="25640"/>
                    <a:pt x="10076" y="25665"/>
                    <a:pt x="10076" y="25665"/>
                  </a:cubicBezTo>
                  <a:lnTo>
                    <a:pt x="13811" y="27043"/>
                  </a:lnTo>
                  <a:cubicBezTo>
                    <a:pt x="15765" y="27720"/>
                    <a:pt x="17821" y="28046"/>
                    <a:pt x="19901" y="28046"/>
                  </a:cubicBezTo>
                  <a:lnTo>
                    <a:pt x="20051" y="28046"/>
                  </a:lnTo>
                  <a:cubicBezTo>
                    <a:pt x="20123" y="28046"/>
                    <a:pt x="20195" y="28047"/>
                    <a:pt x="20267" y="28047"/>
                  </a:cubicBezTo>
                  <a:cubicBezTo>
                    <a:pt x="22347" y="28047"/>
                    <a:pt x="24379" y="27696"/>
                    <a:pt x="26317" y="27018"/>
                  </a:cubicBezTo>
                  <a:lnTo>
                    <a:pt x="30953" y="25214"/>
                  </a:lnTo>
                  <a:cubicBezTo>
                    <a:pt x="31029" y="25188"/>
                    <a:pt x="31054" y="25138"/>
                    <a:pt x="31054" y="25063"/>
                  </a:cubicBezTo>
                  <a:cubicBezTo>
                    <a:pt x="31179" y="24913"/>
                    <a:pt x="31304" y="24712"/>
                    <a:pt x="31455" y="24537"/>
                  </a:cubicBezTo>
                  <a:cubicBezTo>
                    <a:pt x="31480" y="24662"/>
                    <a:pt x="31580" y="24787"/>
                    <a:pt x="31680" y="24888"/>
                  </a:cubicBezTo>
                  <a:cubicBezTo>
                    <a:pt x="31806" y="24988"/>
                    <a:pt x="31981" y="25063"/>
                    <a:pt x="32156" y="25063"/>
                  </a:cubicBezTo>
                  <a:cubicBezTo>
                    <a:pt x="32207" y="25063"/>
                    <a:pt x="32232" y="25038"/>
                    <a:pt x="32282" y="25038"/>
                  </a:cubicBezTo>
                  <a:lnTo>
                    <a:pt x="38698" y="23910"/>
                  </a:lnTo>
                  <a:cubicBezTo>
                    <a:pt x="41054" y="23434"/>
                    <a:pt x="42883" y="21805"/>
                    <a:pt x="43610" y="19524"/>
                  </a:cubicBezTo>
                  <a:cubicBezTo>
                    <a:pt x="44312" y="17244"/>
                    <a:pt x="43760" y="14838"/>
                    <a:pt x="42106" y="13133"/>
                  </a:cubicBezTo>
                  <a:lnTo>
                    <a:pt x="41480" y="12482"/>
                  </a:lnTo>
                  <a:cubicBezTo>
                    <a:pt x="41480" y="12457"/>
                    <a:pt x="41455" y="12457"/>
                    <a:pt x="41430" y="12457"/>
                  </a:cubicBezTo>
                  <a:cubicBezTo>
                    <a:pt x="41430" y="12432"/>
                    <a:pt x="41430" y="12406"/>
                    <a:pt x="41405" y="12381"/>
                  </a:cubicBezTo>
                  <a:lnTo>
                    <a:pt x="33986" y="3735"/>
                  </a:lnTo>
                  <a:lnTo>
                    <a:pt x="33911" y="3634"/>
                  </a:lnTo>
                  <a:cubicBezTo>
                    <a:pt x="31831" y="1254"/>
                    <a:pt x="30778" y="76"/>
                    <a:pt x="27595" y="0"/>
                  </a:cubicBezTo>
                  <a:lnTo>
                    <a:pt x="27545" y="0"/>
                  </a:lnTo>
                  <a:cubicBezTo>
                    <a:pt x="27470" y="0"/>
                    <a:pt x="27420" y="51"/>
                    <a:pt x="27395" y="101"/>
                  </a:cubicBezTo>
                  <a:lnTo>
                    <a:pt x="23309" y="10376"/>
                  </a:lnTo>
                  <a:lnTo>
                    <a:pt x="19700" y="7043"/>
                  </a:lnTo>
                  <a:cubicBezTo>
                    <a:pt x="19584" y="6927"/>
                    <a:pt x="19435" y="6871"/>
                    <a:pt x="19283" y="6871"/>
                  </a:cubicBezTo>
                  <a:cubicBezTo>
                    <a:pt x="19140" y="6871"/>
                    <a:pt x="18995" y="6921"/>
                    <a:pt x="18873" y="7018"/>
                  </a:cubicBezTo>
                  <a:lnTo>
                    <a:pt x="16367" y="9223"/>
                  </a:lnTo>
                  <a:lnTo>
                    <a:pt x="12708" y="51"/>
                  </a:lnTo>
                  <a:cubicBezTo>
                    <a:pt x="12708" y="25"/>
                    <a:pt x="12683" y="0"/>
                    <a:pt x="12633" y="0"/>
                  </a:cubicBezTo>
                  <a:lnTo>
                    <a:pt x="12557" y="0"/>
                  </a:lnTo>
                  <a:lnTo>
                    <a:pt x="12557" y="76"/>
                  </a:lnTo>
                  <a:lnTo>
                    <a:pt x="1253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63"/>
            <p:cNvSpPr/>
            <p:nvPr/>
          </p:nvSpPr>
          <p:spPr>
            <a:xfrm>
              <a:off x="7044059" y="3494358"/>
              <a:ext cx="263827" cy="163072"/>
            </a:xfrm>
            <a:custGeom>
              <a:avLst/>
              <a:gdLst/>
              <a:ahLst/>
              <a:cxnLst/>
              <a:rect l="l" t="t" r="r" b="b"/>
              <a:pathLst>
                <a:path w="6342" h="3920" extrusionOk="0">
                  <a:moveTo>
                    <a:pt x="6266" y="0"/>
                  </a:moveTo>
                  <a:cubicBezTo>
                    <a:pt x="6256" y="0"/>
                    <a:pt x="6248" y="3"/>
                    <a:pt x="6241" y="10"/>
                  </a:cubicBezTo>
                  <a:lnTo>
                    <a:pt x="903" y="1438"/>
                  </a:lnTo>
                  <a:cubicBezTo>
                    <a:pt x="377" y="1589"/>
                    <a:pt x="1" y="2065"/>
                    <a:pt x="1" y="2616"/>
                  </a:cubicBezTo>
                  <a:lnTo>
                    <a:pt x="1" y="3844"/>
                  </a:lnTo>
                  <a:cubicBezTo>
                    <a:pt x="1" y="3870"/>
                    <a:pt x="51" y="3920"/>
                    <a:pt x="101" y="3920"/>
                  </a:cubicBezTo>
                  <a:cubicBezTo>
                    <a:pt x="126" y="3920"/>
                    <a:pt x="176" y="3870"/>
                    <a:pt x="176" y="3844"/>
                  </a:cubicBezTo>
                  <a:lnTo>
                    <a:pt x="176" y="2616"/>
                  </a:lnTo>
                  <a:cubicBezTo>
                    <a:pt x="176" y="2140"/>
                    <a:pt x="502" y="1714"/>
                    <a:pt x="953" y="1589"/>
                  </a:cubicBezTo>
                  <a:lnTo>
                    <a:pt x="6266" y="160"/>
                  </a:lnTo>
                  <a:cubicBezTo>
                    <a:pt x="6316" y="160"/>
                    <a:pt x="6341" y="110"/>
                    <a:pt x="6341" y="60"/>
                  </a:cubicBezTo>
                  <a:cubicBezTo>
                    <a:pt x="6323" y="23"/>
                    <a:pt x="6291" y="0"/>
                    <a:pt x="6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63"/>
            <p:cNvSpPr/>
            <p:nvPr/>
          </p:nvSpPr>
          <p:spPr>
            <a:xfrm>
              <a:off x="7032577" y="3403630"/>
              <a:ext cx="90771" cy="147472"/>
            </a:xfrm>
            <a:custGeom>
              <a:avLst/>
              <a:gdLst/>
              <a:ahLst/>
              <a:cxnLst/>
              <a:rect l="l" t="t" r="r" b="b"/>
              <a:pathLst>
                <a:path w="2182" h="3545" extrusionOk="0">
                  <a:moveTo>
                    <a:pt x="94" y="0"/>
                  </a:moveTo>
                  <a:cubicBezTo>
                    <a:pt x="80" y="0"/>
                    <a:pt x="66" y="3"/>
                    <a:pt x="51" y="10"/>
                  </a:cubicBezTo>
                  <a:cubicBezTo>
                    <a:pt x="26" y="35"/>
                    <a:pt x="1" y="86"/>
                    <a:pt x="26" y="136"/>
                  </a:cubicBezTo>
                  <a:lnTo>
                    <a:pt x="2031" y="3494"/>
                  </a:lnTo>
                  <a:cubicBezTo>
                    <a:pt x="2031" y="3519"/>
                    <a:pt x="2056" y="3544"/>
                    <a:pt x="2081" y="3544"/>
                  </a:cubicBezTo>
                  <a:lnTo>
                    <a:pt x="2131" y="3544"/>
                  </a:lnTo>
                  <a:cubicBezTo>
                    <a:pt x="2181" y="3519"/>
                    <a:pt x="2181" y="3469"/>
                    <a:pt x="2156" y="3419"/>
                  </a:cubicBezTo>
                  <a:lnTo>
                    <a:pt x="176" y="35"/>
                  </a:lnTo>
                  <a:cubicBezTo>
                    <a:pt x="159" y="18"/>
                    <a:pt x="128" y="0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63"/>
            <p:cNvSpPr/>
            <p:nvPr/>
          </p:nvSpPr>
          <p:spPr>
            <a:xfrm>
              <a:off x="6578024" y="2951448"/>
              <a:ext cx="608691" cy="486013"/>
            </a:xfrm>
            <a:custGeom>
              <a:avLst/>
              <a:gdLst/>
              <a:ahLst/>
              <a:cxnLst/>
              <a:rect l="l" t="t" r="r" b="b"/>
              <a:pathLst>
                <a:path w="14632" h="11683" extrusionOk="0">
                  <a:moveTo>
                    <a:pt x="14414" y="0"/>
                  </a:moveTo>
                  <a:cubicBezTo>
                    <a:pt x="14405" y="0"/>
                    <a:pt x="14396" y="1"/>
                    <a:pt x="14387" y="3"/>
                  </a:cubicBezTo>
                  <a:lnTo>
                    <a:pt x="8497" y="329"/>
                  </a:lnTo>
                  <a:cubicBezTo>
                    <a:pt x="8397" y="319"/>
                    <a:pt x="8297" y="314"/>
                    <a:pt x="8199" y="314"/>
                  </a:cubicBezTo>
                  <a:cubicBezTo>
                    <a:pt x="7806" y="314"/>
                    <a:pt x="7429" y="394"/>
                    <a:pt x="7068" y="555"/>
                  </a:cubicBezTo>
                  <a:lnTo>
                    <a:pt x="4011" y="2058"/>
                  </a:lnTo>
                  <a:cubicBezTo>
                    <a:pt x="3083" y="2509"/>
                    <a:pt x="2281" y="3236"/>
                    <a:pt x="1730" y="4139"/>
                  </a:cubicBezTo>
                  <a:lnTo>
                    <a:pt x="1" y="6946"/>
                  </a:lnTo>
                  <a:lnTo>
                    <a:pt x="4888" y="11682"/>
                  </a:lnTo>
                  <a:lnTo>
                    <a:pt x="5915" y="8775"/>
                  </a:lnTo>
                  <a:lnTo>
                    <a:pt x="7369" y="8149"/>
                  </a:lnTo>
                  <a:cubicBezTo>
                    <a:pt x="7820" y="7948"/>
                    <a:pt x="8221" y="7647"/>
                    <a:pt x="8547" y="7271"/>
                  </a:cubicBezTo>
                  <a:lnTo>
                    <a:pt x="10427" y="4941"/>
                  </a:lnTo>
                  <a:lnTo>
                    <a:pt x="10026" y="6093"/>
                  </a:lnTo>
                  <a:cubicBezTo>
                    <a:pt x="9850" y="6645"/>
                    <a:pt x="10101" y="7221"/>
                    <a:pt x="10602" y="7472"/>
                  </a:cubicBezTo>
                  <a:cubicBezTo>
                    <a:pt x="10661" y="7498"/>
                    <a:pt x="10722" y="7511"/>
                    <a:pt x="10782" y="7511"/>
                  </a:cubicBezTo>
                  <a:cubicBezTo>
                    <a:pt x="10947" y="7511"/>
                    <a:pt x="11098" y="7413"/>
                    <a:pt x="11153" y="7246"/>
                  </a:cubicBezTo>
                  <a:lnTo>
                    <a:pt x="12532" y="3763"/>
                  </a:lnTo>
                  <a:cubicBezTo>
                    <a:pt x="12657" y="3412"/>
                    <a:pt x="12582" y="3011"/>
                    <a:pt x="12331" y="2710"/>
                  </a:cubicBezTo>
                  <a:lnTo>
                    <a:pt x="12131" y="2509"/>
                  </a:lnTo>
                  <a:lnTo>
                    <a:pt x="11905" y="1883"/>
                  </a:lnTo>
                  <a:cubicBezTo>
                    <a:pt x="11780" y="1532"/>
                    <a:pt x="11454" y="1281"/>
                    <a:pt x="11078" y="1256"/>
                  </a:cubicBezTo>
                  <a:lnTo>
                    <a:pt x="10953" y="1231"/>
                  </a:lnTo>
                  <a:lnTo>
                    <a:pt x="13710" y="905"/>
                  </a:lnTo>
                  <a:cubicBezTo>
                    <a:pt x="14086" y="855"/>
                    <a:pt x="14412" y="630"/>
                    <a:pt x="14562" y="279"/>
                  </a:cubicBezTo>
                  <a:cubicBezTo>
                    <a:pt x="14562" y="279"/>
                    <a:pt x="14562" y="254"/>
                    <a:pt x="14562" y="254"/>
                  </a:cubicBezTo>
                  <a:cubicBezTo>
                    <a:pt x="14632" y="138"/>
                    <a:pt x="14529" y="0"/>
                    <a:pt x="1441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63"/>
            <p:cNvSpPr/>
            <p:nvPr/>
          </p:nvSpPr>
          <p:spPr>
            <a:xfrm>
              <a:off x="6948131" y="3005777"/>
              <a:ext cx="84490" cy="4202"/>
            </a:xfrm>
            <a:custGeom>
              <a:avLst/>
              <a:gdLst/>
              <a:ahLst/>
              <a:cxnLst/>
              <a:rect l="l" t="t" r="r" b="b"/>
              <a:pathLst>
                <a:path w="2031" h="101" extrusionOk="0">
                  <a:moveTo>
                    <a:pt x="1" y="101"/>
                  </a:moveTo>
                  <a:lnTo>
                    <a:pt x="2031" y="0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63"/>
            <p:cNvSpPr/>
            <p:nvPr/>
          </p:nvSpPr>
          <p:spPr>
            <a:xfrm>
              <a:off x="6943971" y="3001617"/>
              <a:ext cx="92851" cy="12522"/>
            </a:xfrm>
            <a:custGeom>
              <a:avLst/>
              <a:gdLst/>
              <a:ahLst/>
              <a:cxnLst/>
              <a:rect l="l" t="t" r="r" b="b"/>
              <a:pathLst>
                <a:path w="2232" h="301" extrusionOk="0">
                  <a:moveTo>
                    <a:pt x="2131" y="0"/>
                  </a:moveTo>
                  <a:lnTo>
                    <a:pt x="101" y="100"/>
                  </a:lnTo>
                  <a:cubicBezTo>
                    <a:pt x="51" y="100"/>
                    <a:pt x="1" y="151"/>
                    <a:pt x="26" y="201"/>
                  </a:cubicBezTo>
                  <a:cubicBezTo>
                    <a:pt x="26" y="251"/>
                    <a:pt x="51" y="301"/>
                    <a:pt x="126" y="301"/>
                  </a:cubicBezTo>
                  <a:lnTo>
                    <a:pt x="2131" y="201"/>
                  </a:lnTo>
                  <a:lnTo>
                    <a:pt x="2181" y="201"/>
                  </a:lnTo>
                  <a:cubicBezTo>
                    <a:pt x="2206" y="176"/>
                    <a:pt x="2231" y="151"/>
                    <a:pt x="2231" y="100"/>
                  </a:cubicBezTo>
                  <a:cubicBezTo>
                    <a:pt x="2231" y="50"/>
                    <a:pt x="2181" y="0"/>
                    <a:pt x="2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63"/>
            <p:cNvSpPr/>
            <p:nvPr/>
          </p:nvSpPr>
          <p:spPr>
            <a:xfrm>
              <a:off x="6977334" y="3055821"/>
              <a:ext cx="102211" cy="11523"/>
            </a:xfrm>
            <a:custGeom>
              <a:avLst/>
              <a:gdLst/>
              <a:ahLst/>
              <a:cxnLst/>
              <a:rect l="l" t="t" r="r" b="b"/>
              <a:pathLst>
                <a:path w="2457" h="277" extrusionOk="0">
                  <a:moveTo>
                    <a:pt x="1" y="276"/>
                  </a:moveTo>
                  <a:lnTo>
                    <a:pt x="2457" y="0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63"/>
            <p:cNvSpPr/>
            <p:nvPr/>
          </p:nvSpPr>
          <p:spPr>
            <a:xfrm>
              <a:off x="6973174" y="3052409"/>
              <a:ext cx="110531" cy="19094"/>
            </a:xfrm>
            <a:custGeom>
              <a:avLst/>
              <a:gdLst/>
              <a:ahLst/>
              <a:cxnLst/>
              <a:rect l="l" t="t" r="r" b="b"/>
              <a:pathLst>
                <a:path w="2657" h="459" extrusionOk="0">
                  <a:moveTo>
                    <a:pt x="2568" y="1"/>
                  </a:moveTo>
                  <a:cubicBezTo>
                    <a:pt x="2558" y="1"/>
                    <a:pt x="2545" y="3"/>
                    <a:pt x="2532" y="7"/>
                  </a:cubicBezTo>
                  <a:lnTo>
                    <a:pt x="101" y="258"/>
                  </a:lnTo>
                  <a:cubicBezTo>
                    <a:pt x="25" y="258"/>
                    <a:pt x="0" y="308"/>
                    <a:pt x="0" y="358"/>
                  </a:cubicBezTo>
                  <a:cubicBezTo>
                    <a:pt x="0" y="408"/>
                    <a:pt x="50" y="458"/>
                    <a:pt x="101" y="458"/>
                  </a:cubicBezTo>
                  <a:lnTo>
                    <a:pt x="2557" y="183"/>
                  </a:lnTo>
                  <a:lnTo>
                    <a:pt x="2607" y="183"/>
                  </a:lnTo>
                  <a:cubicBezTo>
                    <a:pt x="2632" y="158"/>
                    <a:pt x="2657" y="133"/>
                    <a:pt x="2657" y="82"/>
                  </a:cubicBezTo>
                  <a:cubicBezTo>
                    <a:pt x="2636" y="41"/>
                    <a:pt x="2616" y="1"/>
                    <a:pt x="2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63"/>
            <p:cNvSpPr/>
            <p:nvPr/>
          </p:nvSpPr>
          <p:spPr>
            <a:xfrm>
              <a:off x="7011736" y="3128785"/>
              <a:ext cx="11523" cy="28205"/>
            </a:xfrm>
            <a:custGeom>
              <a:avLst/>
              <a:gdLst/>
              <a:ahLst/>
              <a:cxnLst/>
              <a:rect l="l" t="t" r="r" b="b"/>
              <a:pathLst>
                <a:path w="277" h="678" extrusionOk="0">
                  <a:moveTo>
                    <a:pt x="276" y="1"/>
                  </a:moveTo>
                  <a:lnTo>
                    <a:pt x="1" y="678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63"/>
            <p:cNvSpPr/>
            <p:nvPr/>
          </p:nvSpPr>
          <p:spPr>
            <a:xfrm>
              <a:off x="7007576" y="3124209"/>
              <a:ext cx="19843" cy="36691"/>
            </a:xfrm>
            <a:custGeom>
              <a:avLst/>
              <a:gdLst/>
              <a:ahLst/>
              <a:cxnLst/>
              <a:rect l="l" t="t" r="r" b="b"/>
              <a:pathLst>
                <a:path w="477" h="882" extrusionOk="0">
                  <a:moveTo>
                    <a:pt x="362" y="1"/>
                  </a:moveTo>
                  <a:cubicBezTo>
                    <a:pt x="326" y="1"/>
                    <a:pt x="294" y="24"/>
                    <a:pt x="276" y="61"/>
                  </a:cubicBezTo>
                  <a:lnTo>
                    <a:pt x="25" y="737"/>
                  </a:lnTo>
                  <a:cubicBezTo>
                    <a:pt x="0" y="788"/>
                    <a:pt x="25" y="838"/>
                    <a:pt x="76" y="863"/>
                  </a:cubicBezTo>
                  <a:cubicBezTo>
                    <a:pt x="88" y="875"/>
                    <a:pt x="101" y="881"/>
                    <a:pt x="113" y="881"/>
                  </a:cubicBezTo>
                  <a:cubicBezTo>
                    <a:pt x="126" y="881"/>
                    <a:pt x="138" y="875"/>
                    <a:pt x="151" y="863"/>
                  </a:cubicBezTo>
                  <a:cubicBezTo>
                    <a:pt x="176" y="863"/>
                    <a:pt x="176" y="838"/>
                    <a:pt x="201" y="813"/>
                  </a:cubicBezTo>
                  <a:lnTo>
                    <a:pt x="451" y="136"/>
                  </a:lnTo>
                  <a:cubicBezTo>
                    <a:pt x="477" y="86"/>
                    <a:pt x="451" y="36"/>
                    <a:pt x="401" y="11"/>
                  </a:cubicBezTo>
                  <a:cubicBezTo>
                    <a:pt x="388" y="4"/>
                    <a:pt x="375" y="1"/>
                    <a:pt x="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63"/>
            <p:cNvSpPr/>
            <p:nvPr/>
          </p:nvSpPr>
          <p:spPr>
            <a:xfrm>
              <a:off x="6524861" y="3185734"/>
              <a:ext cx="308630" cy="292781"/>
            </a:xfrm>
            <a:custGeom>
              <a:avLst/>
              <a:gdLst/>
              <a:ahLst/>
              <a:cxnLst/>
              <a:rect l="l" t="t" r="r" b="b"/>
              <a:pathLst>
                <a:path w="7419" h="7038" extrusionOk="0">
                  <a:moveTo>
                    <a:pt x="1466" y="1"/>
                  </a:moveTo>
                  <a:cubicBezTo>
                    <a:pt x="1361" y="1"/>
                    <a:pt x="1256" y="44"/>
                    <a:pt x="1178" y="136"/>
                  </a:cubicBezTo>
                  <a:lnTo>
                    <a:pt x="151" y="1213"/>
                  </a:lnTo>
                  <a:cubicBezTo>
                    <a:pt x="0" y="1389"/>
                    <a:pt x="25" y="1639"/>
                    <a:pt x="176" y="1790"/>
                  </a:cubicBezTo>
                  <a:lnTo>
                    <a:pt x="5690" y="6928"/>
                  </a:lnTo>
                  <a:cubicBezTo>
                    <a:pt x="5774" y="7000"/>
                    <a:pt x="5876" y="7037"/>
                    <a:pt x="5975" y="7037"/>
                  </a:cubicBezTo>
                  <a:cubicBezTo>
                    <a:pt x="6083" y="7037"/>
                    <a:pt x="6188" y="6994"/>
                    <a:pt x="6266" y="6903"/>
                  </a:cubicBezTo>
                  <a:lnTo>
                    <a:pt x="7269" y="5825"/>
                  </a:lnTo>
                  <a:cubicBezTo>
                    <a:pt x="7419" y="5649"/>
                    <a:pt x="7419" y="5399"/>
                    <a:pt x="7243" y="5248"/>
                  </a:cubicBezTo>
                  <a:lnTo>
                    <a:pt x="1730" y="111"/>
                  </a:lnTo>
                  <a:cubicBezTo>
                    <a:pt x="1657" y="38"/>
                    <a:pt x="1562" y="1"/>
                    <a:pt x="146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63"/>
            <p:cNvSpPr/>
            <p:nvPr/>
          </p:nvSpPr>
          <p:spPr>
            <a:xfrm>
              <a:off x="6141193" y="3796325"/>
              <a:ext cx="358675" cy="191610"/>
            </a:xfrm>
            <a:custGeom>
              <a:avLst/>
              <a:gdLst/>
              <a:ahLst/>
              <a:cxnLst/>
              <a:rect l="l" t="t" r="r" b="b"/>
              <a:pathLst>
                <a:path w="8622" h="4606" extrusionOk="0">
                  <a:moveTo>
                    <a:pt x="8547" y="0"/>
                  </a:moveTo>
                  <a:cubicBezTo>
                    <a:pt x="8528" y="0"/>
                    <a:pt x="8509" y="7"/>
                    <a:pt x="8496" y="19"/>
                  </a:cubicBezTo>
                  <a:lnTo>
                    <a:pt x="6090" y="2250"/>
                  </a:lnTo>
                  <a:cubicBezTo>
                    <a:pt x="4572" y="3651"/>
                    <a:pt x="2575" y="4443"/>
                    <a:pt x="526" y="4443"/>
                  </a:cubicBezTo>
                  <a:cubicBezTo>
                    <a:pt x="376" y="4443"/>
                    <a:pt x="226" y="4439"/>
                    <a:pt x="75" y="4430"/>
                  </a:cubicBezTo>
                  <a:cubicBezTo>
                    <a:pt x="25" y="4430"/>
                    <a:pt x="0" y="4480"/>
                    <a:pt x="0" y="4505"/>
                  </a:cubicBezTo>
                  <a:cubicBezTo>
                    <a:pt x="0" y="4555"/>
                    <a:pt x="25" y="4606"/>
                    <a:pt x="75" y="4606"/>
                  </a:cubicBezTo>
                  <a:lnTo>
                    <a:pt x="527" y="4606"/>
                  </a:lnTo>
                  <a:cubicBezTo>
                    <a:pt x="2607" y="4606"/>
                    <a:pt x="4662" y="3804"/>
                    <a:pt x="6191" y="2375"/>
                  </a:cubicBezTo>
                  <a:lnTo>
                    <a:pt x="8597" y="144"/>
                  </a:lnTo>
                  <a:cubicBezTo>
                    <a:pt x="8622" y="119"/>
                    <a:pt x="8622" y="69"/>
                    <a:pt x="8597" y="19"/>
                  </a:cubicBezTo>
                  <a:cubicBezTo>
                    <a:pt x="8584" y="7"/>
                    <a:pt x="8565" y="0"/>
                    <a:pt x="8547" y="0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63"/>
            <p:cNvSpPr/>
            <p:nvPr/>
          </p:nvSpPr>
          <p:spPr>
            <a:xfrm>
              <a:off x="6074468" y="3299633"/>
              <a:ext cx="348275" cy="296275"/>
            </a:xfrm>
            <a:custGeom>
              <a:avLst/>
              <a:gdLst/>
              <a:ahLst/>
              <a:cxnLst/>
              <a:rect l="l" t="t" r="r" b="b"/>
              <a:pathLst>
                <a:path w="8372" h="7122" extrusionOk="0">
                  <a:moveTo>
                    <a:pt x="8264" y="0"/>
                  </a:moveTo>
                  <a:cubicBezTo>
                    <a:pt x="8246" y="0"/>
                    <a:pt x="8231" y="8"/>
                    <a:pt x="8221" y="29"/>
                  </a:cubicBezTo>
                  <a:lnTo>
                    <a:pt x="50" y="6972"/>
                  </a:lnTo>
                  <a:cubicBezTo>
                    <a:pt x="0" y="6997"/>
                    <a:pt x="0" y="7047"/>
                    <a:pt x="25" y="7097"/>
                  </a:cubicBezTo>
                  <a:cubicBezTo>
                    <a:pt x="50" y="7097"/>
                    <a:pt x="75" y="7122"/>
                    <a:pt x="100" y="7122"/>
                  </a:cubicBezTo>
                  <a:cubicBezTo>
                    <a:pt x="126" y="7122"/>
                    <a:pt x="126" y="7097"/>
                    <a:pt x="151" y="7097"/>
                  </a:cubicBezTo>
                  <a:lnTo>
                    <a:pt x="8321" y="129"/>
                  </a:lnTo>
                  <a:cubicBezTo>
                    <a:pt x="8371" y="104"/>
                    <a:pt x="8371" y="54"/>
                    <a:pt x="8346" y="29"/>
                  </a:cubicBezTo>
                  <a:cubicBezTo>
                    <a:pt x="8317" y="15"/>
                    <a:pt x="8288" y="0"/>
                    <a:pt x="8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63"/>
            <p:cNvSpPr/>
            <p:nvPr/>
          </p:nvSpPr>
          <p:spPr>
            <a:xfrm>
              <a:off x="6030664" y="3280580"/>
              <a:ext cx="141856" cy="238202"/>
            </a:xfrm>
            <a:custGeom>
              <a:avLst/>
              <a:gdLst/>
              <a:ahLst/>
              <a:cxnLst/>
              <a:rect l="l" t="t" r="r" b="b"/>
              <a:pathLst>
                <a:path w="3410" h="5726" extrusionOk="0">
                  <a:moveTo>
                    <a:pt x="94" y="1"/>
                  </a:moveTo>
                  <a:cubicBezTo>
                    <a:pt x="80" y="1"/>
                    <a:pt x="65" y="4"/>
                    <a:pt x="51" y="11"/>
                  </a:cubicBezTo>
                  <a:cubicBezTo>
                    <a:pt x="26" y="36"/>
                    <a:pt x="1" y="86"/>
                    <a:pt x="26" y="111"/>
                  </a:cubicBezTo>
                  <a:lnTo>
                    <a:pt x="3259" y="5675"/>
                  </a:lnTo>
                  <a:cubicBezTo>
                    <a:pt x="3259" y="5700"/>
                    <a:pt x="3284" y="5725"/>
                    <a:pt x="3334" y="5725"/>
                  </a:cubicBezTo>
                  <a:lnTo>
                    <a:pt x="3359" y="5725"/>
                  </a:lnTo>
                  <a:cubicBezTo>
                    <a:pt x="3409" y="5700"/>
                    <a:pt x="3409" y="5650"/>
                    <a:pt x="3384" y="5600"/>
                  </a:cubicBezTo>
                  <a:lnTo>
                    <a:pt x="176" y="36"/>
                  </a:lnTo>
                  <a:cubicBezTo>
                    <a:pt x="158" y="18"/>
                    <a:pt x="128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63"/>
            <p:cNvSpPr/>
            <p:nvPr/>
          </p:nvSpPr>
          <p:spPr>
            <a:xfrm>
              <a:off x="6705234" y="3461661"/>
              <a:ext cx="41725" cy="35984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501" y="0"/>
                  </a:moveTo>
                  <a:cubicBezTo>
                    <a:pt x="435" y="0"/>
                    <a:pt x="367" y="15"/>
                    <a:pt x="301" y="44"/>
                  </a:cubicBezTo>
                  <a:cubicBezTo>
                    <a:pt x="100" y="144"/>
                    <a:pt x="0" y="420"/>
                    <a:pt x="125" y="620"/>
                  </a:cubicBezTo>
                  <a:cubicBezTo>
                    <a:pt x="196" y="780"/>
                    <a:pt x="343" y="864"/>
                    <a:pt x="502" y="864"/>
                  </a:cubicBezTo>
                  <a:cubicBezTo>
                    <a:pt x="568" y="864"/>
                    <a:pt x="636" y="850"/>
                    <a:pt x="702" y="821"/>
                  </a:cubicBezTo>
                  <a:cubicBezTo>
                    <a:pt x="902" y="721"/>
                    <a:pt x="1003" y="445"/>
                    <a:pt x="902" y="244"/>
                  </a:cubicBezTo>
                  <a:cubicBezTo>
                    <a:pt x="814" y="85"/>
                    <a:pt x="662" y="0"/>
                    <a:pt x="501" y="0"/>
                  </a:cubicBezTo>
                  <a:close/>
                </a:path>
              </a:pathLst>
            </a:custGeom>
            <a:solidFill>
              <a:srgbClr val="F2F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63"/>
            <p:cNvSpPr/>
            <p:nvPr/>
          </p:nvSpPr>
          <p:spPr>
            <a:xfrm>
              <a:off x="6496698" y="3365484"/>
              <a:ext cx="513011" cy="655824"/>
            </a:xfrm>
            <a:custGeom>
              <a:avLst/>
              <a:gdLst/>
              <a:ahLst/>
              <a:cxnLst/>
              <a:rect l="l" t="t" r="r" b="b"/>
              <a:pathLst>
                <a:path w="12332" h="15765" extrusionOk="0">
                  <a:moveTo>
                    <a:pt x="1128" y="0"/>
                  </a:moveTo>
                  <a:cubicBezTo>
                    <a:pt x="502" y="0"/>
                    <a:pt x="1" y="526"/>
                    <a:pt x="1" y="1153"/>
                  </a:cubicBezTo>
                  <a:lnTo>
                    <a:pt x="1" y="14637"/>
                  </a:lnTo>
                  <a:cubicBezTo>
                    <a:pt x="1" y="15263"/>
                    <a:pt x="502" y="15765"/>
                    <a:pt x="1128" y="15765"/>
                  </a:cubicBezTo>
                  <a:lnTo>
                    <a:pt x="11204" y="15765"/>
                  </a:lnTo>
                  <a:cubicBezTo>
                    <a:pt x="11830" y="15765"/>
                    <a:pt x="12331" y="15263"/>
                    <a:pt x="12331" y="14637"/>
                  </a:cubicBezTo>
                  <a:lnTo>
                    <a:pt x="12331" y="1153"/>
                  </a:lnTo>
                  <a:cubicBezTo>
                    <a:pt x="12331" y="526"/>
                    <a:pt x="11830" y="0"/>
                    <a:pt x="11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63"/>
            <p:cNvSpPr/>
            <p:nvPr/>
          </p:nvSpPr>
          <p:spPr>
            <a:xfrm>
              <a:off x="6655191" y="3314359"/>
              <a:ext cx="194979" cy="58448"/>
            </a:xfrm>
            <a:custGeom>
              <a:avLst/>
              <a:gdLst/>
              <a:ahLst/>
              <a:cxnLst/>
              <a:rect l="l" t="t" r="r" b="b"/>
              <a:pathLst>
                <a:path w="4687" h="1405" extrusionOk="0">
                  <a:moveTo>
                    <a:pt x="501" y="1"/>
                  </a:moveTo>
                  <a:cubicBezTo>
                    <a:pt x="226" y="1"/>
                    <a:pt x="0" y="227"/>
                    <a:pt x="0" y="502"/>
                  </a:cubicBezTo>
                  <a:lnTo>
                    <a:pt x="0" y="903"/>
                  </a:lnTo>
                  <a:cubicBezTo>
                    <a:pt x="0" y="1179"/>
                    <a:pt x="226" y="1405"/>
                    <a:pt x="501" y="1405"/>
                  </a:cubicBezTo>
                  <a:lnTo>
                    <a:pt x="4211" y="1405"/>
                  </a:lnTo>
                  <a:cubicBezTo>
                    <a:pt x="4486" y="1405"/>
                    <a:pt x="4687" y="1179"/>
                    <a:pt x="4687" y="903"/>
                  </a:cubicBezTo>
                  <a:lnTo>
                    <a:pt x="4687" y="502"/>
                  </a:lnTo>
                  <a:cubicBezTo>
                    <a:pt x="4687" y="227"/>
                    <a:pt x="4486" y="1"/>
                    <a:pt x="421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63"/>
            <p:cNvSpPr/>
            <p:nvPr/>
          </p:nvSpPr>
          <p:spPr>
            <a:xfrm>
              <a:off x="6621828" y="3366524"/>
              <a:ext cx="262746" cy="27123"/>
            </a:xfrm>
            <a:custGeom>
              <a:avLst/>
              <a:gdLst/>
              <a:ahLst/>
              <a:cxnLst/>
              <a:rect l="l" t="t" r="r" b="b"/>
              <a:pathLst>
                <a:path w="6316" h="652" extrusionOk="0">
                  <a:moveTo>
                    <a:pt x="151" y="0"/>
                  </a:moveTo>
                  <a:cubicBezTo>
                    <a:pt x="50" y="0"/>
                    <a:pt x="0" y="75"/>
                    <a:pt x="0" y="151"/>
                  </a:cubicBezTo>
                  <a:lnTo>
                    <a:pt x="0" y="501"/>
                  </a:lnTo>
                  <a:cubicBezTo>
                    <a:pt x="0" y="577"/>
                    <a:pt x="50" y="652"/>
                    <a:pt x="151" y="652"/>
                  </a:cubicBezTo>
                  <a:lnTo>
                    <a:pt x="6166" y="652"/>
                  </a:lnTo>
                  <a:cubicBezTo>
                    <a:pt x="6241" y="652"/>
                    <a:pt x="6316" y="577"/>
                    <a:pt x="6316" y="501"/>
                  </a:cubicBezTo>
                  <a:lnTo>
                    <a:pt x="6316" y="151"/>
                  </a:lnTo>
                  <a:cubicBezTo>
                    <a:pt x="6316" y="75"/>
                    <a:pt x="6241" y="0"/>
                    <a:pt x="616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63"/>
            <p:cNvSpPr/>
            <p:nvPr/>
          </p:nvSpPr>
          <p:spPr>
            <a:xfrm>
              <a:off x="6596786" y="3566699"/>
              <a:ext cx="419162" cy="333424"/>
            </a:xfrm>
            <a:custGeom>
              <a:avLst/>
              <a:gdLst/>
              <a:ahLst/>
              <a:cxnLst/>
              <a:rect l="l" t="t" r="r" b="b"/>
              <a:pathLst>
                <a:path w="10076" h="8015" extrusionOk="0">
                  <a:moveTo>
                    <a:pt x="3534" y="0"/>
                  </a:moveTo>
                  <a:cubicBezTo>
                    <a:pt x="3409" y="25"/>
                    <a:pt x="3284" y="75"/>
                    <a:pt x="3234" y="176"/>
                  </a:cubicBezTo>
                  <a:cubicBezTo>
                    <a:pt x="3159" y="326"/>
                    <a:pt x="3209" y="501"/>
                    <a:pt x="3259" y="627"/>
                  </a:cubicBezTo>
                  <a:cubicBezTo>
                    <a:pt x="3459" y="1078"/>
                    <a:pt x="3635" y="1479"/>
                    <a:pt x="3785" y="1805"/>
                  </a:cubicBezTo>
                  <a:cubicBezTo>
                    <a:pt x="3384" y="1830"/>
                    <a:pt x="3259" y="1830"/>
                    <a:pt x="2758" y="1855"/>
                  </a:cubicBezTo>
                  <a:cubicBezTo>
                    <a:pt x="1730" y="1955"/>
                    <a:pt x="1" y="1930"/>
                    <a:pt x="201" y="3283"/>
                  </a:cubicBezTo>
                  <a:cubicBezTo>
                    <a:pt x="305" y="3657"/>
                    <a:pt x="581" y="3773"/>
                    <a:pt x="901" y="3773"/>
                  </a:cubicBezTo>
                  <a:cubicBezTo>
                    <a:pt x="967" y="3773"/>
                    <a:pt x="1035" y="3768"/>
                    <a:pt x="1103" y="3760"/>
                  </a:cubicBezTo>
                  <a:lnTo>
                    <a:pt x="1103" y="3760"/>
                  </a:lnTo>
                  <a:cubicBezTo>
                    <a:pt x="552" y="3935"/>
                    <a:pt x="76" y="4261"/>
                    <a:pt x="352" y="4912"/>
                  </a:cubicBezTo>
                  <a:cubicBezTo>
                    <a:pt x="450" y="5321"/>
                    <a:pt x="729" y="5442"/>
                    <a:pt x="1064" y="5442"/>
                  </a:cubicBezTo>
                  <a:cubicBezTo>
                    <a:pt x="1243" y="5442"/>
                    <a:pt x="1438" y="5407"/>
                    <a:pt x="1630" y="5364"/>
                  </a:cubicBezTo>
                  <a:lnTo>
                    <a:pt x="1630" y="5364"/>
                  </a:lnTo>
                  <a:cubicBezTo>
                    <a:pt x="1304" y="5489"/>
                    <a:pt x="1053" y="5715"/>
                    <a:pt x="1179" y="6141"/>
                  </a:cubicBezTo>
                  <a:cubicBezTo>
                    <a:pt x="1265" y="6659"/>
                    <a:pt x="1637" y="6832"/>
                    <a:pt x="2057" y="6832"/>
                  </a:cubicBezTo>
                  <a:cubicBezTo>
                    <a:pt x="2246" y="6832"/>
                    <a:pt x="2445" y="6797"/>
                    <a:pt x="2632" y="6742"/>
                  </a:cubicBezTo>
                  <a:lnTo>
                    <a:pt x="2632" y="6742"/>
                  </a:lnTo>
                  <a:cubicBezTo>
                    <a:pt x="2106" y="7068"/>
                    <a:pt x="2758" y="7870"/>
                    <a:pt x="3560" y="7870"/>
                  </a:cubicBezTo>
                  <a:cubicBezTo>
                    <a:pt x="4687" y="7895"/>
                    <a:pt x="5815" y="7945"/>
                    <a:pt x="6943" y="7995"/>
                  </a:cubicBezTo>
                  <a:cubicBezTo>
                    <a:pt x="7126" y="8007"/>
                    <a:pt x="7307" y="8014"/>
                    <a:pt x="7485" y="8014"/>
                  </a:cubicBezTo>
                  <a:cubicBezTo>
                    <a:pt x="8086" y="8014"/>
                    <a:pt x="8657" y="7929"/>
                    <a:pt x="9199" y="7619"/>
                  </a:cubicBezTo>
                  <a:lnTo>
                    <a:pt x="10076" y="7669"/>
                  </a:lnTo>
                  <a:lnTo>
                    <a:pt x="9875" y="1704"/>
                  </a:lnTo>
                  <a:lnTo>
                    <a:pt x="8472" y="1980"/>
                  </a:lnTo>
                  <a:cubicBezTo>
                    <a:pt x="8296" y="1855"/>
                    <a:pt x="8146" y="1755"/>
                    <a:pt x="7971" y="1654"/>
                  </a:cubicBezTo>
                  <a:cubicBezTo>
                    <a:pt x="7971" y="1654"/>
                    <a:pt x="4988" y="301"/>
                    <a:pt x="3885" y="50"/>
                  </a:cubicBezTo>
                  <a:cubicBezTo>
                    <a:pt x="3785" y="25"/>
                    <a:pt x="3660" y="0"/>
                    <a:pt x="35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63"/>
            <p:cNvSpPr/>
            <p:nvPr/>
          </p:nvSpPr>
          <p:spPr>
            <a:xfrm>
              <a:off x="6994015" y="3600061"/>
              <a:ext cx="91811" cy="329514"/>
            </a:xfrm>
            <a:custGeom>
              <a:avLst/>
              <a:gdLst/>
              <a:ahLst/>
              <a:cxnLst/>
              <a:rect l="l" t="t" r="r" b="b"/>
              <a:pathLst>
                <a:path w="2207" h="7921" extrusionOk="0">
                  <a:moveTo>
                    <a:pt x="427" y="0"/>
                  </a:moveTo>
                  <a:cubicBezTo>
                    <a:pt x="201" y="0"/>
                    <a:pt x="26" y="176"/>
                    <a:pt x="26" y="401"/>
                  </a:cubicBezTo>
                  <a:lnTo>
                    <a:pt x="1" y="7519"/>
                  </a:lnTo>
                  <a:cubicBezTo>
                    <a:pt x="1" y="7745"/>
                    <a:pt x="176" y="7920"/>
                    <a:pt x="402" y="7920"/>
                  </a:cubicBezTo>
                  <a:lnTo>
                    <a:pt x="1780" y="7920"/>
                  </a:lnTo>
                  <a:cubicBezTo>
                    <a:pt x="2006" y="7920"/>
                    <a:pt x="2181" y="7745"/>
                    <a:pt x="2181" y="7519"/>
                  </a:cubicBezTo>
                  <a:lnTo>
                    <a:pt x="2206" y="401"/>
                  </a:lnTo>
                  <a:cubicBezTo>
                    <a:pt x="2206" y="176"/>
                    <a:pt x="2031" y="0"/>
                    <a:pt x="180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63"/>
            <p:cNvSpPr/>
            <p:nvPr/>
          </p:nvSpPr>
          <p:spPr>
            <a:xfrm>
              <a:off x="6638509" y="3713710"/>
              <a:ext cx="68848" cy="9402"/>
            </a:xfrm>
            <a:custGeom>
              <a:avLst/>
              <a:gdLst/>
              <a:ahLst/>
              <a:cxnLst/>
              <a:rect l="l" t="t" r="r" b="b"/>
              <a:pathLst>
                <a:path w="1655" h="226" extrusionOk="0">
                  <a:moveTo>
                    <a:pt x="1654" y="0"/>
                  </a:moveTo>
                  <a:lnTo>
                    <a:pt x="0" y="226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63"/>
            <p:cNvSpPr/>
            <p:nvPr/>
          </p:nvSpPr>
          <p:spPr>
            <a:xfrm>
              <a:off x="6634308" y="3709508"/>
              <a:ext cx="76170" cy="17763"/>
            </a:xfrm>
            <a:custGeom>
              <a:avLst/>
              <a:gdLst/>
              <a:ahLst/>
              <a:cxnLst/>
              <a:rect l="l" t="t" r="r" b="b"/>
              <a:pathLst>
                <a:path w="1831" h="427" extrusionOk="0">
                  <a:moveTo>
                    <a:pt x="1755" y="1"/>
                  </a:moveTo>
                  <a:lnTo>
                    <a:pt x="76" y="251"/>
                  </a:lnTo>
                  <a:cubicBezTo>
                    <a:pt x="26" y="251"/>
                    <a:pt x="1" y="302"/>
                    <a:pt x="1" y="352"/>
                  </a:cubicBezTo>
                  <a:cubicBezTo>
                    <a:pt x="26" y="377"/>
                    <a:pt x="51" y="427"/>
                    <a:pt x="101" y="427"/>
                  </a:cubicBezTo>
                  <a:lnTo>
                    <a:pt x="1755" y="176"/>
                  </a:lnTo>
                  <a:cubicBezTo>
                    <a:pt x="1805" y="176"/>
                    <a:pt x="1830" y="126"/>
                    <a:pt x="1830" y="76"/>
                  </a:cubicBezTo>
                  <a:cubicBezTo>
                    <a:pt x="1830" y="26"/>
                    <a:pt x="1780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63"/>
            <p:cNvSpPr/>
            <p:nvPr/>
          </p:nvSpPr>
          <p:spPr>
            <a:xfrm>
              <a:off x="6664550" y="3776233"/>
              <a:ext cx="56368" cy="13603"/>
            </a:xfrm>
            <a:custGeom>
              <a:avLst/>
              <a:gdLst/>
              <a:ahLst/>
              <a:cxnLst/>
              <a:rect l="l" t="t" r="r" b="b"/>
              <a:pathLst>
                <a:path w="1355" h="327" extrusionOk="0">
                  <a:moveTo>
                    <a:pt x="1354" y="1"/>
                  </a:moveTo>
                  <a:lnTo>
                    <a:pt x="1" y="327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63"/>
            <p:cNvSpPr/>
            <p:nvPr/>
          </p:nvSpPr>
          <p:spPr>
            <a:xfrm>
              <a:off x="6660391" y="3773113"/>
              <a:ext cx="64688" cy="19843"/>
            </a:xfrm>
            <a:custGeom>
              <a:avLst/>
              <a:gdLst/>
              <a:ahLst/>
              <a:cxnLst/>
              <a:rect l="l" t="t" r="r" b="b"/>
              <a:pathLst>
                <a:path w="1555" h="477" extrusionOk="0">
                  <a:moveTo>
                    <a:pt x="1429" y="1"/>
                  </a:moveTo>
                  <a:lnTo>
                    <a:pt x="76" y="326"/>
                  </a:lnTo>
                  <a:cubicBezTo>
                    <a:pt x="26" y="326"/>
                    <a:pt x="0" y="377"/>
                    <a:pt x="26" y="427"/>
                  </a:cubicBezTo>
                  <a:cubicBezTo>
                    <a:pt x="26" y="452"/>
                    <a:pt x="51" y="477"/>
                    <a:pt x="101" y="477"/>
                  </a:cubicBezTo>
                  <a:lnTo>
                    <a:pt x="126" y="477"/>
                  </a:lnTo>
                  <a:lnTo>
                    <a:pt x="1479" y="151"/>
                  </a:lnTo>
                  <a:cubicBezTo>
                    <a:pt x="1529" y="151"/>
                    <a:pt x="1554" y="101"/>
                    <a:pt x="1529" y="51"/>
                  </a:cubicBezTo>
                  <a:cubicBezTo>
                    <a:pt x="1529" y="26"/>
                    <a:pt x="1479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63"/>
            <p:cNvSpPr/>
            <p:nvPr/>
          </p:nvSpPr>
          <p:spPr>
            <a:xfrm>
              <a:off x="6703154" y="3834638"/>
              <a:ext cx="54246" cy="15683"/>
            </a:xfrm>
            <a:custGeom>
              <a:avLst/>
              <a:gdLst/>
              <a:ahLst/>
              <a:cxnLst/>
              <a:rect l="l" t="t" r="r" b="b"/>
              <a:pathLst>
                <a:path w="1304" h="377" extrusionOk="0">
                  <a:moveTo>
                    <a:pt x="1303" y="0"/>
                  </a:moveTo>
                  <a:lnTo>
                    <a:pt x="0" y="376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63"/>
            <p:cNvSpPr/>
            <p:nvPr/>
          </p:nvSpPr>
          <p:spPr>
            <a:xfrm>
              <a:off x="6698953" y="3831518"/>
              <a:ext cx="62608" cy="21923"/>
            </a:xfrm>
            <a:custGeom>
              <a:avLst/>
              <a:gdLst/>
              <a:ahLst/>
              <a:cxnLst/>
              <a:rect l="l" t="t" r="r" b="b"/>
              <a:pathLst>
                <a:path w="1505" h="527" extrusionOk="0">
                  <a:moveTo>
                    <a:pt x="1379" y="0"/>
                  </a:moveTo>
                  <a:lnTo>
                    <a:pt x="76" y="351"/>
                  </a:lnTo>
                  <a:cubicBezTo>
                    <a:pt x="26" y="376"/>
                    <a:pt x="1" y="426"/>
                    <a:pt x="26" y="451"/>
                  </a:cubicBezTo>
                  <a:cubicBezTo>
                    <a:pt x="26" y="501"/>
                    <a:pt x="51" y="526"/>
                    <a:pt x="101" y="526"/>
                  </a:cubicBezTo>
                  <a:lnTo>
                    <a:pt x="126" y="526"/>
                  </a:lnTo>
                  <a:lnTo>
                    <a:pt x="1429" y="151"/>
                  </a:lnTo>
                  <a:cubicBezTo>
                    <a:pt x="1479" y="151"/>
                    <a:pt x="1505" y="100"/>
                    <a:pt x="1479" y="50"/>
                  </a:cubicBezTo>
                  <a:cubicBezTo>
                    <a:pt x="1479" y="25"/>
                    <a:pt x="1429" y="0"/>
                    <a:pt x="1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63"/>
            <p:cNvSpPr/>
            <p:nvPr/>
          </p:nvSpPr>
          <p:spPr>
            <a:xfrm>
              <a:off x="7203591" y="2526181"/>
              <a:ext cx="55286" cy="389958"/>
            </a:xfrm>
            <a:custGeom>
              <a:avLst/>
              <a:gdLst/>
              <a:ahLst/>
              <a:cxnLst/>
              <a:rect l="l" t="t" r="r" b="b"/>
              <a:pathLst>
                <a:path w="1329" h="9374" extrusionOk="0">
                  <a:moveTo>
                    <a:pt x="0" y="1"/>
                  </a:moveTo>
                  <a:lnTo>
                    <a:pt x="0" y="9374"/>
                  </a:lnTo>
                  <a:lnTo>
                    <a:pt x="1328" y="9374"/>
                  </a:lnTo>
                  <a:lnTo>
                    <a:pt x="132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63"/>
            <p:cNvSpPr/>
            <p:nvPr/>
          </p:nvSpPr>
          <p:spPr>
            <a:xfrm>
              <a:off x="7304718" y="2417732"/>
              <a:ext cx="61526" cy="501571"/>
            </a:xfrm>
            <a:custGeom>
              <a:avLst/>
              <a:gdLst/>
              <a:ahLst/>
              <a:cxnLst/>
              <a:rect l="l" t="t" r="r" b="b"/>
              <a:pathLst>
                <a:path w="1479" h="12057" extrusionOk="0">
                  <a:moveTo>
                    <a:pt x="1329" y="151"/>
                  </a:moveTo>
                  <a:lnTo>
                    <a:pt x="1329" y="11881"/>
                  </a:lnTo>
                  <a:lnTo>
                    <a:pt x="176" y="11881"/>
                  </a:lnTo>
                  <a:lnTo>
                    <a:pt x="176" y="151"/>
                  </a:lnTo>
                  <a:close/>
                  <a:moveTo>
                    <a:pt x="0" y="1"/>
                  </a:moveTo>
                  <a:lnTo>
                    <a:pt x="0" y="12056"/>
                  </a:lnTo>
                  <a:lnTo>
                    <a:pt x="1479" y="12056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63"/>
            <p:cNvSpPr/>
            <p:nvPr/>
          </p:nvSpPr>
          <p:spPr>
            <a:xfrm>
              <a:off x="7521574" y="2417732"/>
              <a:ext cx="61526" cy="501571"/>
            </a:xfrm>
            <a:custGeom>
              <a:avLst/>
              <a:gdLst/>
              <a:ahLst/>
              <a:cxnLst/>
              <a:rect l="l" t="t" r="r" b="b"/>
              <a:pathLst>
                <a:path w="1479" h="12057" extrusionOk="0">
                  <a:moveTo>
                    <a:pt x="1329" y="151"/>
                  </a:moveTo>
                  <a:lnTo>
                    <a:pt x="1329" y="11881"/>
                  </a:lnTo>
                  <a:lnTo>
                    <a:pt x="176" y="11881"/>
                  </a:lnTo>
                  <a:lnTo>
                    <a:pt x="176" y="151"/>
                  </a:lnTo>
                  <a:close/>
                  <a:moveTo>
                    <a:pt x="0" y="1"/>
                  </a:moveTo>
                  <a:lnTo>
                    <a:pt x="0" y="12056"/>
                  </a:lnTo>
                  <a:lnTo>
                    <a:pt x="1479" y="12056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63"/>
            <p:cNvSpPr/>
            <p:nvPr/>
          </p:nvSpPr>
          <p:spPr>
            <a:xfrm>
              <a:off x="7626861" y="2543902"/>
              <a:ext cx="54246" cy="372237"/>
            </a:xfrm>
            <a:custGeom>
              <a:avLst/>
              <a:gdLst/>
              <a:ahLst/>
              <a:cxnLst/>
              <a:rect l="l" t="t" r="r" b="b"/>
              <a:pathLst>
                <a:path w="1304" h="8948" extrusionOk="0">
                  <a:moveTo>
                    <a:pt x="1" y="1"/>
                  </a:moveTo>
                  <a:lnTo>
                    <a:pt x="1" y="8948"/>
                  </a:lnTo>
                  <a:lnTo>
                    <a:pt x="1304" y="8948"/>
                  </a:lnTo>
                  <a:lnTo>
                    <a:pt x="130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63"/>
            <p:cNvSpPr/>
            <p:nvPr/>
          </p:nvSpPr>
          <p:spPr>
            <a:xfrm>
              <a:off x="7419407" y="2566824"/>
              <a:ext cx="55286" cy="349315"/>
            </a:xfrm>
            <a:custGeom>
              <a:avLst/>
              <a:gdLst/>
              <a:ahLst/>
              <a:cxnLst/>
              <a:rect l="l" t="t" r="r" b="b"/>
              <a:pathLst>
                <a:path w="1329" h="8397" extrusionOk="0">
                  <a:moveTo>
                    <a:pt x="0" y="1"/>
                  </a:moveTo>
                  <a:lnTo>
                    <a:pt x="0" y="8397"/>
                  </a:lnTo>
                  <a:lnTo>
                    <a:pt x="1328" y="8397"/>
                  </a:lnTo>
                  <a:lnTo>
                    <a:pt x="132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77" name="Google Shape;2377;p63"/>
          <p:cNvCxnSpPr/>
          <p:nvPr/>
        </p:nvCxnSpPr>
        <p:spPr>
          <a:xfrm>
            <a:off x="5380113" y="4604100"/>
            <a:ext cx="289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8" name="Google Shape;2378;p63"/>
          <p:cNvSpPr/>
          <p:nvPr/>
        </p:nvSpPr>
        <p:spPr>
          <a:xfrm rot="10800000" flipH="1">
            <a:off x="5380133" y="981501"/>
            <a:ext cx="534109" cy="53413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9" name="Google Shape;2379;p63"/>
          <p:cNvSpPr/>
          <p:nvPr/>
        </p:nvSpPr>
        <p:spPr>
          <a:xfrm rot="10800000" flipH="1">
            <a:off x="6136003" y="1181619"/>
            <a:ext cx="334008" cy="334008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0" name="Google Shape;2380;p63"/>
          <p:cNvSpPr/>
          <p:nvPr/>
        </p:nvSpPr>
        <p:spPr>
          <a:xfrm rot="10800000" flipH="1">
            <a:off x="8056128" y="3666494"/>
            <a:ext cx="334008" cy="334008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794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AGILE</a:t>
            </a:r>
            <a:endParaRPr dirty="0"/>
          </a:p>
        </p:txBody>
      </p:sp>
      <p:sp>
        <p:nvSpPr>
          <p:cNvPr id="739" name="Google Shape;739;p35"/>
          <p:cNvSpPr txBox="1">
            <a:spLocks noGrp="1"/>
          </p:cNvSpPr>
          <p:nvPr>
            <p:ph type="body" idx="1"/>
          </p:nvPr>
        </p:nvSpPr>
        <p:spPr>
          <a:xfrm>
            <a:off x="6730275" y="1856234"/>
            <a:ext cx="2242275" cy="227047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>
              <a:buNone/>
            </a:pPr>
            <a:r>
              <a:rPr lang="en-US" sz="1300" i="1" dirty="0"/>
              <a:t>Agile </a:t>
            </a:r>
            <a:r>
              <a:rPr lang="en-US" sz="1300" dirty="0" err="1"/>
              <a:t>adalah</a:t>
            </a:r>
            <a:r>
              <a:rPr lang="en-US" sz="1300" dirty="0"/>
              <a:t> </a:t>
            </a:r>
            <a:r>
              <a:rPr lang="en-US" sz="1300" dirty="0" err="1"/>
              <a:t>metode</a:t>
            </a:r>
            <a:r>
              <a:rPr lang="en-US" sz="1300" dirty="0"/>
              <a:t> </a:t>
            </a:r>
            <a:r>
              <a:rPr lang="en-US" sz="1300" dirty="0" err="1"/>
              <a:t>pengembangan</a:t>
            </a:r>
            <a:r>
              <a:rPr lang="en-US" sz="1300" dirty="0"/>
              <a:t> </a:t>
            </a:r>
            <a:r>
              <a:rPr lang="en-US" sz="1300" dirty="0" err="1"/>
              <a:t>perangkat</a:t>
            </a:r>
            <a:r>
              <a:rPr lang="en-US" sz="1300" dirty="0"/>
              <a:t> </a:t>
            </a:r>
            <a:r>
              <a:rPr lang="en-US" sz="1300" dirty="0" err="1"/>
              <a:t>lunak</a:t>
            </a:r>
            <a:r>
              <a:rPr lang="en-US" sz="1300" dirty="0"/>
              <a:t> </a:t>
            </a:r>
            <a:r>
              <a:rPr lang="en-US" sz="1300" dirty="0" err="1"/>
              <a:t>secara</a:t>
            </a:r>
            <a:r>
              <a:rPr lang="en-US" sz="1300" dirty="0"/>
              <a:t> </a:t>
            </a:r>
            <a:r>
              <a:rPr lang="en-US" sz="1300" dirty="0" err="1"/>
              <a:t>cepat</a:t>
            </a:r>
            <a:r>
              <a:rPr lang="en-US" sz="1300" dirty="0"/>
              <a:t> </a:t>
            </a:r>
            <a:r>
              <a:rPr lang="en-US" sz="1300" dirty="0" err="1"/>
              <a:t>dengan</a:t>
            </a:r>
            <a:r>
              <a:rPr lang="en-US" sz="1300" dirty="0"/>
              <a:t> </a:t>
            </a:r>
            <a:r>
              <a:rPr lang="en-US" sz="1300" dirty="0" err="1"/>
              <a:t>kondisi</a:t>
            </a:r>
            <a:r>
              <a:rPr lang="en-US" sz="1300" dirty="0"/>
              <a:t> </a:t>
            </a:r>
            <a:r>
              <a:rPr lang="en-US" sz="1300" dirty="0" err="1"/>
              <a:t>perubahan</a:t>
            </a:r>
            <a:r>
              <a:rPr lang="en-US" sz="1300" dirty="0"/>
              <a:t> </a:t>
            </a:r>
            <a:r>
              <a:rPr lang="en-US" sz="1300" dirty="0" err="1"/>
              <a:t>kebutuhan</a:t>
            </a:r>
            <a:r>
              <a:rPr lang="en-US" sz="1300" dirty="0"/>
              <a:t> yang </a:t>
            </a:r>
            <a:r>
              <a:rPr lang="en-US" sz="1300" dirty="0" err="1"/>
              <a:t>terjadi</a:t>
            </a:r>
            <a:r>
              <a:rPr lang="en-US" sz="1300" dirty="0"/>
              <a:t> </a:t>
            </a:r>
            <a:r>
              <a:rPr lang="en-US" sz="1300" dirty="0" err="1"/>
              <a:t>dalam</a:t>
            </a:r>
            <a:r>
              <a:rPr lang="en-US" sz="1300" dirty="0"/>
              <a:t> </a:t>
            </a:r>
            <a:r>
              <a:rPr lang="en-US" sz="1300" dirty="0" err="1"/>
              <a:t>waktu</a:t>
            </a:r>
            <a:r>
              <a:rPr lang="en-US" sz="1300" dirty="0"/>
              <a:t> yang </a:t>
            </a:r>
            <a:r>
              <a:rPr lang="en-US" sz="1300" dirty="0" err="1"/>
              <a:t>relatif</a:t>
            </a:r>
            <a:r>
              <a:rPr lang="en-US" sz="1300" dirty="0"/>
              <a:t> </a:t>
            </a:r>
            <a:r>
              <a:rPr lang="en-US" sz="1300" dirty="0" err="1"/>
              <a:t>singkat</a:t>
            </a:r>
            <a:r>
              <a:rPr lang="en-US" sz="1300" dirty="0"/>
              <a:t>. </a:t>
            </a:r>
            <a:r>
              <a:rPr lang="en-US" sz="1300" dirty="0" err="1"/>
              <a:t>Konsep</a:t>
            </a:r>
            <a:r>
              <a:rPr lang="en-US" sz="1300" dirty="0"/>
              <a:t> </a:t>
            </a:r>
            <a:r>
              <a:rPr lang="en-US" sz="1300" dirty="0" err="1"/>
              <a:t>utama</a:t>
            </a:r>
            <a:r>
              <a:rPr lang="en-US" sz="1300" dirty="0"/>
              <a:t> </a:t>
            </a:r>
            <a:r>
              <a:rPr lang="en-US" sz="1300" dirty="0" err="1"/>
              <a:t>dari</a:t>
            </a:r>
            <a:r>
              <a:rPr lang="en-US" sz="1300" dirty="0"/>
              <a:t> </a:t>
            </a:r>
            <a:r>
              <a:rPr lang="en-US" sz="1300" dirty="0" err="1"/>
              <a:t>metode</a:t>
            </a:r>
            <a:r>
              <a:rPr lang="en-US" sz="1300" dirty="0"/>
              <a:t> </a:t>
            </a:r>
            <a:r>
              <a:rPr lang="en-US" sz="1300" i="1" dirty="0"/>
              <a:t>Agile Development</a:t>
            </a:r>
            <a:r>
              <a:rPr lang="en-US" sz="1300" dirty="0"/>
              <a:t> </a:t>
            </a:r>
            <a:r>
              <a:rPr lang="en-US" sz="1300" dirty="0" err="1"/>
              <a:t>ini</a:t>
            </a:r>
            <a:r>
              <a:rPr lang="en-US" sz="1300" dirty="0"/>
              <a:t> </a:t>
            </a:r>
            <a:r>
              <a:rPr lang="en-US" sz="1300" dirty="0" err="1"/>
              <a:t>yaitu</a:t>
            </a:r>
            <a:r>
              <a:rPr lang="en-US" sz="1300" dirty="0"/>
              <a:t> </a:t>
            </a:r>
            <a:r>
              <a:rPr lang="en-US" sz="1300" dirty="0" err="1"/>
              <a:t>pengerjaan</a:t>
            </a:r>
            <a:r>
              <a:rPr lang="en-US" sz="1300" dirty="0"/>
              <a:t> </a:t>
            </a:r>
            <a:r>
              <a:rPr lang="en-US" sz="1300" dirty="0" err="1"/>
              <a:t>aplikasi</a:t>
            </a:r>
            <a:r>
              <a:rPr lang="en-US" sz="1300" dirty="0"/>
              <a:t> dan </a:t>
            </a:r>
            <a:r>
              <a:rPr lang="en-US" sz="1300" dirty="0" err="1"/>
              <a:t>kerjasama</a:t>
            </a:r>
            <a:r>
              <a:rPr lang="en-US" sz="1300" dirty="0"/>
              <a:t> </a:t>
            </a:r>
            <a:r>
              <a:rPr lang="en-US" sz="1300" dirty="0" err="1"/>
              <a:t>tim</a:t>
            </a:r>
            <a:endParaRPr lang="en-US" sz="1300" dirty="0"/>
          </a:p>
          <a:p>
            <a:pPr marL="0" lvl="0" indent="0" algn="just">
              <a:buNone/>
            </a:pPr>
            <a:endParaRPr lang="en-US" sz="1300" dirty="0">
              <a:solidFill>
                <a:schemeClr val="dk1"/>
              </a:solidFill>
            </a:endParaRPr>
          </a:p>
          <a:p>
            <a:pPr marL="0" lvl="0" indent="0" algn="just"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4" name="Google Shape;739;p35">
            <a:extLst>
              <a:ext uri="{FF2B5EF4-FFF2-40B4-BE49-F238E27FC236}">
                <a16:creationId xmlns:a16="http://schemas.microsoft.com/office/drawing/2014/main" id="{203E54D6-9DF4-4E6F-869C-B955F0E788AE}"/>
              </a:ext>
            </a:extLst>
          </p:cNvPr>
          <p:cNvSpPr txBox="1">
            <a:spLocks/>
          </p:cNvSpPr>
          <p:nvPr/>
        </p:nvSpPr>
        <p:spPr>
          <a:xfrm>
            <a:off x="4353787" y="1585558"/>
            <a:ext cx="2242275" cy="2541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Cairo"/>
              <a:buAutoNum type="arabicPeriod"/>
              <a:defRPr sz="125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>
              <a:buNone/>
            </a:pPr>
            <a:r>
              <a:rPr lang="en-US" sz="1300" dirty="0"/>
              <a:t>Agile </a:t>
            </a:r>
            <a:r>
              <a:rPr lang="en-US" sz="1300" dirty="0" err="1"/>
              <a:t>ini</a:t>
            </a:r>
            <a:r>
              <a:rPr lang="en-US" sz="1300" dirty="0"/>
              <a:t> </a:t>
            </a:r>
            <a:r>
              <a:rPr lang="en-US" sz="1300" dirty="0" err="1"/>
              <a:t>menggunakan</a:t>
            </a:r>
            <a:r>
              <a:rPr lang="en-US" sz="1300" dirty="0"/>
              <a:t> </a:t>
            </a:r>
            <a:r>
              <a:rPr lang="en-US" sz="1300" dirty="0" err="1"/>
              <a:t>sebuah</a:t>
            </a:r>
            <a:r>
              <a:rPr lang="en-US" sz="1300" dirty="0"/>
              <a:t> </a:t>
            </a:r>
            <a:r>
              <a:rPr lang="en-US" sz="1300" dirty="0" err="1"/>
              <a:t>iterasi</a:t>
            </a:r>
            <a:r>
              <a:rPr lang="en-US" sz="1300" dirty="0"/>
              <a:t> </a:t>
            </a:r>
            <a:r>
              <a:rPr lang="en-US" sz="1300" dirty="0" err="1"/>
              <a:t>atau</a:t>
            </a:r>
            <a:r>
              <a:rPr lang="en-US" sz="1300" dirty="0"/>
              <a:t> </a:t>
            </a:r>
            <a:r>
              <a:rPr lang="en-US" sz="1300" dirty="0" err="1"/>
              <a:t>perulangan</a:t>
            </a:r>
            <a:r>
              <a:rPr lang="en-US" sz="1300" dirty="0"/>
              <a:t>, </a:t>
            </a:r>
            <a:r>
              <a:rPr lang="en-US" sz="1300" dirty="0" err="1"/>
              <a:t>dengan</a:t>
            </a:r>
            <a:r>
              <a:rPr lang="en-US" sz="1300" dirty="0"/>
              <a:t> </a:t>
            </a:r>
            <a:r>
              <a:rPr lang="en-US" sz="1300" dirty="0" err="1"/>
              <a:t>tujuan</a:t>
            </a:r>
            <a:r>
              <a:rPr lang="en-US" sz="1300" dirty="0"/>
              <a:t> </a:t>
            </a:r>
            <a:r>
              <a:rPr lang="en-US" sz="1300" dirty="0" err="1"/>
              <a:t>merespon</a:t>
            </a:r>
            <a:r>
              <a:rPr lang="en-US" sz="1300" dirty="0"/>
              <a:t> </a:t>
            </a:r>
            <a:r>
              <a:rPr lang="en-US" sz="1300" dirty="0" err="1"/>
              <a:t>cepat</a:t>
            </a:r>
            <a:r>
              <a:rPr lang="en-US" sz="1300" dirty="0"/>
              <a:t> </a:t>
            </a:r>
            <a:r>
              <a:rPr lang="en-US" sz="1300" dirty="0" err="1"/>
              <a:t>setiap</a:t>
            </a:r>
            <a:r>
              <a:rPr lang="en-US" sz="1300" dirty="0"/>
              <a:t> </a:t>
            </a:r>
            <a:r>
              <a:rPr lang="en-US" sz="1300" dirty="0" err="1"/>
              <a:t>perubahan</a:t>
            </a:r>
            <a:r>
              <a:rPr lang="en-US" sz="1300" dirty="0"/>
              <a:t> </a:t>
            </a:r>
            <a:r>
              <a:rPr lang="en-US" sz="1300" dirty="0" err="1"/>
              <a:t>secara</a:t>
            </a:r>
            <a:r>
              <a:rPr lang="en-US" sz="1300" dirty="0"/>
              <a:t> </a:t>
            </a:r>
            <a:r>
              <a:rPr lang="en-US" sz="1300" dirty="0" err="1"/>
              <a:t>fleksibel</a:t>
            </a:r>
            <a:r>
              <a:rPr lang="en-US" sz="1300" dirty="0"/>
              <a:t> </a:t>
            </a:r>
            <a:r>
              <a:rPr lang="en-US" sz="1300" dirty="0" err="1"/>
              <a:t>sehingga</a:t>
            </a:r>
            <a:r>
              <a:rPr lang="en-US" sz="1300" dirty="0"/>
              <a:t> </a:t>
            </a:r>
            <a:r>
              <a:rPr lang="en-US" sz="1300" dirty="0" err="1"/>
              <a:t>mengurangi</a:t>
            </a:r>
            <a:r>
              <a:rPr lang="en-US" sz="1300" dirty="0"/>
              <a:t> </a:t>
            </a:r>
            <a:r>
              <a:rPr lang="en-US" sz="1300" dirty="0" err="1"/>
              <a:t>waktu</a:t>
            </a:r>
            <a:r>
              <a:rPr lang="en-US" sz="1300" dirty="0"/>
              <a:t> </a:t>
            </a:r>
            <a:r>
              <a:rPr lang="en-US" sz="1300" dirty="0" err="1"/>
              <a:t>pengerjaan</a:t>
            </a:r>
            <a:r>
              <a:rPr lang="en-US" sz="1300" dirty="0"/>
              <a:t> </a:t>
            </a:r>
            <a:r>
              <a:rPr lang="en-US" sz="1300" dirty="0" err="1"/>
              <a:t>proyek</a:t>
            </a:r>
            <a:r>
              <a:rPr lang="en-US" sz="1300" dirty="0"/>
              <a:t> dan </a:t>
            </a:r>
            <a:r>
              <a:rPr lang="en-US" sz="1300" dirty="0" err="1"/>
              <a:t>mencapai</a:t>
            </a:r>
            <a:r>
              <a:rPr lang="en-US" sz="1300" dirty="0"/>
              <a:t> </a:t>
            </a:r>
            <a:r>
              <a:rPr lang="en-US" sz="1300" dirty="0" err="1"/>
              <a:t>kepuasan</a:t>
            </a:r>
            <a:r>
              <a:rPr lang="en-US" sz="1300" dirty="0"/>
              <a:t> </a:t>
            </a:r>
            <a:r>
              <a:rPr lang="en-US" sz="1300" dirty="0" err="1"/>
              <a:t>dari</a:t>
            </a:r>
            <a:r>
              <a:rPr lang="en-US" sz="1300" dirty="0"/>
              <a:t> </a:t>
            </a:r>
            <a:r>
              <a:rPr lang="en-US" sz="1300" dirty="0" err="1"/>
              <a:t>klien</a:t>
            </a:r>
            <a:r>
              <a:rPr lang="en-US" sz="1300" dirty="0"/>
              <a:t>. </a:t>
            </a:r>
            <a:r>
              <a:rPr lang="en-US" sz="1300" dirty="0" err="1"/>
              <a:t>Dengan</a:t>
            </a:r>
            <a:r>
              <a:rPr lang="en-US" sz="1300" dirty="0"/>
              <a:t> </a:t>
            </a:r>
            <a:r>
              <a:rPr lang="en-US" sz="1300" dirty="0" err="1"/>
              <a:t>fokus</a:t>
            </a:r>
            <a:r>
              <a:rPr lang="en-US" sz="1300" dirty="0"/>
              <a:t> </a:t>
            </a:r>
            <a:r>
              <a:rPr lang="en-US" sz="1300" dirty="0" err="1"/>
              <a:t>pengerjaan</a:t>
            </a:r>
            <a:r>
              <a:rPr lang="en-US" sz="1300" dirty="0"/>
              <a:t> </a:t>
            </a:r>
            <a:r>
              <a:rPr lang="en-US" sz="1300" dirty="0" err="1"/>
              <a:t>aplikasi</a:t>
            </a:r>
            <a:r>
              <a:rPr lang="en-US" sz="1300" dirty="0"/>
              <a:t> dan </a:t>
            </a:r>
            <a:r>
              <a:rPr lang="en-US" sz="1300" dirty="0" err="1"/>
              <a:t>meminimalisir</a:t>
            </a:r>
            <a:r>
              <a:rPr lang="en-US" sz="1300" dirty="0"/>
              <a:t> </a:t>
            </a:r>
            <a:r>
              <a:rPr lang="en-US" sz="1300" dirty="0" err="1"/>
              <a:t>dokumentasi</a:t>
            </a:r>
            <a:r>
              <a:rPr lang="en-US" sz="1300" dirty="0"/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98DBE-2E99-4D36-A7B9-0502304FB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" y="1093306"/>
            <a:ext cx="4648200" cy="26146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2C8CE-DA5B-41BB-87E4-310FD98ED7C8}"/>
              </a:ext>
            </a:extLst>
          </p:cNvPr>
          <p:cNvSpPr txBox="1"/>
          <p:nvPr/>
        </p:nvSpPr>
        <p:spPr>
          <a:xfrm>
            <a:off x="4970935" y="3740437"/>
            <a:ext cx="338446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endParaRPr lang="en-US" sz="1300" dirty="0">
              <a:latin typeface="Cairo" panose="020B0604020202020204" charset="-78"/>
              <a:cs typeface="Cairo" panose="020B0604020202020204" charset="-78"/>
            </a:endParaRPr>
          </a:p>
          <a:p>
            <a:pPr marL="0" indent="0" algn="just">
              <a:buNone/>
            </a:pP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Agile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berlandaskan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 pada agile manifesto yang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dikembangkan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 oleh 14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tokoh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3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dalam</a:t>
            </a:r>
            <a:r>
              <a:rPr lang="en-US" sz="1300" dirty="0">
                <a:solidFill>
                  <a:schemeClr val="tx1">
                    <a:lumMod val="75000"/>
                    <a:lumOff val="25000"/>
                  </a:schemeClr>
                </a:solidFill>
                <a:latin typeface="Cairo" panose="020B0604020202020204" charset="-78"/>
                <a:cs typeface="Cairo" panose="020B0604020202020204" charset="-78"/>
              </a:rPr>
              <a:t> industry software</a:t>
            </a:r>
          </a:p>
        </p:txBody>
      </p:sp>
    </p:spTree>
    <p:extLst>
      <p:ext uri="{BB962C8B-B14F-4D97-AF65-F5344CB8AC3E}">
        <p14:creationId xmlns:p14="http://schemas.microsoft.com/office/powerpoint/2010/main" val="3559612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Scrum</a:t>
            </a:r>
            <a:endParaRPr dirty="0"/>
          </a:p>
        </p:txBody>
      </p:sp>
      <p:sp>
        <p:nvSpPr>
          <p:cNvPr id="739" name="Google Shape;739;p35"/>
          <p:cNvSpPr txBox="1">
            <a:spLocks noGrp="1"/>
          </p:cNvSpPr>
          <p:nvPr>
            <p:ph type="body" idx="1"/>
          </p:nvPr>
        </p:nvSpPr>
        <p:spPr>
          <a:xfrm>
            <a:off x="4743452" y="1537936"/>
            <a:ext cx="3298258" cy="227047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>
              <a:buNone/>
            </a:pPr>
            <a:r>
              <a:rPr lang="en-US" sz="1500" dirty="0" err="1"/>
              <a:t>Tujuan</a:t>
            </a:r>
            <a:r>
              <a:rPr lang="en-US" sz="1500" dirty="0"/>
              <a:t> </a:t>
            </a:r>
            <a:r>
              <a:rPr lang="en-US" sz="1500" dirty="0" err="1"/>
              <a:t>utama</a:t>
            </a:r>
            <a:r>
              <a:rPr lang="en-US" sz="1500" dirty="0"/>
              <a:t> Scrum </a:t>
            </a:r>
            <a:r>
              <a:rPr lang="en-US" sz="1500" dirty="0" err="1"/>
              <a:t>adalah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inspect &amp; adapt yang </a:t>
            </a:r>
            <a:r>
              <a:rPr lang="en-US" sz="1500" dirty="0" err="1"/>
              <a:t>berarti</a:t>
            </a:r>
            <a:r>
              <a:rPr lang="en-US" sz="1500" dirty="0"/>
              <a:t> </a:t>
            </a:r>
            <a:r>
              <a:rPr lang="en-US" sz="1500" dirty="0" err="1"/>
              <a:t>bahwa</a:t>
            </a:r>
            <a:r>
              <a:rPr lang="en-US" sz="1500" dirty="0"/>
              <a:t> </a:t>
            </a:r>
            <a:r>
              <a:rPr lang="en-US" sz="1500" dirty="0" err="1"/>
              <a:t>melihat</a:t>
            </a:r>
            <a:r>
              <a:rPr lang="en-US" sz="1500" dirty="0"/>
              <a:t> </a:t>
            </a:r>
            <a:r>
              <a:rPr lang="en-US" sz="1500" dirty="0" err="1"/>
              <a:t>permasalahan</a:t>
            </a:r>
            <a:r>
              <a:rPr lang="en-US" sz="1500" dirty="0"/>
              <a:t> yang </a:t>
            </a:r>
            <a:r>
              <a:rPr lang="en-US" sz="1500" dirty="0" err="1"/>
              <a:t>ada</a:t>
            </a:r>
            <a:r>
              <a:rPr lang="en-US" sz="1500" dirty="0"/>
              <a:t>, dan </a:t>
            </a:r>
            <a:r>
              <a:rPr lang="en-US" sz="1500" dirty="0" err="1"/>
              <a:t>melakukan</a:t>
            </a:r>
            <a:r>
              <a:rPr lang="en-US" sz="1500" dirty="0"/>
              <a:t> </a:t>
            </a:r>
            <a:r>
              <a:rPr lang="en-US" sz="1500" dirty="0" err="1"/>
              <a:t>adaptasi</a:t>
            </a:r>
            <a:r>
              <a:rPr lang="en-US" sz="1500" dirty="0"/>
              <a:t> </a:t>
            </a:r>
            <a:r>
              <a:rPr lang="en-US" sz="1500" dirty="0" err="1"/>
              <a:t>terhadap</a:t>
            </a:r>
            <a:r>
              <a:rPr lang="en-US" sz="1500" dirty="0"/>
              <a:t> </a:t>
            </a:r>
            <a:r>
              <a:rPr lang="en-US" sz="1500" dirty="0" err="1"/>
              <a:t>masalah</a:t>
            </a:r>
            <a:r>
              <a:rPr lang="en-US" sz="1500" dirty="0"/>
              <a:t> </a:t>
            </a:r>
            <a:r>
              <a:rPr lang="en-US" sz="1500" dirty="0" err="1"/>
              <a:t>tersebut</a:t>
            </a:r>
            <a:r>
              <a:rPr lang="en-US" sz="1500" dirty="0"/>
              <a:t>. </a:t>
            </a:r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perangkat</a:t>
            </a:r>
            <a:r>
              <a:rPr lang="en-US" sz="1500" dirty="0"/>
              <a:t> </a:t>
            </a:r>
            <a:r>
              <a:rPr lang="en-US" sz="1500" dirty="0" err="1"/>
              <a:t>lunak</a:t>
            </a:r>
            <a:r>
              <a:rPr lang="en-US" sz="1500" dirty="0"/>
              <a:t> </a:t>
            </a:r>
            <a:r>
              <a:rPr lang="en-US" sz="1500" dirty="0" err="1"/>
              <a:t>menggunakan</a:t>
            </a:r>
            <a:r>
              <a:rPr lang="en-US" sz="1500" dirty="0"/>
              <a:t> Scrum </a:t>
            </a:r>
            <a:r>
              <a:rPr lang="en-US" sz="1500" dirty="0" err="1"/>
              <a:t>menekankan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mengambil</a:t>
            </a:r>
            <a:r>
              <a:rPr lang="en-US" sz="1500" dirty="0"/>
              <a:t> </a:t>
            </a:r>
            <a:r>
              <a:rPr lang="en-US" sz="1500" dirty="0" err="1"/>
              <a:t>setiap</a:t>
            </a:r>
            <a:r>
              <a:rPr lang="en-US" sz="1500" dirty="0"/>
              <a:t> </a:t>
            </a:r>
            <a:r>
              <a:rPr lang="en-US" sz="1500" dirty="0" err="1"/>
              <a:t>langkah</a:t>
            </a:r>
            <a:r>
              <a:rPr lang="en-US" sz="1500" dirty="0"/>
              <a:t> pada </a:t>
            </a:r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perangkat</a:t>
            </a:r>
            <a:r>
              <a:rPr lang="en-US" sz="1500" dirty="0"/>
              <a:t> </a:t>
            </a:r>
            <a:r>
              <a:rPr lang="en-US" sz="1500" dirty="0" err="1"/>
              <a:t>lunak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singkat</a:t>
            </a: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4" name="Google Shape;739;p35">
            <a:extLst>
              <a:ext uri="{FF2B5EF4-FFF2-40B4-BE49-F238E27FC236}">
                <a16:creationId xmlns:a16="http://schemas.microsoft.com/office/drawing/2014/main" id="{203E54D6-9DF4-4E6F-869C-B955F0E788AE}"/>
              </a:ext>
            </a:extLst>
          </p:cNvPr>
          <p:cNvSpPr txBox="1">
            <a:spLocks/>
          </p:cNvSpPr>
          <p:nvPr/>
        </p:nvSpPr>
        <p:spPr>
          <a:xfrm>
            <a:off x="1590805" y="1274890"/>
            <a:ext cx="2809745" cy="310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Cairo"/>
              <a:buAutoNum type="arabicPeriod"/>
              <a:defRPr sz="125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>
              <a:buNone/>
            </a:pPr>
            <a:r>
              <a:rPr lang="en-US" sz="1500" dirty="0"/>
              <a:t>Scrum </a:t>
            </a:r>
            <a:r>
              <a:rPr lang="en-US" sz="1500" dirty="0" err="1"/>
              <a:t>adalah</a:t>
            </a:r>
            <a:r>
              <a:rPr lang="en-US" sz="1500" dirty="0"/>
              <a:t> </a:t>
            </a:r>
            <a:r>
              <a:rPr lang="en-US" sz="1500" dirty="0" err="1"/>
              <a:t>sebuah</a:t>
            </a:r>
            <a:r>
              <a:rPr lang="en-US" sz="1500" dirty="0"/>
              <a:t> </a:t>
            </a:r>
            <a:r>
              <a:rPr lang="en-US" sz="1500" dirty="0" err="1"/>
              <a:t>kerangka</a:t>
            </a:r>
            <a:r>
              <a:rPr lang="en-US" sz="1500" dirty="0"/>
              <a:t> </a:t>
            </a:r>
            <a:r>
              <a:rPr lang="en-US" sz="1500" dirty="0" err="1"/>
              <a:t>kerja</a:t>
            </a:r>
            <a:r>
              <a:rPr lang="en-US" sz="1500" dirty="0"/>
              <a:t> di mana orang-orang </a:t>
            </a:r>
            <a:r>
              <a:rPr lang="en-US" sz="1500" dirty="0" err="1"/>
              <a:t>dapat</a:t>
            </a:r>
            <a:r>
              <a:rPr lang="en-US" sz="1500" dirty="0"/>
              <a:t> </a:t>
            </a:r>
            <a:r>
              <a:rPr lang="en-US" sz="1500" dirty="0" err="1"/>
              <a:t>menyelesaikan</a:t>
            </a:r>
            <a:r>
              <a:rPr lang="en-US" sz="1500" dirty="0"/>
              <a:t> </a:t>
            </a:r>
            <a:r>
              <a:rPr lang="en-US" sz="1500" dirty="0" err="1"/>
              <a:t>permasalahan</a:t>
            </a:r>
            <a:r>
              <a:rPr lang="en-US" sz="1500" dirty="0"/>
              <a:t> </a:t>
            </a:r>
            <a:r>
              <a:rPr lang="en-US" sz="1500" dirty="0" err="1"/>
              <a:t>kompleks</a:t>
            </a:r>
            <a:r>
              <a:rPr lang="en-US" sz="1500" dirty="0"/>
              <a:t> yang </a:t>
            </a:r>
            <a:r>
              <a:rPr lang="en-US" sz="1500" dirty="0" err="1"/>
              <a:t>senantiasa</a:t>
            </a:r>
            <a:r>
              <a:rPr lang="en-US" sz="1500" dirty="0"/>
              <a:t> </a:t>
            </a:r>
            <a:r>
              <a:rPr lang="en-US" sz="1500" dirty="0" err="1"/>
              <a:t>berubah</a:t>
            </a:r>
            <a:r>
              <a:rPr lang="en-US" sz="1500" dirty="0"/>
              <a:t>, di mana pada </a:t>
            </a:r>
            <a:r>
              <a:rPr lang="en-US" sz="1500" dirty="0" err="1"/>
              <a:t>saat</a:t>
            </a:r>
            <a:r>
              <a:rPr lang="en-US" sz="1500" dirty="0"/>
              <a:t> yang </a:t>
            </a:r>
            <a:r>
              <a:rPr lang="en-US" sz="1500" dirty="0" err="1"/>
              <a:t>bersamaan</a:t>
            </a:r>
            <a:r>
              <a:rPr lang="en-US" sz="1500" dirty="0"/>
              <a:t> </a:t>
            </a:r>
            <a:r>
              <a:rPr lang="en-US" sz="1500" dirty="0" err="1"/>
              <a:t>menghasilkan</a:t>
            </a:r>
            <a:r>
              <a:rPr lang="en-US" sz="1500" dirty="0"/>
              <a:t> </a:t>
            </a:r>
            <a:r>
              <a:rPr lang="en-US" sz="1500" dirty="0" err="1"/>
              <a:t>produk</a:t>
            </a:r>
            <a:r>
              <a:rPr lang="en-US" sz="1500" dirty="0"/>
              <a:t> </a:t>
            </a:r>
            <a:r>
              <a:rPr lang="en-US" sz="1500" dirty="0" err="1"/>
              <a:t>dengan</a:t>
            </a:r>
            <a:r>
              <a:rPr lang="en-US" sz="1500" dirty="0"/>
              <a:t> </a:t>
            </a:r>
            <a:r>
              <a:rPr lang="en-US" sz="1500" dirty="0" err="1"/>
              <a:t>nilai</a:t>
            </a:r>
            <a:r>
              <a:rPr lang="en-US" sz="1500" dirty="0"/>
              <a:t> </a:t>
            </a:r>
            <a:r>
              <a:rPr lang="en-US" sz="1500" dirty="0" err="1"/>
              <a:t>setinggi</a:t>
            </a:r>
            <a:r>
              <a:rPr lang="en-US" sz="1500" dirty="0"/>
              <a:t> </a:t>
            </a:r>
            <a:r>
              <a:rPr lang="en-US" sz="1500" dirty="0" err="1"/>
              <a:t>mungkin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kreatif</a:t>
            </a:r>
            <a:r>
              <a:rPr lang="en-US" sz="1500" dirty="0"/>
              <a:t> dan </a:t>
            </a:r>
            <a:r>
              <a:rPr lang="en-US" sz="1500" dirty="0" err="1"/>
              <a:t>produktif</a:t>
            </a:r>
            <a:r>
              <a:rPr lang="en-US" sz="1500" dirty="0"/>
              <a:t>. Scrum </a:t>
            </a:r>
            <a:r>
              <a:rPr lang="en-US" sz="1500" dirty="0" err="1"/>
              <a:t>merupakan</a:t>
            </a:r>
            <a:r>
              <a:rPr lang="en-US" sz="1500" dirty="0"/>
              <a:t> salah </a:t>
            </a:r>
            <a:r>
              <a:rPr lang="en-US" sz="1500" dirty="0" err="1"/>
              <a:t>satu</a:t>
            </a:r>
            <a:r>
              <a:rPr lang="en-US" sz="1500" dirty="0"/>
              <a:t> model </a:t>
            </a:r>
            <a:r>
              <a:rPr lang="en-US" sz="1500" dirty="0" err="1"/>
              <a:t>dari</a:t>
            </a:r>
            <a:r>
              <a:rPr lang="en-US" sz="1500" dirty="0"/>
              <a:t> </a:t>
            </a:r>
            <a:r>
              <a:rPr lang="en-US" sz="1500" dirty="0" err="1"/>
              <a:t>metodologi</a:t>
            </a:r>
            <a:r>
              <a:rPr lang="en-US" sz="1500" dirty="0"/>
              <a:t> </a:t>
            </a:r>
            <a:r>
              <a:rPr lang="en-US" sz="1500" i="1" dirty="0"/>
              <a:t>Agile </a:t>
            </a:r>
            <a:r>
              <a:rPr lang="en-US" sz="1500" dirty="0"/>
              <a:t>pada </a:t>
            </a:r>
            <a:r>
              <a:rPr lang="en-US" sz="1500" dirty="0" err="1"/>
              <a:t>manajemen</a:t>
            </a:r>
            <a:r>
              <a:rPr lang="en-US" sz="1500" dirty="0"/>
              <a:t> </a:t>
            </a:r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proyek</a:t>
            </a: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932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08343F-3B91-46B0-AAAB-A70A04E0B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09587"/>
            <a:ext cx="87249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89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8"/>
          <p:cNvSpPr txBox="1">
            <a:spLocks noGrp="1"/>
          </p:cNvSpPr>
          <p:nvPr>
            <p:ph type="title"/>
          </p:nvPr>
        </p:nvSpPr>
        <p:spPr>
          <a:xfrm>
            <a:off x="590550" y="346834"/>
            <a:ext cx="3858900" cy="73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/>
              <a:t>Why Agile with framework scrum ?</a:t>
            </a:r>
            <a:endParaRPr sz="2500" dirty="0"/>
          </a:p>
        </p:txBody>
      </p:sp>
      <p:sp>
        <p:nvSpPr>
          <p:cNvPr id="793" name="Google Shape;793;p38"/>
          <p:cNvSpPr txBox="1">
            <a:spLocks noGrp="1"/>
          </p:cNvSpPr>
          <p:nvPr>
            <p:ph type="subTitle" idx="1"/>
          </p:nvPr>
        </p:nvSpPr>
        <p:spPr>
          <a:xfrm>
            <a:off x="549338" y="1042019"/>
            <a:ext cx="3858900" cy="369652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/>
            <a:r>
              <a:rPr lang="en-US" sz="1500" dirty="0" err="1"/>
              <a:t>Penulis</a:t>
            </a:r>
            <a:r>
              <a:rPr lang="en-US" sz="1500" dirty="0"/>
              <a:t> </a:t>
            </a:r>
            <a:r>
              <a:rPr lang="en-US" sz="1500" dirty="0" err="1"/>
              <a:t>memilih</a:t>
            </a:r>
            <a:r>
              <a:rPr lang="en-US" sz="1500" dirty="0"/>
              <a:t> </a:t>
            </a:r>
            <a:r>
              <a:rPr lang="en-US" sz="1500" dirty="0" err="1"/>
              <a:t>metode</a:t>
            </a:r>
            <a:r>
              <a:rPr lang="en-US" sz="1500" dirty="0"/>
              <a:t> agile </a:t>
            </a:r>
            <a:r>
              <a:rPr lang="en-US" sz="1500" dirty="0" err="1"/>
              <a:t>karena</a:t>
            </a:r>
            <a:r>
              <a:rPr lang="en-US" sz="1500" dirty="0"/>
              <a:t>  agile </a:t>
            </a:r>
            <a:r>
              <a:rPr lang="en-US" sz="1500" dirty="0" err="1"/>
              <a:t>berlandaskan</a:t>
            </a:r>
            <a:r>
              <a:rPr lang="en-US" sz="1500" dirty="0"/>
              <a:t> pada agile manifesto </a:t>
            </a:r>
            <a:r>
              <a:rPr lang="en-US" sz="1500" dirty="0" err="1"/>
              <a:t>yaitu</a:t>
            </a:r>
            <a:r>
              <a:rPr lang="en-US" sz="1500" dirty="0"/>
              <a:t> :</a:t>
            </a:r>
          </a:p>
          <a:p>
            <a:pPr lvl="0">
              <a:buFontTx/>
              <a:buChar char="-"/>
            </a:pPr>
            <a:r>
              <a:rPr lang="en-US" sz="1300" dirty="0" err="1"/>
              <a:t>Interaksi</a:t>
            </a:r>
            <a:r>
              <a:rPr lang="en-US" sz="1300" dirty="0"/>
              <a:t> dan </a:t>
            </a:r>
            <a:r>
              <a:rPr lang="en-US" sz="1300" dirty="0" err="1"/>
              <a:t>personel</a:t>
            </a:r>
            <a:r>
              <a:rPr lang="en-US" sz="1300" dirty="0"/>
              <a:t> </a:t>
            </a:r>
            <a:r>
              <a:rPr lang="en-US" sz="1300" dirty="0" err="1"/>
              <a:t>lebih</a:t>
            </a:r>
            <a:r>
              <a:rPr lang="en-US" sz="1300" dirty="0"/>
              <a:t> </a:t>
            </a:r>
            <a:r>
              <a:rPr lang="en-US" sz="1300" dirty="0" err="1"/>
              <a:t>penting</a:t>
            </a:r>
            <a:r>
              <a:rPr lang="en-US" sz="1300" dirty="0"/>
              <a:t> </a:t>
            </a:r>
            <a:r>
              <a:rPr lang="en-US" sz="1300" dirty="0" err="1"/>
              <a:t>daripada</a:t>
            </a:r>
            <a:r>
              <a:rPr lang="en-US" sz="1300" dirty="0"/>
              <a:t> proses dan </a:t>
            </a:r>
            <a:r>
              <a:rPr lang="en-US" sz="1300" dirty="0" err="1"/>
              <a:t>alat</a:t>
            </a:r>
            <a:r>
              <a:rPr lang="en-US" sz="1300" dirty="0"/>
              <a:t> </a:t>
            </a:r>
            <a:br>
              <a:rPr lang="en-US" sz="1300" dirty="0"/>
            </a:br>
            <a:r>
              <a:rPr lang="en-US" sz="1300" dirty="0"/>
              <a:t>(</a:t>
            </a:r>
            <a:r>
              <a:rPr lang="en-US" sz="1300" i="1" dirty="0"/>
              <a:t>Individuals and interactions over process and tools</a:t>
            </a:r>
            <a:r>
              <a:rPr lang="en-US" sz="1300" dirty="0"/>
              <a:t>.)</a:t>
            </a:r>
          </a:p>
          <a:p>
            <a:pPr lvl="0">
              <a:buFontTx/>
              <a:buChar char="-"/>
            </a:pPr>
            <a:r>
              <a:rPr lang="en-US" sz="1300" dirty="0"/>
              <a:t>Software yang </a:t>
            </a:r>
            <a:r>
              <a:rPr lang="en-US" sz="1300" dirty="0" err="1"/>
              <a:t>berfungsi</a:t>
            </a:r>
            <a:r>
              <a:rPr lang="en-US" sz="1300" dirty="0"/>
              <a:t> </a:t>
            </a:r>
            <a:r>
              <a:rPr lang="en-US" sz="1300" dirty="0" err="1"/>
              <a:t>lebih</a:t>
            </a:r>
            <a:r>
              <a:rPr lang="en-US" sz="1300" dirty="0"/>
              <a:t> </a:t>
            </a:r>
            <a:r>
              <a:rPr lang="en-US" sz="1300" dirty="0" err="1"/>
              <a:t>penting</a:t>
            </a:r>
            <a:r>
              <a:rPr lang="en-US" sz="1300" dirty="0"/>
              <a:t> </a:t>
            </a:r>
            <a:r>
              <a:rPr lang="en-US" sz="1300" dirty="0" err="1"/>
              <a:t>daripada</a:t>
            </a:r>
            <a:r>
              <a:rPr lang="en-US" sz="1300" dirty="0"/>
              <a:t> </a:t>
            </a:r>
            <a:r>
              <a:rPr lang="en-US" sz="1300" dirty="0" err="1"/>
              <a:t>membuat</a:t>
            </a:r>
            <a:r>
              <a:rPr lang="en-US" sz="1300" dirty="0"/>
              <a:t> </a:t>
            </a:r>
            <a:r>
              <a:rPr lang="en-US" sz="1300" dirty="0" err="1"/>
              <a:t>dokumentasi</a:t>
            </a:r>
            <a:r>
              <a:rPr lang="en-US" sz="1300" dirty="0"/>
              <a:t> </a:t>
            </a:r>
            <a:r>
              <a:rPr lang="en-US" sz="1300" dirty="0" err="1"/>
              <a:t>lengkap</a:t>
            </a:r>
            <a:r>
              <a:rPr lang="en-US" sz="1300" dirty="0"/>
              <a:t> </a:t>
            </a:r>
            <a:br>
              <a:rPr lang="en-US" sz="1300" dirty="0"/>
            </a:br>
            <a:r>
              <a:rPr lang="en-US" sz="1300" dirty="0"/>
              <a:t>(</a:t>
            </a:r>
            <a:r>
              <a:rPr lang="en-US" sz="1300" i="1" dirty="0"/>
              <a:t>Working Software over comprehensive documentation</a:t>
            </a:r>
            <a:r>
              <a:rPr lang="en-US" sz="1300" dirty="0"/>
              <a:t>)</a:t>
            </a:r>
          </a:p>
          <a:p>
            <a:pPr lvl="0">
              <a:buFontTx/>
              <a:buChar char="-"/>
            </a:pPr>
            <a:r>
              <a:rPr lang="en-US" sz="1300" dirty="0" err="1"/>
              <a:t>Kolaborasi</a:t>
            </a:r>
            <a:r>
              <a:rPr lang="en-US" sz="1300" dirty="0"/>
              <a:t> </a:t>
            </a:r>
            <a:r>
              <a:rPr lang="en-US" sz="1300" dirty="0" err="1"/>
              <a:t>dengan</a:t>
            </a:r>
            <a:r>
              <a:rPr lang="en-US" sz="1300" dirty="0"/>
              <a:t> </a:t>
            </a:r>
            <a:r>
              <a:rPr lang="en-US" sz="1300" dirty="0" err="1"/>
              <a:t>klien</a:t>
            </a:r>
            <a:r>
              <a:rPr lang="en-US" sz="1300" dirty="0"/>
              <a:t> </a:t>
            </a:r>
            <a:r>
              <a:rPr lang="en-US" sz="1300" dirty="0" err="1"/>
              <a:t>lebih</a:t>
            </a:r>
            <a:r>
              <a:rPr lang="en-US" sz="1300" dirty="0"/>
              <a:t> </a:t>
            </a:r>
            <a:r>
              <a:rPr lang="en-US" sz="1300" dirty="0" err="1"/>
              <a:t>penting</a:t>
            </a:r>
            <a:r>
              <a:rPr lang="en-US" sz="1300" dirty="0"/>
              <a:t> </a:t>
            </a:r>
            <a:r>
              <a:rPr lang="en-US" sz="1300" dirty="0" err="1"/>
              <a:t>daripada</a:t>
            </a:r>
            <a:r>
              <a:rPr lang="en-US" sz="1300" dirty="0"/>
              <a:t> </a:t>
            </a:r>
            <a:r>
              <a:rPr lang="en-US" sz="1300" dirty="0" err="1"/>
              <a:t>negosiasi</a:t>
            </a:r>
            <a:r>
              <a:rPr lang="en-US" sz="1300" dirty="0"/>
              <a:t> </a:t>
            </a:r>
            <a:r>
              <a:rPr lang="en-US" sz="1300" dirty="0" err="1"/>
              <a:t>kontrak</a:t>
            </a:r>
            <a:r>
              <a:rPr lang="en-US" sz="1300" dirty="0"/>
              <a:t> </a:t>
            </a:r>
            <a:br>
              <a:rPr lang="en-US" sz="1300" dirty="0"/>
            </a:br>
            <a:r>
              <a:rPr lang="en-US" sz="1300" dirty="0"/>
              <a:t>(</a:t>
            </a:r>
            <a:r>
              <a:rPr lang="en-US" sz="1300" i="1" dirty="0"/>
              <a:t>Customer collaboration over contract negotiation</a:t>
            </a:r>
            <a:r>
              <a:rPr lang="en-US" sz="1300" dirty="0"/>
              <a:t>)</a:t>
            </a:r>
          </a:p>
          <a:p>
            <a:pPr lvl="0">
              <a:buFontTx/>
              <a:buChar char="-"/>
            </a:pPr>
            <a:r>
              <a:rPr lang="en-US" sz="1300" dirty="0" err="1"/>
              <a:t>Respon</a:t>
            </a:r>
            <a:r>
              <a:rPr lang="en-US" sz="1300" dirty="0"/>
              <a:t> </a:t>
            </a:r>
            <a:r>
              <a:rPr lang="en-US" sz="1300" dirty="0" err="1"/>
              <a:t>terhadap</a:t>
            </a:r>
            <a:r>
              <a:rPr lang="en-US" sz="1300" dirty="0"/>
              <a:t> </a:t>
            </a:r>
            <a:r>
              <a:rPr lang="en-US" sz="1300" dirty="0" err="1"/>
              <a:t>perubahan</a:t>
            </a:r>
            <a:r>
              <a:rPr lang="en-US" sz="1300" dirty="0"/>
              <a:t> </a:t>
            </a:r>
            <a:r>
              <a:rPr lang="en-US" sz="1300" dirty="0" err="1"/>
              <a:t>lebih</a:t>
            </a:r>
            <a:r>
              <a:rPr lang="en-US" sz="1300" dirty="0"/>
              <a:t> </a:t>
            </a:r>
            <a:r>
              <a:rPr lang="en-US" sz="1300" dirty="0" err="1"/>
              <a:t>penting</a:t>
            </a:r>
            <a:r>
              <a:rPr lang="en-US" sz="1300" dirty="0"/>
              <a:t> </a:t>
            </a:r>
            <a:r>
              <a:rPr lang="en-US" sz="1300" dirty="0" err="1"/>
              <a:t>daripada</a:t>
            </a:r>
            <a:r>
              <a:rPr lang="en-US" sz="1300" dirty="0"/>
              <a:t> </a:t>
            </a:r>
            <a:r>
              <a:rPr lang="en-US" sz="1300" dirty="0" err="1"/>
              <a:t>mengikuti</a:t>
            </a:r>
            <a:r>
              <a:rPr lang="en-US" sz="1300" dirty="0"/>
              <a:t> </a:t>
            </a:r>
            <a:r>
              <a:rPr lang="en-US" sz="1300" dirty="0" err="1"/>
              <a:t>rencana</a:t>
            </a:r>
            <a:r>
              <a:rPr lang="en-US" sz="1300" dirty="0"/>
              <a:t> </a:t>
            </a:r>
            <a:br>
              <a:rPr lang="en-US" sz="1300" dirty="0"/>
            </a:br>
            <a:r>
              <a:rPr lang="en-US" sz="1300" dirty="0"/>
              <a:t>(</a:t>
            </a:r>
            <a:r>
              <a:rPr lang="en-US" sz="1300" i="1" dirty="0"/>
              <a:t>Responding to change over following a plan</a:t>
            </a:r>
            <a:r>
              <a:rPr lang="en-US" sz="1300" dirty="0"/>
              <a:t>)</a:t>
            </a:r>
          </a:p>
          <a:p>
            <a:pPr marL="0" lvl="0" indent="0" algn="just"/>
            <a:endParaRPr sz="1500" dirty="0"/>
          </a:p>
        </p:txBody>
      </p:sp>
      <p:sp>
        <p:nvSpPr>
          <p:cNvPr id="825" name="Google Shape;825;p38"/>
          <p:cNvSpPr/>
          <p:nvPr/>
        </p:nvSpPr>
        <p:spPr>
          <a:xfrm>
            <a:off x="7682509" y="447493"/>
            <a:ext cx="160131" cy="74943"/>
          </a:xfrm>
          <a:custGeom>
            <a:avLst/>
            <a:gdLst/>
            <a:ahLst/>
            <a:cxnLst/>
            <a:rect l="l" t="t" r="r" b="b"/>
            <a:pathLst>
              <a:path w="3220" h="1507" extrusionOk="0">
                <a:moveTo>
                  <a:pt x="777" y="0"/>
                </a:moveTo>
                <a:cubicBezTo>
                  <a:pt x="343" y="0"/>
                  <a:pt x="1" y="343"/>
                  <a:pt x="1" y="754"/>
                </a:cubicBezTo>
                <a:cubicBezTo>
                  <a:pt x="1" y="1187"/>
                  <a:pt x="343" y="1507"/>
                  <a:pt x="777" y="1507"/>
                </a:cubicBezTo>
                <a:lnTo>
                  <a:pt x="2466" y="1507"/>
                </a:lnTo>
                <a:cubicBezTo>
                  <a:pt x="2877" y="1507"/>
                  <a:pt x="3219" y="1187"/>
                  <a:pt x="3219" y="754"/>
                </a:cubicBezTo>
                <a:cubicBezTo>
                  <a:pt x="3219" y="343"/>
                  <a:pt x="2877" y="0"/>
                  <a:pt x="24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8"/>
          <p:cNvSpPr/>
          <p:nvPr/>
        </p:nvSpPr>
        <p:spPr>
          <a:xfrm>
            <a:off x="7679128" y="442967"/>
            <a:ext cx="168038" cy="84044"/>
          </a:xfrm>
          <a:custGeom>
            <a:avLst/>
            <a:gdLst/>
            <a:ahLst/>
            <a:cxnLst/>
            <a:rect l="l" t="t" r="r" b="b"/>
            <a:pathLst>
              <a:path w="3379" h="1690" extrusionOk="0">
                <a:moveTo>
                  <a:pt x="2534" y="160"/>
                </a:moveTo>
                <a:cubicBezTo>
                  <a:pt x="2899" y="160"/>
                  <a:pt x="3219" y="457"/>
                  <a:pt x="3219" y="845"/>
                </a:cubicBezTo>
                <a:cubicBezTo>
                  <a:pt x="3219" y="1233"/>
                  <a:pt x="2899" y="1529"/>
                  <a:pt x="2534" y="1529"/>
                </a:cubicBezTo>
                <a:lnTo>
                  <a:pt x="845" y="1529"/>
                </a:lnTo>
                <a:cubicBezTo>
                  <a:pt x="457" y="1529"/>
                  <a:pt x="160" y="1233"/>
                  <a:pt x="160" y="845"/>
                </a:cubicBezTo>
                <a:cubicBezTo>
                  <a:pt x="160" y="457"/>
                  <a:pt x="457" y="160"/>
                  <a:pt x="845" y="160"/>
                </a:cubicBezTo>
                <a:close/>
                <a:moveTo>
                  <a:pt x="845" y="0"/>
                </a:moveTo>
                <a:cubicBezTo>
                  <a:pt x="366" y="0"/>
                  <a:pt x="0" y="388"/>
                  <a:pt x="0" y="845"/>
                </a:cubicBezTo>
                <a:cubicBezTo>
                  <a:pt x="0" y="1301"/>
                  <a:pt x="366" y="1689"/>
                  <a:pt x="845" y="1689"/>
                </a:cubicBezTo>
                <a:lnTo>
                  <a:pt x="2534" y="1689"/>
                </a:lnTo>
                <a:cubicBezTo>
                  <a:pt x="2991" y="1689"/>
                  <a:pt x="3379" y="1301"/>
                  <a:pt x="3379" y="845"/>
                </a:cubicBezTo>
                <a:cubicBezTo>
                  <a:pt x="3379" y="388"/>
                  <a:pt x="2991" y="0"/>
                  <a:pt x="25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8"/>
          <p:cNvSpPr/>
          <p:nvPr/>
        </p:nvSpPr>
        <p:spPr>
          <a:xfrm>
            <a:off x="7676943" y="629107"/>
            <a:ext cx="157843" cy="157843"/>
          </a:xfrm>
          <a:custGeom>
            <a:avLst/>
            <a:gdLst/>
            <a:ahLst/>
            <a:cxnLst/>
            <a:rect l="l" t="t" r="r" b="b"/>
            <a:pathLst>
              <a:path w="3174" h="3174" extrusionOk="0">
                <a:moveTo>
                  <a:pt x="1598" y="1"/>
                </a:moveTo>
                <a:cubicBezTo>
                  <a:pt x="708" y="1"/>
                  <a:pt x="1" y="708"/>
                  <a:pt x="1" y="1598"/>
                </a:cubicBezTo>
                <a:cubicBezTo>
                  <a:pt x="1" y="2466"/>
                  <a:pt x="708" y="3173"/>
                  <a:pt x="1598" y="3173"/>
                </a:cubicBezTo>
                <a:cubicBezTo>
                  <a:pt x="2466" y="3173"/>
                  <a:pt x="3173" y="2466"/>
                  <a:pt x="3173" y="1598"/>
                </a:cubicBezTo>
                <a:cubicBezTo>
                  <a:pt x="3173" y="708"/>
                  <a:pt x="2466" y="1"/>
                  <a:pt x="159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8"/>
          <p:cNvSpPr/>
          <p:nvPr/>
        </p:nvSpPr>
        <p:spPr>
          <a:xfrm>
            <a:off x="7680271" y="625725"/>
            <a:ext cx="165750" cy="165750"/>
          </a:xfrm>
          <a:custGeom>
            <a:avLst/>
            <a:gdLst/>
            <a:ahLst/>
            <a:cxnLst/>
            <a:rect l="l" t="t" r="r" b="b"/>
            <a:pathLst>
              <a:path w="3333" h="3333" extrusionOk="0">
                <a:moveTo>
                  <a:pt x="1666" y="137"/>
                </a:moveTo>
                <a:cubicBezTo>
                  <a:pt x="2488" y="137"/>
                  <a:pt x="3173" y="822"/>
                  <a:pt x="3173" y="1666"/>
                </a:cubicBezTo>
                <a:cubicBezTo>
                  <a:pt x="3173" y="2488"/>
                  <a:pt x="2488" y="3173"/>
                  <a:pt x="1666" y="3173"/>
                </a:cubicBezTo>
                <a:cubicBezTo>
                  <a:pt x="822" y="3173"/>
                  <a:pt x="160" y="2488"/>
                  <a:pt x="160" y="1666"/>
                </a:cubicBezTo>
                <a:cubicBezTo>
                  <a:pt x="160" y="822"/>
                  <a:pt x="822" y="137"/>
                  <a:pt x="1666" y="137"/>
                </a:cubicBezTo>
                <a:close/>
                <a:moveTo>
                  <a:pt x="1666" y="0"/>
                </a:moveTo>
                <a:cubicBezTo>
                  <a:pt x="753" y="0"/>
                  <a:pt x="0" y="730"/>
                  <a:pt x="0" y="1666"/>
                </a:cubicBezTo>
                <a:cubicBezTo>
                  <a:pt x="0" y="2579"/>
                  <a:pt x="753" y="3333"/>
                  <a:pt x="1666" y="3333"/>
                </a:cubicBezTo>
                <a:cubicBezTo>
                  <a:pt x="2580" y="3333"/>
                  <a:pt x="3333" y="2579"/>
                  <a:pt x="3333" y="1666"/>
                </a:cubicBezTo>
                <a:cubicBezTo>
                  <a:pt x="3333" y="730"/>
                  <a:pt x="2580" y="0"/>
                  <a:pt x="16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8"/>
          <p:cNvSpPr/>
          <p:nvPr/>
        </p:nvSpPr>
        <p:spPr>
          <a:xfrm>
            <a:off x="7758595" y="-106450"/>
            <a:ext cx="50" cy="553992"/>
          </a:xfrm>
          <a:custGeom>
            <a:avLst/>
            <a:gdLst/>
            <a:ahLst/>
            <a:cxnLst/>
            <a:rect l="l" t="t" r="r" b="b"/>
            <a:pathLst>
              <a:path w="1" h="11140" extrusionOk="0">
                <a:moveTo>
                  <a:pt x="0" y="11139"/>
                </a:moveTo>
                <a:lnTo>
                  <a:pt x="0" y="1"/>
                </a:lnTo>
              </a:path>
            </a:pathLst>
          </a:custGeom>
          <a:solidFill>
            <a:srgbClr val="F6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8"/>
          <p:cNvSpPr/>
          <p:nvPr/>
        </p:nvSpPr>
        <p:spPr>
          <a:xfrm>
            <a:off x="7754020" y="-106450"/>
            <a:ext cx="8007" cy="553992"/>
          </a:xfrm>
          <a:custGeom>
            <a:avLst/>
            <a:gdLst/>
            <a:ahLst/>
            <a:cxnLst/>
            <a:rect l="l" t="t" r="r" b="b"/>
            <a:pathLst>
              <a:path w="161" h="11140" extrusionOk="0">
                <a:moveTo>
                  <a:pt x="1" y="1"/>
                </a:moveTo>
                <a:lnTo>
                  <a:pt x="1" y="11139"/>
                </a:lnTo>
                <a:lnTo>
                  <a:pt x="161" y="11139"/>
                </a:lnTo>
                <a:lnTo>
                  <a:pt x="16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8"/>
          <p:cNvSpPr/>
          <p:nvPr/>
        </p:nvSpPr>
        <p:spPr>
          <a:xfrm>
            <a:off x="7525911" y="476982"/>
            <a:ext cx="474474" cy="239002"/>
          </a:xfrm>
          <a:custGeom>
            <a:avLst/>
            <a:gdLst/>
            <a:ahLst/>
            <a:cxnLst/>
            <a:rect l="l" t="t" r="r" b="b"/>
            <a:pathLst>
              <a:path w="9541" h="4806" extrusionOk="0">
                <a:moveTo>
                  <a:pt x="4770" y="1"/>
                </a:moveTo>
                <a:cubicBezTo>
                  <a:pt x="2123" y="1"/>
                  <a:pt x="0" y="2147"/>
                  <a:pt x="0" y="4771"/>
                </a:cubicBezTo>
                <a:cubicBezTo>
                  <a:pt x="0" y="4794"/>
                  <a:pt x="2385" y="4806"/>
                  <a:pt x="4770" y="4806"/>
                </a:cubicBezTo>
                <a:cubicBezTo>
                  <a:pt x="7156" y="4806"/>
                  <a:pt x="9541" y="4794"/>
                  <a:pt x="9541" y="4771"/>
                </a:cubicBezTo>
                <a:cubicBezTo>
                  <a:pt x="9541" y="2147"/>
                  <a:pt x="7395" y="1"/>
                  <a:pt x="47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8"/>
          <p:cNvSpPr/>
          <p:nvPr/>
        </p:nvSpPr>
        <p:spPr>
          <a:xfrm>
            <a:off x="7514626" y="473601"/>
            <a:ext cx="482480" cy="246362"/>
          </a:xfrm>
          <a:custGeom>
            <a:avLst/>
            <a:gdLst/>
            <a:ahLst/>
            <a:cxnLst/>
            <a:rect l="l" t="t" r="r" b="b"/>
            <a:pathLst>
              <a:path w="9702" h="4954" extrusionOk="0">
                <a:moveTo>
                  <a:pt x="4862" y="137"/>
                </a:moveTo>
                <a:cubicBezTo>
                  <a:pt x="7419" y="137"/>
                  <a:pt x="9519" y="2215"/>
                  <a:pt x="9542" y="4771"/>
                </a:cubicBezTo>
                <a:cubicBezTo>
                  <a:pt x="9142" y="4782"/>
                  <a:pt x="6997" y="4788"/>
                  <a:pt x="4851" y="4788"/>
                </a:cubicBezTo>
                <a:cubicBezTo>
                  <a:pt x="2706" y="4788"/>
                  <a:pt x="560" y="4782"/>
                  <a:pt x="160" y="4771"/>
                </a:cubicBezTo>
                <a:cubicBezTo>
                  <a:pt x="206" y="2215"/>
                  <a:pt x="2283" y="137"/>
                  <a:pt x="4862" y="137"/>
                </a:cubicBezTo>
                <a:close/>
                <a:moveTo>
                  <a:pt x="4862" y="0"/>
                </a:moveTo>
                <a:cubicBezTo>
                  <a:pt x="2192" y="0"/>
                  <a:pt x="1" y="2169"/>
                  <a:pt x="1" y="4839"/>
                </a:cubicBezTo>
                <a:cubicBezTo>
                  <a:pt x="1" y="4931"/>
                  <a:pt x="1" y="4931"/>
                  <a:pt x="1553" y="4931"/>
                </a:cubicBezTo>
                <a:cubicBezTo>
                  <a:pt x="2443" y="4954"/>
                  <a:pt x="3607" y="4954"/>
                  <a:pt x="4794" y="4954"/>
                </a:cubicBezTo>
                <a:cubicBezTo>
                  <a:pt x="6004" y="4954"/>
                  <a:pt x="7214" y="4954"/>
                  <a:pt x="8104" y="4931"/>
                </a:cubicBezTo>
                <a:cubicBezTo>
                  <a:pt x="9701" y="4931"/>
                  <a:pt x="9701" y="4931"/>
                  <a:pt x="9701" y="4839"/>
                </a:cubicBezTo>
                <a:cubicBezTo>
                  <a:pt x="9701" y="2169"/>
                  <a:pt x="7533" y="0"/>
                  <a:pt x="48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8"/>
          <p:cNvSpPr/>
          <p:nvPr/>
        </p:nvSpPr>
        <p:spPr>
          <a:xfrm>
            <a:off x="8664351" y="597063"/>
            <a:ext cx="203367" cy="95178"/>
          </a:xfrm>
          <a:custGeom>
            <a:avLst/>
            <a:gdLst/>
            <a:ahLst/>
            <a:cxnLst/>
            <a:rect l="l" t="t" r="r" b="b"/>
            <a:pathLst>
              <a:path w="3220" h="1507" extrusionOk="0">
                <a:moveTo>
                  <a:pt x="777" y="0"/>
                </a:moveTo>
                <a:cubicBezTo>
                  <a:pt x="343" y="0"/>
                  <a:pt x="1" y="343"/>
                  <a:pt x="1" y="754"/>
                </a:cubicBezTo>
                <a:cubicBezTo>
                  <a:pt x="1" y="1187"/>
                  <a:pt x="343" y="1507"/>
                  <a:pt x="777" y="1507"/>
                </a:cubicBezTo>
                <a:lnTo>
                  <a:pt x="2466" y="1507"/>
                </a:lnTo>
                <a:cubicBezTo>
                  <a:pt x="2877" y="1507"/>
                  <a:pt x="3219" y="1187"/>
                  <a:pt x="3219" y="754"/>
                </a:cubicBezTo>
                <a:cubicBezTo>
                  <a:pt x="3219" y="343"/>
                  <a:pt x="2877" y="0"/>
                  <a:pt x="24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8"/>
          <p:cNvSpPr/>
          <p:nvPr/>
        </p:nvSpPr>
        <p:spPr>
          <a:xfrm>
            <a:off x="8660056" y="591316"/>
            <a:ext cx="213409" cy="106736"/>
          </a:xfrm>
          <a:custGeom>
            <a:avLst/>
            <a:gdLst/>
            <a:ahLst/>
            <a:cxnLst/>
            <a:rect l="l" t="t" r="r" b="b"/>
            <a:pathLst>
              <a:path w="3379" h="1690" extrusionOk="0">
                <a:moveTo>
                  <a:pt x="2534" y="160"/>
                </a:moveTo>
                <a:cubicBezTo>
                  <a:pt x="2899" y="160"/>
                  <a:pt x="3219" y="457"/>
                  <a:pt x="3219" y="845"/>
                </a:cubicBezTo>
                <a:cubicBezTo>
                  <a:pt x="3219" y="1233"/>
                  <a:pt x="2899" y="1529"/>
                  <a:pt x="2534" y="1529"/>
                </a:cubicBezTo>
                <a:lnTo>
                  <a:pt x="845" y="1529"/>
                </a:lnTo>
                <a:cubicBezTo>
                  <a:pt x="457" y="1529"/>
                  <a:pt x="160" y="1233"/>
                  <a:pt x="160" y="845"/>
                </a:cubicBezTo>
                <a:cubicBezTo>
                  <a:pt x="160" y="457"/>
                  <a:pt x="457" y="160"/>
                  <a:pt x="845" y="160"/>
                </a:cubicBezTo>
                <a:close/>
                <a:moveTo>
                  <a:pt x="845" y="0"/>
                </a:moveTo>
                <a:cubicBezTo>
                  <a:pt x="366" y="0"/>
                  <a:pt x="0" y="388"/>
                  <a:pt x="0" y="845"/>
                </a:cubicBezTo>
                <a:cubicBezTo>
                  <a:pt x="0" y="1301"/>
                  <a:pt x="366" y="1689"/>
                  <a:pt x="845" y="1689"/>
                </a:cubicBezTo>
                <a:lnTo>
                  <a:pt x="2534" y="1689"/>
                </a:lnTo>
                <a:cubicBezTo>
                  <a:pt x="2991" y="1689"/>
                  <a:pt x="3379" y="1301"/>
                  <a:pt x="3379" y="845"/>
                </a:cubicBezTo>
                <a:cubicBezTo>
                  <a:pt x="3379" y="388"/>
                  <a:pt x="2991" y="0"/>
                  <a:pt x="25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8"/>
          <p:cNvSpPr/>
          <p:nvPr/>
        </p:nvSpPr>
        <p:spPr>
          <a:xfrm>
            <a:off x="8659093" y="827715"/>
            <a:ext cx="200462" cy="200462"/>
          </a:xfrm>
          <a:custGeom>
            <a:avLst/>
            <a:gdLst/>
            <a:ahLst/>
            <a:cxnLst/>
            <a:rect l="l" t="t" r="r" b="b"/>
            <a:pathLst>
              <a:path w="3174" h="3174" extrusionOk="0">
                <a:moveTo>
                  <a:pt x="1598" y="1"/>
                </a:moveTo>
                <a:cubicBezTo>
                  <a:pt x="708" y="1"/>
                  <a:pt x="1" y="708"/>
                  <a:pt x="1" y="1598"/>
                </a:cubicBezTo>
                <a:cubicBezTo>
                  <a:pt x="1" y="2466"/>
                  <a:pt x="708" y="3173"/>
                  <a:pt x="1598" y="3173"/>
                </a:cubicBezTo>
                <a:cubicBezTo>
                  <a:pt x="2466" y="3173"/>
                  <a:pt x="3173" y="2466"/>
                  <a:pt x="3173" y="1598"/>
                </a:cubicBezTo>
                <a:cubicBezTo>
                  <a:pt x="3173" y="708"/>
                  <a:pt x="2466" y="1"/>
                  <a:pt x="159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8"/>
          <p:cNvSpPr/>
          <p:nvPr/>
        </p:nvSpPr>
        <p:spPr>
          <a:xfrm>
            <a:off x="8661509" y="823420"/>
            <a:ext cx="210504" cy="210504"/>
          </a:xfrm>
          <a:custGeom>
            <a:avLst/>
            <a:gdLst/>
            <a:ahLst/>
            <a:cxnLst/>
            <a:rect l="l" t="t" r="r" b="b"/>
            <a:pathLst>
              <a:path w="3333" h="3333" extrusionOk="0">
                <a:moveTo>
                  <a:pt x="1666" y="137"/>
                </a:moveTo>
                <a:cubicBezTo>
                  <a:pt x="2488" y="137"/>
                  <a:pt x="3173" y="822"/>
                  <a:pt x="3173" y="1666"/>
                </a:cubicBezTo>
                <a:cubicBezTo>
                  <a:pt x="3173" y="2488"/>
                  <a:pt x="2488" y="3173"/>
                  <a:pt x="1666" y="3173"/>
                </a:cubicBezTo>
                <a:cubicBezTo>
                  <a:pt x="822" y="3173"/>
                  <a:pt x="160" y="2488"/>
                  <a:pt x="160" y="1666"/>
                </a:cubicBezTo>
                <a:cubicBezTo>
                  <a:pt x="160" y="822"/>
                  <a:pt x="822" y="137"/>
                  <a:pt x="1666" y="137"/>
                </a:cubicBezTo>
                <a:close/>
                <a:moveTo>
                  <a:pt x="1666" y="0"/>
                </a:moveTo>
                <a:cubicBezTo>
                  <a:pt x="753" y="0"/>
                  <a:pt x="0" y="730"/>
                  <a:pt x="0" y="1666"/>
                </a:cubicBezTo>
                <a:cubicBezTo>
                  <a:pt x="0" y="2579"/>
                  <a:pt x="753" y="3333"/>
                  <a:pt x="1666" y="3333"/>
                </a:cubicBezTo>
                <a:cubicBezTo>
                  <a:pt x="2580" y="3333"/>
                  <a:pt x="3333" y="2579"/>
                  <a:pt x="3333" y="1666"/>
                </a:cubicBezTo>
                <a:cubicBezTo>
                  <a:pt x="3333" y="730"/>
                  <a:pt x="2580" y="0"/>
                  <a:pt x="16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8"/>
          <p:cNvSpPr/>
          <p:nvPr/>
        </p:nvSpPr>
        <p:spPr>
          <a:xfrm>
            <a:off x="8760980" y="-106450"/>
            <a:ext cx="63" cy="703575"/>
          </a:xfrm>
          <a:custGeom>
            <a:avLst/>
            <a:gdLst/>
            <a:ahLst/>
            <a:cxnLst/>
            <a:rect l="l" t="t" r="r" b="b"/>
            <a:pathLst>
              <a:path w="1" h="11140" extrusionOk="0">
                <a:moveTo>
                  <a:pt x="0" y="11139"/>
                </a:moveTo>
                <a:lnTo>
                  <a:pt x="0" y="1"/>
                </a:lnTo>
              </a:path>
            </a:pathLst>
          </a:custGeom>
          <a:solidFill>
            <a:srgbClr val="F6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8"/>
          <p:cNvSpPr/>
          <p:nvPr/>
        </p:nvSpPr>
        <p:spPr>
          <a:xfrm>
            <a:off x="8755170" y="-106450"/>
            <a:ext cx="10168" cy="703575"/>
          </a:xfrm>
          <a:custGeom>
            <a:avLst/>
            <a:gdLst/>
            <a:ahLst/>
            <a:cxnLst/>
            <a:rect l="l" t="t" r="r" b="b"/>
            <a:pathLst>
              <a:path w="161" h="11140" extrusionOk="0">
                <a:moveTo>
                  <a:pt x="1" y="1"/>
                </a:moveTo>
                <a:lnTo>
                  <a:pt x="1" y="11139"/>
                </a:lnTo>
                <a:lnTo>
                  <a:pt x="161" y="11139"/>
                </a:lnTo>
                <a:lnTo>
                  <a:pt x="16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8"/>
          <p:cNvSpPr/>
          <p:nvPr/>
        </p:nvSpPr>
        <p:spPr>
          <a:xfrm>
            <a:off x="8465471" y="634516"/>
            <a:ext cx="602586" cy="303535"/>
          </a:xfrm>
          <a:custGeom>
            <a:avLst/>
            <a:gdLst/>
            <a:ahLst/>
            <a:cxnLst/>
            <a:rect l="l" t="t" r="r" b="b"/>
            <a:pathLst>
              <a:path w="9541" h="4806" extrusionOk="0">
                <a:moveTo>
                  <a:pt x="4770" y="1"/>
                </a:moveTo>
                <a:cubicBezTo>
                  <a:pt x="2123" y="1"/>
                  <a:pt x="0" y="2147"/>
                  <a:pt x="0" y="4771"/>
                </a:cubicBezTo>
                <a:cubicBezTo>
                  <a:pt x="0" y="4794"/>
                  <a:pt x="2385" y="4806"/>
                  <a:pt x="4770" y="4806"/>
                </a:cubicBezTo>
                <a:cubicBezTo>
                  <a:pt x="7156" y="4806"/>
                  <a:pt x="9541" y="4794"/>
                  <a:pt x="9541" y="4771"/>
                </a:cubicBezTo>
                <a:cubicBezTo>
                  <a:pt x="9541" y="2147"/>
                  <a:pt x="7395" y="1"/>
                  <a:pt x="47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8"/>
          <p:cNvSpPr/>
          <p:nvPr/>
        </p:nvSpPr>
        <p:spPr>
          <a:xfrm>
            <a:off x="8452951" y="630221"/>
            <a:ext cx="612754" cy="312882"/>
          </a:xfrm>
          <a:custGeom>
            <a:avLst/>
            <a:gdLst/>
            <a:ahLst/>
            <a:cxnLst/>
            <a:rect l="l" t="t" r="r" b="b"/>
            <a:pathLst>
              <a:path w="9702" h="4954" extrusionOk="0">
                <a:moveTo>
                  <a:pt x="4862" y="137"/>
                </a:moveTo>
                <a:cubicBezTo>
                  <a:pt x="7419" y="137"/>
                  <a:pt x="9519" y="2215"/>
                  <a:pt x="9542" y="4771"/>
                </a:cubicBezTo>
                <a:cubicBezTo>
                  <a:pt x="9142" y="4782"/>
                  <a:pt x="6997" y="4788"/>
                  <a:pt x="4851" y="4788"/>
                </a:cubicBezTo>
                <a:cubicBezTo>
                  <a:pt x="2706" y="4788"/>
                  <a:pt x="560" y="4782"/>
                  <a:pt x="160" y="4771"/>
                </a:cubicBezTo>
                <a:cubicBezTo>
                  <a:pt x="206" y="2215"/>
                  <a:pt x="2283" y="137"/>
                  <a:pt x="4862" y="137"/>
                </a:cubicBezTo>
                <a:close/>
                <a:moveTo>
                  <a:pt x="4862" y="0"/>
                </a:moveTo>
                <a:cubicBezTo>
                  <a:pt x="2192" y="0"/>
                  <a:pt x="1" y="2169"/>
                  <a:pt x="1" y="4839"/>
                </a:cubicBezTo>
                <a:cubicBezTo>
                  <a:pt x="1" y="4931"/>
                  <a:pt x="1" y="4931"/>
                  <a:pt x="1553" y="4931"/>
                </a:cubicBezTo>
                <a:cubicBezTo>
                  <a:pt x="2443" y="4954"/>
                  <a:pt x="3607" y="4954"/>
                  <a:pt x="4794" y="4954"/>
                </a:cubicBezTo>
                <a:cubicBezTo>
                  <a:pt x="6004" y="4954"/>
                  <a:pt x="7214" y="4954"/>
                  <a:pt x="8104" y="4931"/>
                </a:cubicBezTo>
                <a:cubicBezTo>
                  <a:pt x="9701" y="4931"/>
                  <a:pt x="9701" y="4931"/>
                  <a:pt x="9701" y="4839"/>
                </a:cubicBezTo>
                <a:cubicBezTo>
                  <a:pt x="9701" y="2169"/>
                  <a:pt x="7533" y="0"/>
                  <a:pt x="48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8"/>
          <p:cNvSpPr/>
          <p:nvPr/>
        </p:nvSpPr>
        <p:spPr>
          <a:xfrm rot="-5400000" flipH="1">
            <a:off x="909755" y="4502031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793;p38">
            <a:extLst>
              <a:ext uri="{FF2B5EF4-FFF2-40B4-BE49-F238E27FC236}">
                <a16:creationId xmlns:a16="http://schemas.microsoft.com/office/drawing/2014/main" id="{46F8C8A4-2F16-41F9-BBAE-FB8D0D337830}"/>
              </a:ext>
            </a:extLst>
          </p:cNvPr>
          <p:cNvSpPr txBox="1">
            <a:spLocks/>
          </p:cNvSpPr>
          <p:nvPr/>
        </p:nvSpPr>
        <p:spPr>
          <a:xfrm>
            <a:off x="4735762" y="1100138"/>
            <a:ext cx="3858900" cy="309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8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/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perangkat</a:t>
            </a:r>
            <a:r>
              <a:rPr lang="en-US" sz="1500" dirty="0"/>
              <a:t> </a:t>
            </a:r>
            <a:r>
              <a:rPr lang="en-US" sz="1500" dirty="0" err="1"/>
              <a:t>lunak</a:t>
            </a:r>
            <a:r>
              <a:rPr lang="en-US" sz="1500" dirty="0"/>
              <a:t> </a:t>
            </a:r>
            <a:r>
              <a:rPr lang="en-US" sz="1500" dirty="0" err="1"/>
              <a:t>menggunakan</a:t>
            </a:r>
            <a:r>
              <a:rPr lang="en-US" sz="1500" dirty="0"/>
              <a:t> Scrum </a:t>
            </a:r>
            <a:r>
              <a:rPr lang="en-US" sz="1500" dirty="0" err="1"/>
              <a:t>menekankan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mengambil</a:t>
            </a:r>
            <a:r>
              <a:rPr lang="en-US" sz="1500" dirty="0"/>
              <a:t> </a:t>
            </a:r>
            <a:r>
              <a:rPr lang="en-US" sz="1500" dirty="0" err="1"/>
              <a:t>setiap</a:t>
            </a:r>
            <a:r>
              <a:rPr lang="en-US" sz="1500" dirty="0"/>
              <a:t> </a:t>
            </a:r>
            <a:r>
              <a:rPr lang="en-US" sz="1500" dirty="0" err="1"/>
              <a:t>langkah</a:t>
            </a:r>
            <a:r>
              <a:rPr lang="en-US" sz="1500" dirty="0"/>
              <a:t> pada </a:t>
            </a:r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perangkat</a:t>
            </a:r>
            <a:r>
              <a:rPr lang="en-US" sz="1500" dirty="0"/>
              <a:t> </a:t>
            </a:r>
            <a:r>
              <a:rPr lang="en-US" sz="1500" dirty="0" err="1"/>
              <a:t>lunak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singkat</a:t>
            </a:r>
            <a:r>
              <a:rPr lang="en-US" sz="1500" dirty="0"/>
              <a:t>, dan </a:t>
            </a:r>
            <a:r>
              <a:rPr lang="en-US" sz="1500" dirty="0" err="1"/>
              <a:t>mampu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beradaptasi</a:t>
            </a:r>
            <a:r>
              <a:rPr lang="en-US" sz="1500" dirty="0"/>
              <a:t> </a:t>
            </a:r>
            <a:r>
              <a:rPr lang="en-US" sz="1500" dirty="0" err="1"/>
              <a:t>terhadap</a:t>
            </a:r>
            <a:r>
              <a:rPr lang="en-US" sz="1500" dirty="0"/>
              <a:t> </a:t>
            </a:r>
            <a:r>
              <a:rPr lang="en-US" sz="1500" dirty="0" err="1"/>
              <a:t>setiap</a:t>
            </a:r>
            <a:r>
              <a:rPr lang="en-US" sz="1500" dirty="0"/>
              <a:t> </a:t>
            </a:r>
            <a:r>
              <a:rPr lang="en-US" sz="1500" dirty="0" err="1"/>
              <a:t>masalah</a:t>
            </a:r>
            <a:r>
              <a:rPr lang="en-US" sz="1500" dirty="0"/>
              <a:t> dan juga </a:t>
            </a:r>
            <a:r>
              <a:rPr lang="en-US" sz="1500" dirty="0" err="1"/>
              <a:t>kebutuhan</a:t>
            </a:r>
            <a:r>
              <a:rPr lang="en-US" sz="1500" dirty="0"/>
              <a:t> </a:t>
            </a:r>
            <a:r>
              <a:rPr lang="en-US" sz="1500" dirty="0" err="1"/>
              <a:t>klien</a:t>
            </a:r>
            <a:r>
              <a:rPr lang="en-US" sz="1500" dirty="0"/>
              <a:t>, </a:t>
            </a:r>
            <a:r>
              <a:rPr lang="en-US" sz="1500" dirty="0" err="1"/>
              <a:t>dengan</a:t>
            </a:r>
            <a:r>
              <a:rPr lang="en-US" sz="1500" dirty="0"/>
              <a:t> </a:t>
            </a:r>
            <a:r>
              <a:rPr lang="en-US" sz="1500" dirty="0" err="1"/>
              <a:t>fokus</a:t>
            </a:r>
            <a:r>
              <a:rPr lang="en-US" sz="1500" dirty="0"/>
              <a:t> </a:t>
            </a:r>
            <a:r>
              <a:rPr lang="en-US" sz="1500" dirty="0" err="1"/>
              <a:t>pengerjaan</a:t>
            </a:r>
            <a:r>
              <a:rPr lang="en-US" sz="1500" dirty="0"/>
              <a:t> </a:t>
            </a:r>
            <a:r>
              <a:rPr lang="en-US" sz="1500" dirty="0" err="1"/>
              <a:t>aplikasi</a:t>
            </a:r>
            <a:r>
              <a:rPr lang="en-US" sz="1500" dirty="0"/>
              <a:t> dan </a:t>
            </a:r>
            <a:r>
              <a:rPr lang="en-US" sz="1500" dirty="0" err="1"/>
              <a:t>meminimalisir</a:t>
            </a:r>
            <a:r>
              <a:rPr lang="en-US" sz="1500" dirty="0"/>
              <a:t> </a:t>
            </a:r>
            <a:r>
              <a:rPr lang="en-US" sz="1500" dirty="0" err="1"/>
              <a:t>dokumentasi</a:t>
            </a:r>
            <a:endParaRPr lang="en-US" sz="1500" dirty="0"/>
          </a:p>
        </p:txBody>
      </p:sp>
      <p:sp>
        <p:nvSpPr>
          <p:cNvPr id="53" name="Google Shape;2388;p64">
            <a:extLst>
              <a:ext uri="{FF2B5EF4-FFF2-40B4-BE49-F238E27FC236}">
                <a16:creationId xmlns:a16="http://schemas.microsoft.com/office/drawing/2014/main" id="{1A434C24-C33A-4BDF-BF40-7425F50424D4}"/>
              </a:ext>
            </a:extLst>
          </p:cNvPr>
          <p:cNvSpPr/>
          <p:nvPr/>
        </p:nvSpPr>
        <p:spPr>
          <a:xfrm>
            <a:off x="4564518" y="3500175"/>
            <a:ext cx="237900" cy="237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2397;p64">
            <a:extLst>
              <a:ext uri="{FF2B5EF4-FFF2-40B4-BE49-F238E27FC236}">
                <a16:creationId xmlns:a16="http://schemas.microsoft.com/office/drawing/2014/main" id="{8F23043C-62D2-40E4-A584-0771620C62B5}"/>
              </a:ext>
            </a:extLst>
          </p:cNvPr>
          <p:cNvSpPr/>
          <p:nvPr/>
        </p:nvSpPr>
        <p:spPr>
          <a:xfrm>
            <a:off x="8572293" y="3500175"/>
            <a:ext cx="237900" cy="237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5" name="Google Shape;2401;p64">
            <a:extLst>
              <a:ext uri="{FF2B5EF4-FFF2-40B4-BE49-F238E27FC236}">
                <a16:creationId xmlns:a16="http://schemas.microsoft.com/office/drawing/2014/main" id="{5131D326-9D91-462C-A37E-6B687310A241}"/>
              </a:ext>
            </a:extLst>
          </p:cNvPr>
          <p:cNvCxnSpPr>
            <a:stCxn id="53" idx="6"/>
            <a:endCxn id="54" idx="2"/>
          </p:cNvCxnSpPr>
          <p:nvPr/>
        </p:nvCxnSpPr>
        <p:spPr>
          <a:xfrm>
            <a:off x="4802418" y="3619125"/>
            <a:ext cx="37698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388;p64">
            <a:extLst>
              <a:ext uri="{FF2B5EF4-FFF2-40B4-BE49-F238E27FC236}">
                <a16:creationId xmlns:a16="http://schemas.microsoft.com/office/drawing/2014/main" id="{FAAA63D3-EF35-499E-B7ED-B18254783B36}"/>
              </a:ext>
            </a:extLst>
          </p:cNvPr>
          <p:cNvSpPr/>
          <p:nvPr/>
        </p:nvSpPr>
        <p:spPr>
          <a:xfrm>
            <a:off x="4583568" y="1585650"/>
            <a:ext cx="237900" cy="237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2397;p64">
            <a:extLst>
              <a:ext uri="{FF2B5EF4-FFF2-40B4-BE49-F238E27FC236}">
                <a16:creationId xmlns:a16="http://schemas.microsoft.com/office/drawing/2014/main" id="{8A5009C9-C18D-4692-B79C-5A71FBAFEB8F}"/>
              </a:ext>
            </a:extLst>
          </p:cNvPr>
          <p:cNvSpPr/>
          <p:nvPr/>
        </p:nvSpPr>
        <p:spPr>
          <a:xfrm>
            <a:off x="8591343" y="1585650"/>
            <a:ext cx="237900" cy="237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8" name="Google Shape;2401;p64">
            <a:extLst>
              <a:ext uri="{FF2B5EF4-FFF2-40B4-BE49-F238E27FC236}">
                <a16:creationId xmlns:a16="http://schemas.microsoft.com/office/drawing/2014/main" id="{176D2ECE-F9DB-4D61-BCB6-B32FAF0C939F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4821468" y="1704600"/>
            <a:ext cx="37698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75767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3B32-891A-4EDE-B846-8B976B8E9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358" y="380394"/>
            <a:ext cx="4773300" cy="738300"/>
          </a:xfrm>
        </p:spPr>
        <p:txBody>
          <a:bodyPr/>
          <a:lstStyle/>
          <a:p>
            <a:r>
              <a:rPr lang="en-US" dirty="0" err="1"/>
              <a:t>Koreksi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penguji</a:t>
            </a:r>
            <a:r>
              <a:rPr lang="en-US" dirty="0"/>
              <a:t> lain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E30BE-15AE-424F-A819-ACEFE12E6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58" y="1142513"/>
            <a:ext cx="8181474" cy="2876033"/>
          </a:xfrm>
        </p:spPr>
        <p:txBody>
          <a:bodyPr/>
          <a:lstStyle/>
          <a:p>
            <a:r>
              <a:rPr lang="en-US" b="1" dirty="0" err="1"/>
              <a:t>Ferdinan</a:t>
            </a:r>
            <a:r>
              <a:rPr lang="en-US" b="1" dirty="0"/>
              <a:t> </a:t>
            </a:r>
            <a:r>
              <a:rPr lang="en-US" b="1" dirty="0" err="1"/>
              <a:t>Sangkop</a:t>
            </a:r>
            <a:r>
              <a:rPr lang="en-US" b="1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 err="1"/>
              <a:t>Sebaiknya</a:t>
            </a:r>
            <a:r>
              <a:rPr lang="en-US" sz="1400" dirty="0"/>
              <a:t> </a:t>
            </a:r>
            <a:r>
              <a:rPr lang="en-US" sz="1400" dirty="0" err="1"/>
              <a:t>dibuatkan</a:t>
            </a:r>
            <a:r>
              <a:rPr lang="en-US" sz="1400" dirty="0"/>
              <a:t> generate </a:t>
            </a:r>
            <a:r>
              <a:rPr lang="en-US" sz="1400" dirty="0" err="1"/>
              <a:t>laporan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</a:t>
            </a:r>
            <a:r>
              <a:rPr lang="en-US" sz="1400" dirty="0" err="1"/>
              <a:t>bulan</a:t>
            </a:r>
            <a:r>
              <a:rPr lang="en-US" sz="1400" dirty="0"/>
              <a:t>. </a:t>
            </a:r>
            <a:r>
              <a:rPr lang="en-US" sz="1400" dirty="0" err="1"/>
              <a:t>Supaya</a:t>
            </a:r>
            <a:r>
              <a:rPr lang="en-US" sz="1400" dirty="0"/>
              <a:t> staff </a:t>
            </a:r>
            <a:r>
              <a:rPr lang="en-US" sz="1400" dirty="0" err="1"/>
              <a:t>puskom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melihat</a:t>
            </a:r>
            <a:r>
              <a:rPr lang="en-US" sz="1400" dirty="0"/>
              <a:t> </a:t>
            </a:r>
            <a:r>
              <a:rPr lang="en-US" sz="1400" dirty="0" err="1"/>
              <a:t>laporan-laporan</a:t>
            </a:r>
            <a:r>
              <a:rPr lang="en-US" sz="1400" dirty="0"/>
              <a:t> </a:t>
            </a:r>
            <a:r>
              <a:rPr lang="en-US" sz="1400" dirty="0" err="1"/>
              <a:t>apa</a:t>
            </a:r>
            <a:r>
              <a:rPr lang="en-US" sz="1400" dirty="0"/>
              <a:t> </a:t>
            </a:r>
            <a:r>
              <a:rPr lang="en-US" sz="1400" dirty="0" err="1"/>
              <a:t>saja</a:t>
            </a:r>
            <a:r>
              <a:rPr lang="en-US" sz="1400" dirty="0"/>
              <a:t> yang paling </a:t>
            </a:r>
            <a:r>
              <a:rPr lang="en-US" sz="1400" dirty="0" err="1"/>
              <a:t>banyak</a:t>
            </a:r>
            <a:r>
              <a:rPr lang="en-US" sz="1400" dirty="0"/>
              <a:t> </a:t>
            </a:r>
            <a:r>
              <a:rPr lang="en-US" sz="1400" dirty="0" err="1"/>
              <a:t>masuk</a:t>
            </a:r>
            <a:r>
              <a:rPr lang="en-US" sz="1400" dirty="0"/>
              <a:t> </a:t>
            </a:r>
            <a:r>
              <a:rPr lang="en-US" sz="1400" dirty="0" err="1"/>
              <a:t>setiap</a:t>
            </a:r>
            <a:r>
              <a:rPr lang="en-US" sz="1400" dirty="0"/>
              <a:t> </a:t>
            </a:r>
            <a:r>
              <a:rPr lang="en-US" sz="1400" dirty="0" err="1"/>
              <a:t>bulan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27000" indent="0"/>
            <a:r>
              <a:rPr lang="en-US" b="1" dirty="0"/>
              <a:t>Cindy </a:t>
            </a:r>
            <a:r>
              <a:rPr lang="en-US" b="1" dirty="0" err="1"/>
              <a:t>Munaiseche</a:t>
            </a:r>
            <a:endParaRPr lang="en-US" b="1" dirty="0"/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Membandingkan</a:t>
            </a:r>
            <a:r>
              <a:rPr lang="en-US" sz="1400" dirty="0"/>
              <a:t> </a:t>
            </a:r>
            <a:r>
              <a:rPr lang="en-US" sz="1400" dirty="0" err="1"/>
              <a:t>kerangka</a:t>
            </a:r>
            <a:r>
              <a:rPr lang="en-US" sz="1400" dirty="0"/>
              <a:t> </a:t>
            </a:r>
            <a:r>
              <a:rPr lang="en-US" sz="1400" dirty="0" err="1"/>
              <a:t>kerja</a:t>
            </a:r>
            <a:r>
              <a:rPr lang="en-US" sz="1400" dirty="0"/>
              <a:t> yang </a:t>
            </a:r>
            <a:r>
              <a:rPr lang="en-US" sz="1400" dirty="0" err="1"/>
              <a:t>digunakan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</a:t>
            </a:r>
            <a:r>
              <a:rPr lang="en-US" sz="1400" dirty="0" err="1"/>
              <a:t>kerangka</a:t>
            </a:r>
            <a:r>
              <a:rPr lang="en-US" sz="1400" dirty="0"/>
              <a:t> </a:t>
            </a:r>
            <a:r>
              <a:rPr lang="en-US" sz="1400" dirty="0" err="1"/>
              <a:t>kerja</a:t>
            </a:r>
            <a:r>
              <a:rPr lang="en-US" sz="1400" dirty="0"/>
              <a:t> yang lain</a:t>
            </a:r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en-US" sz="1400"/>
              <a:t>Menambahkan</a:t>
            </a:r>
            <a:r>
              <a:rPr lang="en-US" sz="1400" dirty="0"/>
              <a:t> covid-19 pada proposal </a:t>
            </a:r>
            <a:r>
              <a:rPr lang="en-US" sz="1400" dirty="0" err="1"/>
              <a:t>supaya</a:t>
            </a:r>
            <a:r>
              <a:rPr lang="en-US" sz="1400" dirty="0"/>
              <a:t> </a:t>
            </a:r>
            <a:r>
              <a:rPr lang="en-US" sz="1400" dirty="0" err="1"/>
              <a:t>bisa</a:t>
            </a:r>
            <a:r>
              <a:rPr lang="en-US" sz="1400" dirty="0"/>
              <a:t> </a:t>
            </a:r>
            <a:r>
              <a:rPr lang="en-US" sz="1400" dirty="0" err="1"/>
              <a:t>sama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power point yang </a:t>
            </a:r>
            <a:r>
              <a:rPr lang="en-US" sz="1400" dirty="0" err="1"/>
              <a:t>dipresentasikan</a:t>
            </a:r>
            <a:endParaRPr lang="en-US" sz="1400" dirty="0"/>
          </a:p>
          <a:p>
            <a:pPr marL="298450" indent="-171450">
              <a:buFont typeface="Arial" panose="020B0604020202020204" pitchFamily="34" charset="0"/>
              <a:buChar char="•"/>
            </a:pPr>
            <a:r>
              <a:rPr lang="en-US" sz="1400" dirty="0" err="1"/>
              <a:t>Merubah</a:t>
            </a:r>
            <a:r>
              <a:rPr lang="en-US" sz="1400" dirty="0"/>
              <a:t> </a:t>
            </a:r>
            <a:r>
              <a:rPr lang="en-US" sz="1400" dirty="0" err="1"/>
              <a:t>gambar</a:t>
            </a:r>
            <a:r>
              <a:rPr lang="en-US" sz="1400" dirty="0"/>
              <a:t> 2 pada proposal </a:t>
            </a:r>
            <a:r>
              <a:rPr lang="en-US" sz="1400" dirty="0" err="1"/>
              <a:t>disesuaikan</a:t>
            </a:r>
            <a:r>
              <a:rPr lang="en-US" sz="1400" dirty="0"/>
              <a:t> </a:t>
            </a:r>
            <a:r>
              <a:rPr lang="en-US" sz="1400" dirty="0" err="1"/>
              <a:t>dengan</a:t>
            </a:r>
            <a:r>
              <a:rPr lang="en-US" sz="1400" dirty="0"/>
              <a:t> yang </a:t>
            </a:r>
            <a:r>
              <a:rPr lang="en-US" sz="1400" dirty="0" err="1"/>
              <a:t>dipresentasikan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91538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70"/>
          <p:cNvSpPr txBox="1">
            <a:spLocks noGrp="1"/>
          </p:cNvSpPr>
          <p:nvPr>
            <p:ph type="title"/>
          </p:nvPr>
        </p:nvSpPr>
        <p:spPr>
          <a:xfrm>
            <a:off x="730202" y="1790912"/>
            <a:ext cx="2729400" cy="87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THANKS!</a:t>
            </a:r>
            <a:endParaRPr sz="4000" dirty="0"/>
          </a:p>
        </p:txBody>
      </p:sp>
      <p:sp>
        <p:nvSpPr>
          <p:cNvPr id="2602" name="Google Shape;2602;p70"/>
          <p:cNvSpPr txBox="1">
            <a:spLocks noGrp="1"/>
          </p:cNvSpPr>
          <p:nvPr>
            <p:ph type="subTitle" idx="2"/>
          </p:nvPr>
        </p:nvSpPr>
        <p:spPr>
          <a:xfrm>
            <a:off x="783954" y="2583227"/>
            <a:ext cx="2729400" cy="40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Fredrik Sanger</a:t>
            </a:r>
            <a:r>
              <a:rPr lang="en-US" dirty="0"/>
              <a:t>, 18210152</a:t>
            </a:r>
            <a:endParaRPr dirty="0"/>
          </a:p>
        </p:txBody>
      </p:sp>
      <p:grpSp>
        <p:nvGrpSpPr>
          <p:cNvPr id="2603" name="Google Shape;2603;p70"/>
          <p:cNvGrpSpPr/>
          <p:nvPr/>
        </p:nvGrpSpPr>
        <p:grpSpPr>
          <a:xfrm>
            <a:off x="3969875" y="737375"/>
            <a:ext cx="5269049" cy="3918476"/>
            <a:chOff x="4274675" y="737375"/>
            <a:chExt cx="5269049" cy="3918476"/>
          </a:xfrm>
        </p:grpSpPr>
        <p:sp>
          <p:nvSpPr>
            <p:cNvPr id="2604" name="Google Shape;2604;p70"/>
            <p:cNvSpPr/>
            <p:nvPr/>
          </p:nvSpPr>
          <p:spPr>
            <a:xfrm>
              <a:off x="4274675" y="3768900"/>
              <a:ext cx="5269049" cy="833328"/>
            </a:xfrm>
            <a:custGeom>
              <a:avLst/>
              <a:gdLst/>
              <a:ahLst/>
              <a:cxnLst/>
              <a:rect l="l" t="t" r="r" b="b"/>
              <a:pathLst>
                <a:path w="224191" h="35457" extrusionOk="0">
                  <a:moveTo>
                    <a:pt x="47803" y="1"/>
                  </a:moveTo>
                  <a:cubicBezTo>
                    <a:pt x="44929" y="1"/>
                    <a:pt x="42119" y="704"/>
                    <a:pt x="39670" y="2291"/>
                  </a:cubicBezTo>
                  <a:cubicBezTo>
                    <a:pt x="33918" y="6034"/>
                    <a:pt x="31750" y="13293"/>
                    <a:pt x="30015" y="19935"/>
                  </a:cubicBezTo>
                  <a:cubicBezTo>
                    <a:pt x="28481" y="18892"/>
                    <a:pt x="26686" y="18417"/>
                    <a:pt x="24871" y="18417"/>
                  </a:cubicBezTo>
                  <a:cubicBezTo>
                    <a:pt x="20366" y="18417"/>
                    <a:pt x="15731" y="21344"/>
                    <a:pt x="14608" y="25801"/>
                  </a:cubicBezTo>
                  <a:cubicBezTo>
                    <a:pt x="14066" y="25673"/>
                    <a:pt x="13497" y="25613"/>
                    <a:pt x="12911" y="25613"/>
                  </a:cubicBezTo>
                  <a:cubicBezTo>
                    <a:pt x="7631" y="25613"/>
                    <a:pt x="986" y="30525"/>
                    <a:pt x="0" y="35456"/>
                  </a:cubicBezTo>
                  <a:lnTo>
                    <a:pt x="224190" y="34954"/>
                  </a:lnTo>
                  <a:cubicBezTo>
                    <a:pt x="222541" y="29279"/>
                    <a:pt x="214337" y="23267"/>
                    <a:pt x="207993" y="23267"/>
                  </a:cubicBezTo>
                  <a:cubicBezTo>
                    <a:pt x="206963" y="23267"/>
                    <a:pt x="205982" y="23425"/>
                    <a:pt x="205085" y="23770"/>
                  </a:cubicBezTo>
                  <a:cubicBezTo>
                    <a:pt x="204629" y="14023"/>
                    <a:pt x="196412" y="5190"/>
                    <a:pt x="186711" y="4026"/>
                  </a:cubicBezTo>
                  <a:cubicBezTo>
                    <a:pt x="185982" y="3940"/>
                    <a:pt x="185251" y="3898"/>
                    <a:pt x="184521" y="3898"/>
                  </a:cubicBezTo>
                  <a:cubicBezTo>
                    <a:pt x="175539" y="3898"/>
                    <a:pt x="166739" y="10232"/>
                    <a:pt x="164205" y="18908"/>
                  </a:cubicBezTo>
                  <a:cubicBezTo>
                    <a:pt x="162748" y="17089"/>
                    <a:pt x="160459" y="16221"/>
                    <a:pt x="158148" y="16221"/>
                  </a:cubicBezTo>
                  <a:cubicBezTo>
                    <a:pt x="155211" y="16221"/>
                    <a:pt x="152240" y="17623"/>
                    <a:pt x="150898" y="20255"/>
                  </a:cubicBezTo>
                  <a:cubicBezTo>
                    <a:pt x="149763" y="17985"/>
                    <a:pt x="147737" y="15375"/>
                    <a:pt x="145502" y="15375"/>
                  </a:cubicBezTo>
                  <a:cubicBezTo>
                    <a:pt x="145085" y="15375"/>
                    <a:pt x="144660" y="15466"/>
                    <a:pt x="144233" y="15667"/>
                  </a:cubicBezTo>
                  <a:cubicBezTo>
                    <a:pt x="142841" y="16329"/>
                    <a:pt x="142225" y="17904"/>
                    <a:pt x="141357" y="19159"/>
                  </a:cubicBezTo>
                  <a:cubicBezTo>
                    <a:pt x="139499" y="21918"/>
                    <a:pt x="136371" y="23147"/>
                    <a:pt x="133068" y="23147"/>
                  </a:cubicBezTo>
                  <a:cubicBezTo>
                    <a:pt x="129513" y="23147"/>
                    <a:pt x="125757" y="21723"/>
                    <a:pt x="123165" y="19250"/>
                  </a:cubicBezTo>
                  <a:cubicBezTo>
                    <a:pt x="118190" y="14480"/>
                    <a:pt x="116386" y="7358"/>
                    <a:pt x="114834" y="625"/>
                  </a:cubicBezTo>
                  <a:lnTo>
                    <a:pt x="98514" y="4071"/>
                  </a:lnTo>
                  <a:cubicBezTo>
                    <a:pt x="97578" y="13818"/>
                    <a:pt x="91347" y="22902"/>
                    <a:pt x="82559" y="27262"/>
                  </a:cubicBezTo>
                  <a:cubicBezTo>
                    <a:pt x="81783" y="25596"/>
                    <a:pt x="80870" y="23838"/>
                    <a:pt x="79272" y="22925"/>
                  </a:cubicBezTo>
                  <a:cubicBezTo>
                    <a:pt x="78735" y="22618"/>
                    <a:pt x="78095" y="22466"/>
                    <a:pt x="77461" y="22466"/>
                  </a:cubicBezTo>
                  <a:cubicBezTo>
                    <a:pt x="76208" y="22466"/>
                    <a:pt x="74980" y="23059"/>
                    <a:pt x="74616" y="24226"/>
                  </a:cubicBezTo>
                  <a:cubicBezTo>
                    <a:pt x="71124" y="17242"/>
                    <a:pt x="67449" y="10029"/>
                    <a:pt x="61400" y="5076"/>
                  </a:cubicBezTo>
                  <a:cubicBezTo>
                    <a:pt x="57613" y="1974"/>
                    <a:pt x="52617" y="1"/>
                    <a:pt x="4780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70"/>
            <p:cNvSpPr/>
            <p:nvPr/>
          </p:nvSpPr>
          <p:spPr>
            <a:xfrm>
              <a:off x="6589968" y="3948269"/>
              <a:ext cx="414702" cy="431365"/>
            </a:xfrm>
            <a:custGeom>
              <a:avLst/>
              <a:gdLst/>
              <a:ahLst/>
              <a:cxnLst/>
              <a:rect l="l" t="t" r="r" b="b"/>
              <a:pathLst>
                <a:path w="17645" h="18354" extrusionOk="0">
                  <a:moveTo>
                    <a:pt x="16389" y="0"/>
                  </a:moveTo>
                  <a:lnTo>
                    <a:pt x="1096" y="480"/>
                  </a:lnTo>
                  <a:cubicBezTo>
                    <a:pt x="502" y="1826"/>
                    <a:pt x="137" y="3264"/>
                    <a:pt x="23" y="4748"/>
                  </a:cubicBezTo>
                  <a:cubicBezTo>
                    <a:pt x="23" y="4953"/>
                    <a:pt x="0" y="5182"/>
                    <a:pt x="91" y="5387"/>
                  </a:cubicBezTo>
                  <a:cubicBezTo>
                    <a:pt x="225" y="5755"/>
                    <a:pt x="617" y="5939"/>
                    <a:pt x="1014" y="5939"/>
                  </a:cubicBezTo>
                  <a:cubicBezTo>
                    <a:pt x="1159" y="5939"/>
                    <a:pt x="1304" y="5915"/>
                    <a:pt x="1438" y="5866"/>
                  </a:cubicBezTo>
                  <a:cubicBezTo>
                    <a:pt x="1917" y="5707"/>
                    <a:pt x="2305" y="5296"/>
                    <a:pt x="2648" y="4908"/>
                  </a:cubicBezTo>
                  <a:cubicBezTo>
                    <a:pt x="2899" y="9906"/>
                    <a:pt x="5296" y="14768"/>
                    <a:pt x="9085" y="18032"/>
                  </a:cubicBezTo>
                  <a:cubicBezTo>
                    <a:pt x="9278" y="18183"/>
                    <a:pt x="9472" y="18354"/>
                    <a:pt x="9704" y="18354"/>
                  </a:cubicBezTo>
                  <a:cubicBezTo>
                    <a:pt x="9718" y="18354"/>
                    <a:pt x="9732" y="18353"/>
                    <a:pt x="9747" y="18352"/>
                  </a:cubicBezTo>
                  <a:cubicBezTo>
                    <a:pt x="9952" y="18329"/>
                    <a:pt x="10135" y="18169"/>
                    <a:pt x="10271" y="18032"/>
                  </a:cubicBezTo>
                  <a:cubicBezTo>
                    <a:pt x="13855" y="14494"/>
                    <a:pt x="15772" y="9336"/>
                    <a:pt x="15362" y="4337"/>
                  </a:cubicBezTo>
                  <a:lnTo>
                    <a:pt x="15362" y="4337"/>
                  </a:lnTo>
                  <a:cubicBezTo>
                    <a:pt x="15543" y="4453"/>
                    <a:pt x="15738" y="4505"/>
                    <a:pt x="15935" y="4505"/>
                  </a:cubicBezTo>
                  <a:cubicBezTo>
                    <a:pt x="16705" y="4505"/>
                    <a:pt x="17498" y="3712"/>
                    <a:pt x="17553" y="2876"/>
                  </a:cubicBezTo>
                  <a:cubicBezTo>
                    <a:pt x="17644" y="1826"/>
                    <a:pt x="17005" y="868"/>
                    <a:pt x="1638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70"/>
            <p:cNvSpPr/>
            <p:nvPr/>
          </p:nvSpPr>
          <p:spPr>
            <a:xfrm>
              <a:off x="6429025" y="3567393"/>
              <a:ext cx="758567" cy="406100"/>
            </a:xfrm>
            <a:custGeom>
              <a:avLst/>
              <a:gdLst/>
              <a:ahLst/>
              <a:cxnLst/>
              <a:rect l="l" t="t" r="r" b="b"/>
              <a:pathLst>
                <a:path w="32276" h="17279" extrusionOk="0">
                  <a:moveTo>
                    <a:pt x="4520" y="0"/>
                  </a:moveTo>
                  <a:lnTo>
                    <a:pt x="4520" y="7966"/>
                  </a:lnTo>
                  <a:cubicBezTo>
                    <a:pt x="1484" y="9929"/>
                    <a:pt x="1" y="13376"/>
                    <a:pt x="1" y="17279"/>
                  </a:cubicBezTo>
                  <a:lnTo>
                    <a:pt x="32276" y="17279"/>
                  </a:lnTo>
                  <a:cubicBezTo>
                    <a:pt x="32276" y="13376"/>
                    <a:pt x="30792" y="9998"/>
                    <a:pt x="27756" y="8012"/>
                  </a:cubicBezTo>
                  <a:lnTo>
                    <a:pt x="27756" y="7989"/>
                  </a:lnTo>
                  <a:lnTo>
                    <a:pt x="2775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70"/>
            <p:cNvSpPr/>
            <p:nvPr/>
          </p:nvSpPr>
          <p:spPr>
            <a:xfrm>
              <a:off x="7226712" y="2866251"/>
              <a:ext cx="358390" cy="938032"/>
            </a:xfrm>
            <a:custGeom>
              <a:avLst/>
              <a:gdLst/>
              <a:ahLst/>
              <a:cxnLst/>
              <a:rect l="l" t="t" r="r" b="b"/>
              <a:pathLst>
                <a:path w="15249" h="39912" extrusionOk="0">
                  <a:moveTo>
                    <a:pt x="3356" y="1"/>
                  </a:moveTo>
                  <a:lnTo>
                    <a:pt x="1" y="18329"/>
                  </a:lnTo>
                  <a:cubicBezTo>
                    <a:pt x="5045" y="19379"/>
                    <a:pt x="8560" y="23944"/>
                    <a:pt x="8286" y="29103"/>
                  </a:cubicBezTo>
                  <a:lnTo>
                    <a:pt x="7853" y="37480"/>
                  </a:lnTo>
                  <a:cubicBezTo>
                    <a:pt x="7784" y="38644"/>
                    <a:pt x="8606" y="39671"/>
                    <a:pt x="9747" y="39876"/>
                  </a:cubicBezTo>
                  <a:cubicBezTo>
                    <a:pt x="9882" y="39900"/>
                    <a:pt x="10016" y="39911"/>
                    <a:pt x="10147" y="39911"/>
                  </a:cubicBezTo>
                  <a:cubicBezTo>
                    <a:pt x="11288" y="39911"/>
                    <a:pt x="12277" y="39057"/>
                    <a:pt x="12441" y="37891"/>
                  </a:cubicBezTo>
                  <a:lnTo>
                    <a:pt x="14814" y="19334"/>
                  </a:lnTo>
                  <a:cubicBezTo>
                    <a:pt x="15248" y="16070"/>
                    <a:pt x="14267" y="12783"/>
                    <a:pt x="12121" y="10272"/>
                  </a:cubicBezTo>
                  <a:lnTo>
                    <a:pt x="3356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70"/>
            <p:cNvSpPr/>
            <p:nvPr/>
          </p:nvSpPr>
          <p:spPr>
            <a:xfrm>
              <a:off x="6044388" y="2866251"/>
              <a:ext cx="358390" cy="938032"/>
            </a:xfrm>
            <a:custGeom>
              <a:avLst/>
              <a:gdLst/>
              <a:ahLst/>
              <a:cxnLst/>
              <a:rect l="l" t="t" r="r" b="b"/>
              <a:pathLst>
                <a:path w="15249" h="39912" extrusionOk="0">
                  <a:moveTo>
                    <a:pt x="11893" y="1"/>
                  </a:moveTo>
                  <a:lnTo>
                    <a:pt x="3105" y="10272"/>
                  </a:lnTo>
                  <a:cubicBezTo>
                    <a:pt x="982" y="12783"/>
                    <a:pt x="1" y="16070"/>
                    <a:pt x="412" y="19334"/>
                  </a:cubicBezTo>
                  <a:lnTo>
                    <a:pt x="2808" y="37891"/>
                  </a:lnTo>
                  <a:cubicBezTo>
                    <a:pt x="2952" y="39057"/>
                    <a:pt x="3957" y="39911"/>
                    <a:pt x="5101" y="39911"/>
                  </a:cubicBezTo>
                  <a:cubicBezTo>
                    <a:pt x="5233" y="39911"/>
                    <a:pt x="5367" y="39900"/>
                    <a:pt x="5502" y="39876"/>
                  </a:cubicBezTo>
                  <a:cubicBezTo>
                    <a:pt x="6643" y="39671"/>
                    <a:pt x="7465" y="38644"/>
                    <a:pt x="7396" y="37480"/>
                  </a:cubicBezTo>
                  <a:lnTo>
                    <a:pt x="6940" y="29103"/>
                  </a:lnTo>
                  <a:cubicBezTo>
                    <a:pt x="6666" y="23944"/>
                    <a:pt x="10204" y="19379"/>
                    <a:pt x="15248" y="18329"/>
                  </a:cubicBezTo>
                  <a:lnTo>
                    <a:pt x="1189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70"/>
            <p:cNvSpPr/>
            <p:nvPr/>
          </p:nvSpPr>
          <p:spPr>
            <a:xfrm>
              <a:off x="6225167" y="737375"/>
              <a:ext cx="1128731" cy="2766244"/>
            </a:xfrm>
            <a:custGeom>
              <a:avLst/>
              <a:gdLst/>
              <a:ahLst/>
              <a:cxnLst/>
              <a:rect l="l" t="t" r="r" b="b"/>
              <a:pathLst>
                <a:path w="48026" h="117700" extrusionOk="0">
                  <a:moveTo>
                    <a:pt x="24033" y="0"/>
                  </a:moveTo>
                  <a:cubicBezTo>
                    <a:pt x="23467" y="0"/>
                    <a:pt x="22898" y="214"/>
                    <a:pt x="22461" y="651"/>
                  </a:cubicBezTo>
                  <a:cubicBezTo>
                    <a:pt x="20361" y="2774"/>
                    <a:pt x="16481" y="7978"/>
                    <a:pt x="10318" y="20600"/>
                  </a:cubicBezTo>
                  <a:cubicBezTo>
                    <a:pt x="1" y="41782"/>
                    <a:pt x="3607" y="74308"/>
                    <a:pt x="3356" y="89031"/>
                  </a:cubicBezTo>
                  <a:cubicBezTo>
                    <a:pt x="3105" y="103753"/>
                    <a:pt x="8515" y="117699"/>
                    <a:pt x="8515" y="117699"/>
                  </a:cubicBezTo>
                  <a:lnTo>
                    <a:pt x="41315" y="117699"/>
                  </a:lnTo>
                  <a:cubicBezTo>
                    <a:pt x="44921" y="109436"/>
                    <a:pt x="45971" y="90583"/>
                    <a:pt x="45971" y="90583"/>
                  </a:cubicBezTo>
                  <a:cubicBezTo>
                    <a:pt x="48025" y="39705"/>
                    <a:pt x="42091" y="27836"/>
                    <a:pt x="39512" y="21628"/>
                  </a:cubicBezTo>
                  <a:cubicBezTo>
                    <a:pt x="37434" y="16674"/>
                    <a:pt x="29080" y="5239"/>
                    <a:pt x="25816" y="902"/>
                  </a:cubicBezTo>
                  <a:cubicBezTo>
                    <a:pt x="25381" y="306"/>
                    <a:pt x="24710" y="0"/>
                    <a:pt x="2403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70"/>
            <p:cNvSpPr/>
            <p:nvPr/>
          </p:nvSpPr>
          <p:spPr>
            <a:xfrm>
              <a:off x="6459061" y="737375"/>
              <a:ext cx="694734" cy="508853"/>
            </a:xfrm>
            <a:custGeom>
              <a:avLst/>
              <a:gdLst/>
              <a:ahLst/>
              <a:cxnLst/>
              <a:rect l="l" t="t" r="r" b="b"/>
              <a:pathLst>
                <a:path w="29560" h="21651" extrusionOk="0">
                  <a:moveTo>
                    <a:pt x="14081" y="0"/>
                  </a:moveTo>
                  <a:cubicBezTo>
                    <a:pt x="13515" y="0"/>
                    <a:pt x="12946" y="214"/>
                    <a:pt x="12509" y="651"/>
                  </a:cubicBezTo>
                  <a:cubicBezTo>
                    <a:pt x="10409" y="2774"/>
                    <a:pt x="6529" y="7978"/>
                    <a:pt x="366" y="20600"/>
                  </a:cubicBezTo>
                  <a:cubicBezTo>
                    <a:pt x="252" y="20874"/>
                    <a:pt x="115" y="21148"/>
                    <a:pt x="1" y="21422"/>
                  </a:cubicBezTo>
                  <a:cubicBezTo>
                    <a:pt x="4345" y="20339"/>
                    <a:pt x="8836" y="19878"/>
                    <a:pt x="13339" y="19878"/>
                  </a:cubicBezTo>
                  <a:cubicBezTo>
                    <a:pt x="17376" y="19878"/>
                    <a:pt x="21422" y="20248"/>
                    <a:pt x="25382" y="20874"/>
                  </a:cubicBezTo>
                  <a:cubicBezTo>
                    <a:pt x="26775" y="21103"/>
                    <a:pt x="28167" y="21354"/>
                    <a:pt x="29560" y="21650"/>
                  </a:cubicBezTo>
                  <a:cubicBezTo>
                    <a:pt x="29560" y="21650"/>
                    <a:pt x="29560" y="21628"/>
                    <a:pt x="29560" y="21628"/>
                  </a:cubicBezTo>
                  <a:cubicBezTo>
                    <a:pt x="27482" y="16674"/>
                    <a:pt x="19128" y="5239"/>
                    <a:pt x="15864" y="902"/>
                  </a:cubicBezTo>
                  <a:cubicBezTo>
                    <a:pt x="15429" y="306"/>
                    <a:pt x="14758" y="0"/>
                    <a:pt x="1408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70"/>
            <p:cNvSpPr/>
            <p:nvPr/>
          </p:nvSpPr>
          <p:spPr>
            <a:xfrm>
              <a:off x="6400047" y="3487462"/>
              <a:ext cx="827241" cy="115891"/>
            </a:xfrm>
            <a:custGeom>
              <a:avLst/>
              <a:gdLst/>
              <a:ahLst/>
              <a:cxnLst/>
              <a:rect l="l" t="t" r="r" b="b"/>
              <a:pathLst>
                <a:path w="35198" h="4931" extrusionOk="0">
                  <a:moveTo>
                    <a:pt x="2466" y="0"/>
                  </a:moveTo>
                  <a:cubicBezTo>
                    <a:pt x="1119" y="0"/>
                    <a:pt x="1" y="1119"/>
                    <a:pt x="1" y="2465"/>
                  </a:cubicBezTo>
                  <a:cubicBezTo>
                    <a:pt x="1" y="3835"/>
                    <a:pt x="1119" y="4931"/>
                    <a:pt x="2466" y="4931"/>
                  </a:cubicBezTo>
                  <a:lnTo>
                    <a:pt x="32732" y="4931"/>
                  </a:lnTo>
                  <a:cubicBezTo>
                    <a:pt x="34102" y="4931"/>
                    <a:pt x="35198" y="3835"/>
                    <a:pt x="35198" y="2465"/>
                  </a:cubicBezTo>
                  <a:cubicBezTo>
                    <a:pt x="35198" y="1119"/>
                    <a:pt x="34102" y="0"/>
                    <a:pt x="3273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70"/>
            <p:cNvSpPr/>
            <p:nvPr/>
          </p:nvSpPr>
          <p:spPr>
            <a:xfrm>
              <a:off x="6491259" y="1494028"/>
              <a:ext cx="612099" cy="612123"/>
            </a:xfrm>
            <a:custGeom>
              <a:avLst/>
              <a:gdLst/>
              <a:ahLst/>
              <a:cxnLst/>
              <a:rect l="l" t="t" r="r" b="b"/>
              <a:pathLst>
                <a:path w="26044" h="26045" extrusionOk="0">
                  <a:moveTo>
                    <a:pt x="13011" y="3790"/>
                  </a:moveTo>
                  <a:cubicBezTo>
                    <a:pt x="18124" y="3790"/>
                    <a:pt x="22255" y="7921"/>
                    <a:pt x="22255" y="13034"/>
                  </a:cubicBezTo>
                  <a:cubicBezTo>
                    <a:pt x="22255" y="18124"/>
                    <a:pt x="18124" y="22255"/>
                    <a:pt x="13011" y="22255"/>
                  </a:cubicBezTo>
                  <a:cubicBezTo>
                    <a:pt x="7921" y="22255"/>
                    <a:pt x="3789" y="18124"/>
                    <a:pt x="3789" y="13034"/>
                  </a:cubicBezTo>
                  <a:cubicBezTo>
                    <a:pt x="3789" y="7921"/>
                    <a:pt x="7921" y="3790"/>
                    <a:pt x="13011" y="3790"/>
                  </a:cubicBezTo>
                  <a:close/>
                  <a:moveTo>
                    <a:pt x="13011" y="1"/>
                  </a:moveTo>
                  <a:cubicBezTo>
                    <a:pt x="5821" y="1"/>
                    <a:pt x="0" y="5844"/>
                    <a:pt x="0" y="13034"/>
                  </a:cubicBezTo>
                  <a:cubicBezTo>
                    <a:pt x="0" y="20224"/>
                    <a:pt x="5821" y="26044"/>
                    <a:pt x="13011" y="26044"/>
                  </a:cubicBezTo>
                  <a:cubicBezTo>
                    <a:pt x="20201" y="26044"/>
                    <a:pt x="26044" y="20224"/>
                    <a:pt x="26044" y="13034"/>
                  </a:cubicBezTo>
                  <a:cubicBezTo>
                    <a:pt x="26044" y="5844"/>
                    <a:pt x="20201" y="1"/>
                    <a:pt x="1301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70"/>
            <p:cNvSpPr/>
            <p:nvPr/>
          </p:nvSpPr>
          <p:spPr>
            <a:xfrm>
              <a:off x="6776646" y="1518706"/>
              <a:ext cx="41317" cy="41858"/>
            </a:xfrm>
            <a:custGeom>
              <a:avLst/>
              <a:gdLst/>
              <a:ahLst/>
              <a:cxnLst/>
              <a:rect l="l" t="t" r="r" b="b"/>
              <a:pathLst>
                <a:path w="1758" h="1781" fill="none" extrusionOk="0">
                  <a:moveTo>
                    <a:pt x="1758" y="891"/>
                  </a:moveTo>
                  <a:cubicBezTo>
                    <a:pt x="1758" y="411"/>
                    <a:pt x="1370" y="1"/>
                    <a:pt x="868" y="1"/>
                  </a:cubicBezTo>
                  <a:cubicBezTo>
                    <a:pt x="388" y="1"/>
                    <a:pt x="0" y="411"/>
                    <a:pt x="0" y="891"/>
                  </a:cubicBezTo>
                  <a:cubicBezTo>
                    <a:pt x="0" y="1370"/>
                    <a:pt x="388" y="1781"/>
                    <a:pt x="868" y="1781"/>
                  </a:cubicBezTo>
                  <a:cubicBezTo>
                    <a:pt x="1370" y="1781"/>
                    <a:pt x="1758" y="1370"/>
                    <a:pt x="1758" y="8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70"/>
            <p:cNvSpPr/>
            <p:nvPr/>
          </p:nvSpPr>
          <p:spPr>
            <a:xfrm>
              <a:off x="6776646" y="204012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1758" y="868"/>
                  </a:moveTo>
                  <a:cubicBezTo>
                    <a:pt x="1758" y="389"/>
                    <a:pt x="1370" y="1"/>
                    <a:pt x="868" y="1"/>
                  </a:cubicBezTo>
                  <a:cubicBezTo>
                    <a:pt x="388" y="1"/>
                    <a:pt x="0" y="389"/>
                    <a:pt x="0" y="868"/>
                  </a:cubicBezTo>
                  <a:cubicBezTo>
                    <a:pt x="0" y="1370"/>
                    <a:pt x="388" y="1758"/>
                    <a:pt x="868" y="1758"/>
                  </a:cubicBezTo>
                  <a:cubicBezTo>
                    <a:pt x="1370" y="1758"/>
                    <a:pt x="1758" y="1370"/>
                    <a:pt x="1758" y="8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70"/>
            <p:cNvSpPr/>
            <p:nvPr/>
          </p:nvSpPr>
          <p:spPr>
            <a:xfrm>
              <a:off x="6958505" y="1593278"/>
              <a:ext cx="45618" cy="45618"/>
            </a:xfrm>
            <a:custGeom>
              <a:avLst/>
              <a:gdLst/>
              <a:ahLst/>
              <a:cxnLst/>
              <a:rect l="l" t="t" r="r" b="b"/>
              <a:pathLst>
                <a:path w="1941" h="1941" fill="none" extrusionOk="0">
                  <a:moveTo>
                    <a:pt x="1598" y="1575"/>
                  </a:moveTo>
                  <a:cubicBezTo>
                    <a:pt x="1940" y="1233"/>
                    <a:pt x="1940" y="685"/>
                    <a:pt x="1598" y="343"/>
                  </a:cubicBezTo>
                  <a:cubicBezTo>
                    <a:pt x="1255" y="0"/>
                    <a:pt x="708" y="0"/>
                    <a:pt x="365" y="343"/>
                  </a:cubicBezTo>
                  <a:cubicBezTo>
                    <a:pt x="0" y="685"/>
                    <a:pt x="0" y="1233"/>
                    <a:pt x="365" y="1575"/>
                  </a:cubicBezTo>
                  <a:cubicBezTo>
                    <a:pt x="708" y="1940"/>
                    <a:pt x="1255" y="1940"/>
                    <a:pt x="1598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70"/>
            <p:cNvSpPr/>
            <p:nvPr/>
          </p:nvSpPr>
          <p:spPr>
            <a:xfrm>
              <a:off x="6590485" y="1961816"/>
              <a:ext cx="45101" cy="45078"/>
            </a:xfrm>
            <a:custGeom>
              <a:avLst/>
              <a:gdLst/>
              <a:ahLst/>
              <a:cxnLst/>
              <a:rect l="l" t="t" r="r" b="b"/>
              <a:pathLst>
                <a:path w="1919" h="1918" fill="none" extrusionOk="0">
                  <a:moveTo>
                    <a:pt x="1576" y="1575"/>
                  </a:moveTo>
                  <a:cubicBezTo>
                    <a:pt x="1918" y="1233"/>
                    <a:pt x="1918" y="685"/>
                    <a:pt x="1576" y="343"/>
                  </a:cubicBezTo>
                  <a:cubicBezTo>
                    <a:pt x="1234" y="0"/>
                    <a:pt x="686" y="0"/>
                    <a:pt x="343" y="343"/>
                  </a:cubicBezTo>
                  <a:cubicBezTo>
                    <a:pt x="1" y="685"/>
                    <a:pt x="1" y="1233"/>
                    <a:pt x="343" y="1575"/>
                  </a:cubicBezTo>
                  <a:cubicBezTo>
                    <a:pt x="686" y="1918"/>
                    <a:pt x="1234" y="1918"/>
                    <a:pt x="1576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70"/>
            <p:cNvSpPr/>
            <p:nvPr/>
          </p:nvSpPr>
          <p:spPr>
            <a:xfrm>
              <a:off x="7037355" y="177941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868" y="1758"/>
                  </a:moveTo>
                  <a:cubicBezTo>
                    <a:pt x="1347" y="1758"/>
                    <a:pt x="1758" y="1370"/>
                    <a:pt x="1758" y="891"/>
                  </a:cubicBezTo>
                  <a:cubicBezTo>
                    <a:pt x="1758" y="389"/>
                    <a:pt x="1347" y="1"/>
                    <a:pt x="868" y="1"/>
                  </a:cubicBezTo>
                  <a:cubicBezTo>
                    <a:pt x="388" y="1"/>
                    <a:pt x="0" y="389"/>
                    <a:pt x="0" y="891"/>
                  </a:cubicBezTo>
                  <a:cubicBezTo>
                    <a:pt x="0" y="1370"/>
                    <a:pt x="388" y="1758"/>
                    <a:pt x="868" y="17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70"/>
            <p:cNvSpPr/>
            <p:nvPr/>
          </p:nvSpPr>
          <p:spPr>
            <a:xfrm>
              <a:off x="6515936" y="177941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890" y="1758"/>
                  </a:moveTo>
                  <a:cubicBezTo>
                    <a:pt x="1370" y="1758"/>
                    <a:pt x="1758" y="1370"/>
                    <a:pt x="1758" y="891"/>
                  </a:cubicBezTo>
                  <a:cubicBezTo>
                    <a:pt x="1758" y="389"/>
                    <a:pt x="1370" y="1"/>
                    <a:pt x="890" y="1"/>
                  </a:cubicBezTo>
                  <a:cubicBezTo>
                    <a:pt x="388" y="1"/>
                    <a:pt x="0" y="389"/>
                    <a:pt x="0" y="891"/>
                  </a:cubicBezTo>
                  <a:cubicBezTo>
                    <a:pt x="0" y="1370"/>
                    <a:pt x="388" y="1758"/>
                    <a:pt x="890" y="17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70"/>
            <p:cNvSpPr/>
            <p:nvPr/>
          </p:nvSpPr>
          <p:spPr>
            <a:xfrm>
              <a:off x="6958505" y="1961816"/>
              <a:ext cx="45618" cy="45078"/>
            </a:xfrm>
            <a:custGeom>
              <a:avLst/>
              <a:gdLst/>
              <a:ahLst/>
              <a:cxnLst/>
              <a:rect l="l" t="t" r="r" b="b"/>
              <a:pathLst>
                <a:path w="1941" h="1918" fill="none" extrusionOk="0">
                  <a:moveTo>
                    <a:pt x="365" y="1575"/>
                  </a:moveTo>
                  <a:cubicBezTo>
                    <a:pt x="708" y="1918"/>
                    <a:pt x="1255" y="1918"/>
                    <a:pt x="1598" y="1575"/>
                  </a:cubicBezTo>
                  <a:cubicBezTo>
                    <a:pt x="1940" y="1233"/>
                    <a:pt x="1940" y="685"/>
                    <a:pt x="1598" y="343"/>
                  </a:cubicBezTo>
                  <a:cubicBezTo>
                    <a:pt x="1255" y="0"/>
                    <a:pt x="708" y="0"/>
                    <a:pt x="365" y="343"/>
                  </a:cubicBezTo>
                  <a:cubicBezTo>
                    <a:pt x="0" y="685"/>
                    <a:pt x="0" y="1233"/>
                    <a:pt x="365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70"/>
            <p:cNvSpPr/>
            <p:nvPr/>
          </p:nvSpPr>
          <p:spPr>
            <a:xfrm>
              <a:off x="6590485" y="1593278"/>
              <a:ext cx="45101" cy="45618"/>
            </a:xfrm>
            <a:custGeom>
              <a:avLst/>
              <a:gdLst/>
              <a:ahLst/>
              <a:cxnLst/>
              <a:rect l="l" t="t" r="r" b="b"/>
              <a:pathLst>
                <a:path w="1919" h="1941" fill="none" extrusionOk="0">
                  <a:moveTo>
                    <a:pt x="343" y="1575"/>
                  </a:moveTo>
                  <a:cubicBezTo>
                    <a:pt x="686" y="1940"/>
                    <a:pt x="1234" y="1940"/>
                    <a:pt x="1576" y="1575"/>
                  </a:cubicBezTo>
                  <a:cubicBezTo>
                    <a:pt x="1918" y="1233"/>
                    <a:pt x="1918" y="685"/>
                    <a:pt x="1576" y="343"/>
                  </a:cubicBezTo>
                  <a:cubicBezTo>
                    <a:pt x="1234" y="0"/>
                    <a:pt x="686" y="0"/>
                    <a:pt x="343" y="343"/>
                  </a:cubicBezTo>
                  <a:cubicBezTo>
                    <a:pt x="1" y="685"/>
                    <a:pt x="1" y="1233"/>
                    <a:pt x="343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70"/>
            <p:cNvSpPr/>
            <p:nvPr/>
          </p:nvSpPr>
          <p:spPr>
            <a:xfrm>
              <a:off x="6300821" y="2064803"/>
              <a:ext cx="992981" cy="173848"/>
            </a:xfrm>
            <a:custGeom>
              <a:avLst/>
              <a:gdLst/>
              <a:ahLst/>
              <a:cxnLst/>
              <a:rect l="l" t="t" r="r" b="b"/>
              <a:pathLst>
                <a:path w="42250" h="7397" fill="none" extrusionOk="0">
                  <a:moveTo>
                    <a:pt x="0" y="7396"/>
                  </a:moveTo>
                  <a:cubicBezTo>
                    <a:pt x="0" y="7396"/>
                    <a:pt x="21821" y="1"/>
                    <a:pt x="42250" y="703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70"/>
            <p:cNvSpPr/>
            <p:nvPr/>
          </p:nvSpPr>
          <p:spPr>
            <a:xfrm>
              <a:off x="6363571" y="1379761"/>
              <a:ext cx="872295" cy="112694"/>
            </a:xfrm>
            <a:custGeom>
              <a:avLst/>
              <a:gdLst/>
              <a:ahLst/>
              <a:cxnLst/>
              <a:rect l="l" t="t" r="r" b="b"/>
              <a:pathLst>
                <a:path w="37115" h="4795" fill="none" extrusionOk="0">
                  <a:moveTo>
                    <a:pt x="1" y="4794"/>
                  </a:moveTo>
                  <a:cubicBezTo>
                    <a:pt x="6095" y="3196"/>
                    <a:pt x="21753" y="1"/>
                    <a:pt x="37115" y="4452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70"/>
            <p:cNvSpPr/>
            <p:nvPr/>
          </p:nvSpPr>
          <p:spPr>
            <a:xfrm>
              <a:off x="6300821" y="2188730"/>
              <a:ext cx="992981" cy="173824"/>
            </a:xfrm>
            <a:custGeom>
              <a:avLst/>
              <a:gdLst/>
              <a:ahLst/>
              <a:cxnLst/>
              <a:rect l="l" t="t" r="r" b="b"/>
              <a:pathLst>
                <a:path w="42250" h="7396" fill="none" extrusionOk="0">
                  <a:moveTo>
                    <a:pt x="0" y="7396"/>
                  </a:moveTo>
                  <a:cubicBezTo>
                    <a:pt x="0" y="7396"/>
                    <a:pt x="21821" y="0"/>
                    <a:pt x="42250" y="705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70"/>
            <p:cNvSpPr/>
            <p:nvPr/>
          </p:nvSpPr>
          <p:spPr>
            <a:xfrm>
              <a:off x="6999799" y="4108648"/>
              <a:ext cx="367485" cy="317824"/>
            </a:xfrm>
            <a:custGeom>
              <a:avLst/>
              <a:gdLst/>
              <a:ahLst/>
              <a:cxnLst/>
              <a:rect l="l" t="t" r="r" b="b"/>
              <a:pathLst>
                <a:path w="15636" h="13523" extrusionOk="0">
                  <a:moveTo>
                    <a:pt x="1" y="1"/>
                  </a:moveTo>
                  <a:lnTo>
                    <a:pt x="1" y="1"/>
                  </a:lnTo>
                  <a:cubicBezTo>
                    <a:pt x="206" y="1850"/>
                    <a:pt x="800" y="3676"/>
                    <a:pt x="1713" y="5319"/>
                  </a:cubicBezTo>
                  <a:cubicBezTo>
                    <a:pt x="2603" y="6986"/>
                    <a:pt x="3812" y="8492"/>
                    <a:pt x="5228" y="9747"/>
                  </a:cubicBezTo>
                  <a:cubicBezTo>
                    <a:pt x="6666" y="10980"/>
                    <a:pt x="8332" y="11961"/>
                    <a:pt x="10112" y="12601"/>
                  </a:cubicBezTo>
                  <a:cubicBezTo>
                    <a:pt x="11735" y="13204"/>
                    <a:pt x="13433" y="13523"/>
                    <a:pt x="15138" y="13523"/>
                  </a:cubicBezTo>
                  <a:cubicBezTo>
                    <a:pt x="15304" y="13523"/>
                    <a:pt x="15470" y="13520"/>
                    <a:pt x="15636" y="13514"/>
                  </a:cubicBezTo>
                  <a:cubicBezTo>
                    <a:pt x="13787" y="13262"/>
                    <a:pt x="12007" y="12783"/>
                    <a:pt x="10341" y="12053"/>
                  </a:cubicBezTo>
                  <a:cubicBezTo>
                    <a:pt x="8674" y="11322"/>
                    <a:pt x="7099" y="10364"/>
                    <a:pt x="5730" y="9177"/>
                  </a:cubicBezTo>
                  <a:cubicBezTo>
                    <a:pt x="4360" y="7990"/>
                    <a:pt x="3173" y="6575"/>
                    <a:pt x="2215" y="5023"/>
                  </a:cubicBezTo>
                  <a:cubicBezTo>
                    <a:pt x="1256" y="3470"/>
                    <a:pt x="526" y="178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70"/>
            <p:cNvSpPr/>
            <p:nvPr/>
          </p:nvSpPr>
          <p:spPr>
            <a:xfrm>
              <a:off x="6337296" y="4150506"/>
              <a:ext cx="287013" cy="348166"/>
            </a:xfrm>
            <a:custGeom>
              <a:avLst/>
              <a:gdLst/>
              <a:ahLst/>
              <a:cxnLst/>
              <a:rect l="l" t="t" r="r" b="b"/>
              <a:pathLst>
                <a:path w="12212" h="14814" extrusionOk="0">
                  <a:moveTo>
                    <a:pt x="12212" y="0"/>
                  </a:moveTo>
                  <a:lnTo>
                    <a:pt x="12212" y="0"/>
                  </a:lnTo>
                  <a:cubicBezTo>
                    <a:pt x="11710" y="1598"/>
                    <a:pt x="11093" y="3127"/>
                    <a:pt x="10317" y="4565"/>
                  </a:cubicBezTo>
                  <a:cubicBezTo>
                    <a:pt x="9541" y="6003"/>
                    <a:pt x="8628" y="7373"/>
                    <a:pt x="7578" y="8628"/>
                  </a:cubicBezTo>
                  <a:cubicBezTo>
                    <a:pt x="6551" y="9884"/>
                    <a:pt x="5387" y="11048"/>
                    <a:pt x="4109" y="12075"/>
                  </a:cubicBezTo>
                  <a:cubicBezTo>
                    <a:pt x="2831" y="13102"/>
                    <a:pt x="1461" y="14015"/>
                    <a:pt x="0" y="14814"/>
                  </a:cubicBezTo>
                  <a:lnTo>
                    <a:pt x="0" y="14814"/>
                  </a:lnTo>
                  <a:cubicBezTo>
                    <a:pt x="1575" y="14312"/>
                    <a:pt x="3105" y="13513"/>
                    <a:pt x="4474" y="12554"/>
                  </a:cubicBezTo>
                  <a:cubicBezTo>
                    <a:pt x="5844" y="11573"/>
                    <a:pt x="7099" y="10409"/>
                    <a:pt x="8172" y="9108"/>
                  </a:cubicBezTo>
                  <a:cubicBezTo>
                    <a:pt x="9245" y="7807"/>
                    <a:pt x="10158" y="6369"/>
                    <a:pt x="10842" y="4816"/>
                  </a:cubicBezTo>
                  <a:cubicBezTo>
                    <a:pt x="11527" y="3287"/>
                    <a:pt x="12007" y="1667"/>
                    <a:pt x="12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70"/>
            <p:cNvSpPr/>
            <p:nvPr/>
          </p:nvSpPr>
          <p:spPr>
            <a:xfrm>
              <a:off x="6588346" y="4358641"/>
              <a:ext cx="71377" cy="142731"/>
            </a:xfrm>
            <a:custGeom>
              <a:avLst/>
              <a:gdLst/>
              <a:ahLst/>
              <a:cxnLst/>
              <a:rect l="l" t="t" r="r" b="b"/>
              <a:pathLst>
                <a:path w="3037" h="6073" extrusionOk="0">
                  <a:moveTo>
                    <a:pt x="3036" y="1"/>
                  </a:moveTo>
                  <a:cubicBezTo>
                    <a:pt x="2626" y="434"/>
                    <a:pt x="2306" y="914"/>
                    <a:pt x="2009" y="1393"/>
                  </a:cubicBezTo>
                  <a:cubicBezTo>
                    <a:pt x="1690" y="1872"/>
                    <a:pt x="1416" y="2352"/>
                    <a:pt x="1165" y="2854"/>
                  </a:cubicBezTo>
                  <a:cubicBezTo>
                    <a:pt x="914" y="3379"/>
                    <a:pt x="685" y="3881"/>
                    <a:pt x="480" y="4429"/>
                  </a:cubicBezTo>
                  <a:cubicBezTo>
                    <a:pt x="275" y="4954"/>
                    <a:pt x="92" y="5501"/>
                    <a:pt x="1" y="6072"/>
                  </a:cubicBezTo>
                  <a:cubicBezTo>
                    <a:pt x="389" y="5638"/>
                    <a:pt x="708" y="5159"/>
                    <a:pt x="1005" y="4680"/>
                  </a:cubicBezTo>
                  <a:cubicBezTo>
                    <a:pt x="1325" y="4200"/>
                    <a:pt x="1598" y="3721"/>
                    <a:pt x="1849" y="3196"/>
                  </a:cubicBezTo>
                  <a:cubicBezTo>
                    <a:pt x="2101" y="2694"/>
                    <a:pt x="2329" y="2169"/>
                    <a:pt x="2534" y="1644"/>
                  </a:cubicBezTo>
                  <a:cubicBezTo>
                    <a:pt x="2740" y="1119"/>
                    <a:pt x="2922" y="571"/>
                    <a:pt x="3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70"/>
            <p:cNvSpPr/>
            <p:nvPr/>
          </p:nvSpPr>
          <p:spPr>
            <a:xfrm>
              <a:off x="6815800" y="4447691"/>
              <a:ext cx="20400" cy="71377"/>
            </a:xfrm>
            <a:custGeom>
              <a:avLst/>
              <a:gdLst/>
              <a:ahLst/>
              <a:cxnLst/>
              <a:rect l="l" t="t" r="r" b="b"/>
              <a:pathLst>
                <a:path w="868" h="3037" extrusionOk="0">
                  <a:moveTo>
                    <a:pt x="183" y="1"/>
                  </a:moveTo>
                  <a:cubicBezTo>
                    <a:pt x="69" y="274"/>
                    <a:pt x="23" y="548"/>
                    <a:pt x="1" y="822"/>
                  </a:cubicBezTo>
                  <a:cubicBezTo>
                    <a:pt x="1" y="1073"/>
                    <a:pt x="1" y="1324"/>
                    <a:pt x="46" y="1575"/>
                  </a:cubicBezTo>
                  <a:cubicBezTo>
                    <a:pt x="92" y="1827"/>
                    <a:pt x="160" y="2078"/>
                    <a:pt x="252" y="2329"/>
                  </a:cubicBezTo>
                  <a:cubicBezTo>
                    <a:pt x="366" y="2580"/>
                    <a:pt x="480" y="2808"/>
                    <a:pt x="685" y="3036"/>
                  </a:cubicBezTo>
                  <a:cubicBezTo>
                    <a:pt x="799" y="2762"/>
                    <a:pt x="822" y="2488"/>
                    <a:pt x="845" y="2237"/>
                  </a:cubicBezTo>
                  <a:cubicBezTo>
                    <a:pt x="868" y="1964"/>
                    <a:pt x="845" y="1712"/>
                    <a:pt x="799" y="1461"/>
                  </a:cubicBezTo>
                  <a:cubicBezTo>
                    <a:pt x="754" y="1210"/>
                    <a:pt x="685" y="959"/>
                    <a:pt x="594" y="708"/>
                  </a:cubicBezTo>
                  <a:cubicBezTo>
                    <a:pt x="503" y="480"/>
                    <a:pt x="366" y="229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70"/>
            <p:cNvSpPr/>
            <p:nvPr/>
          </p:nvSpPr>
          <p:spPr>
            <a:xfrm>
              <a:off x="6939727" y="4352202"/>
              <a:ext cx="105691" cy="143788"/>
            </a:xfrm>
            <a:custGeom>
              <a:avLst/>
              <a:gdLst/>
              <a:ahLst/>
              <a:cxnLst/>
              <a:rect l="l" t="t" r="r" b="b"/>
              <a:pathLst>
                <a:path w="4497" h="6118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663"/>
                    <a:pt x="228" y="1302"/>
                    <a:pt x="502" y="1918"/>
                  </a:cubicBezTo>
                  <a:cubicBezTo>
                    <a:pt x="753" y="2534"/>
                    <a:pt x="1073" y="3105"/>
                    <a:pt x="1461" y="3630"/>
                  </a:cubicBezTo>
                  <a:cubicBezTo>
                    <a:pt x="1849" y="4178"/>
                    <a:pt x="2306" y="4657"/>
                    <a:pt x="2831" y="5091"/>
                  </a:cubicBezTo>
                  <a:cubicBezTo>
                    <a:pt x="3333" y="5502"/>
                    <a:pt x="3881" y="5867"/>
                    <a:pt x="4497" y="6118"/>
                  </a:cubicBezTo>
                  <a:lnTo>
                    <a:pt x="3241" y="4657"/>
                  </a:lnTo>
                  <a:cubicBezTo>
                    <a:pt x="2831" y="4178"/>
                    <a:pt x="2443" y="3698"/>
                    <a:pt x="2077" y="3196"/>
                  </a:cubicBezTo>
                  <a:cubicBezTo>
                    <a:pt x="1712" y="2694"/>
                    <a:pt x="1347" y="2169"/>
                    <a:pt x="1027" y="164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70"/>
            <p:cNvSpPr/>
            <p:nvPr/>
          </p:nvSpPr>
          <p:spPr>
            <a:xfrm>
              <a:off x="5244022" y="4021761"/>
              <a:ext cx="726909" cy="52599"/>
            </a:xfrm>
            <a:custGeom>
              <a:avLst/>
              <a:gdLst/>
              <a:ahLst/>
              <a:cxnLst/>
              <a:rect l="l" t="t" r="r" b="b"/>
              <a:pathLst>
                <a:path w="30929" h="2238" extrusionOk="0">
                  <a:moveTo>
                    <a:pt x="0" y="0"/>
                  </a:moveTo>
                  <a:lnTo>
                    <a:pt x="0" y="2237"/>
                  </a:lnTo>
                  <a:lnTo>
                    <a:pt x="30929" y="2237"/>
                  </a:lnTo>
                  <a:lnTo>
                    <a:pt x="30929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70"/>
            <p:cNvSpPr/>
            <p:nvPr/>
          </p:nvSpPr>
          <p:spPr>
            <a:xfrm>
              <a:off x="4955415" y="4076474"/>
              <a:ext cx="1005343" cy="565447"/>
            </a:xfrm>
            <a:custGeom>
              <a:avLst/>
              <a:gdLst/>
              <a:ahLst/>
              <a:cxnLst/>
              <a:rect l="l" t="t" r="r" b="b"/>
              <a:pathLst>
                <a:path w="42776" h="24059" fill="none" extrusionOk="0">
                  <a:moveTo>
                    <a:pt x="30404" y="24058"/>
                  </a:moveTo>
                  <a:lnTo>
                    <a:pt x="42775" y="0"/>
                  </a:lnTo>
                  <a:lnTo>
                    <a:pt x="12372" y="0"/>
                  </a:lnTo>
                  <a:lnTo>
                    <a:pt x="0" y="2405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70"/>
            <p:cNvSpPr/>
            <p:nvPr/>
          </p:nvSpPr>
          <p:spPr>
            <a:xfrm>
              <a:off x="5141012" y="4278170"/>
              <a:ext cx="710833" cy="24"/>
            </a:xfrm>
            <a:custGeom>
              <a:avLst/>
              <a:gdLst/>
              <a:ahLst/>
              <a:cxnLst/>
              <a:rect l="l" t="t" r="r" b="b"/>
              <a:pathLst>
                <a:path w="30245" h="1" fill="none" extrusionOk="0">
                  <a:moveTo>
                    <a:pt x="30244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70"/>
            <p:cNvSpPr/>
            <p:nvPr/>
          </p:nvSpPr>
          <p:spPr>
            <a:xfrm>
              <a:off x="5016027" y="4520642"/>
              <a:ext cx="710833" cy="24"/>
            </a:xfrm>
            <a:custGeom>
              <a:avLst/>
              <a:gdLst/>
              <a:ahLst/>
              <a:cxnLst/>
              <a:rect l="l" t="t" r="r" b="b"/>
              <a:pathLst>
                <a:path w="30245" h="1" fill="none" extrusionOk="0">
                  <a:moveTo>
                    <a:pt x="30244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70"/>
            <p:cNvSpPr/>
            <p:nvPr/>
          </p:nvSpPr>
          <p:spPr>
            <a:xfrm>
              <a:off x="5639916" y="4572159"/>
              <a:ext cx="82094" cy="83692"/>
            </a:xfrm>
            <a:custGeom>
              <a:avLst/>
              <a:gdLst/>
              <a:ahLst/>
              <a:cxnLst/>
              <a:rect l="l" t="t" r="r" b="b"/>
              <a:pathLst>
                <a:path w="3493" h="3561" extrusionOk="0">
                  <a:moveTo>
                    <a:pt x="3493" y="0"/>
                  </a:moveTo>
                  <a:lnTo>
                    <a:pt x="1804" y="46"/>
                  </a:lnTo>
                  <a:lnTo>
                    <a:pt x="0" y="3561"/>
                  </a:lnTo>
                  <a:lnTo>
                    <a:pt x="0" y="3561"/>
                  </a:lnTo>
                  <a:lnTo>
                    <a:pt x="1690" y="3515"/>
                  </a:lnTo>
                  <a:lnTo>
                    <a:pt x="349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70"/>
            <p:cNvSpPr/>
            <p:nvPr/>
          </p:nvSpPr>
          <p:spPr>
            <a:xfrm>
              <a:off x="4933417" y="4572159"/>
              <a:ext cx="82094" cy="83692"/>
            </a:xfrm>
            <a:custGeom>
              <a:avLst/>
              <a:gdLst/>
              <a:ahLst/>
              <a:cxnLst/>
              <a:rect l="l" t="t" r="r" b="b"/>
              <a:pathLst>
                <a:path w="3493" h="3561" extrusionOk="0">
                  <a:moveTo>
                    <a:pt x="3493" y="0"/>
                  </a:moveTo>
                  <a:lnTo>
                    <a:pt x="1804" y="46"/>
                  </a:lnTo>
                  <a:lnTo>
                    <a:pt x="1" y="3561"/>
                  </a:lnTo>
                  <a:lnTo>
                    <a:pt x="1" y="3561"/>
                  </a:lnTo>
                  <a:lnTo>
                    <a:pt x="1690" y="3515"/>
                  </a:lnTo>
                  <a:lnTo>
                    <a:pt x="349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70"/>
            <p:cNvSpPr/>
            <p:nvPr/>
          </p:nvSpPr>
          <p:spPr>
            <a:xfrm>
              <a:off x="5960721" y="4076474"/>
              <a:ext cx="153448" cy="526809"/>
            </a:xfrm>
            <a:custGeom>
              <a:avLst/>
              <a:gdLst/>
              <a:ahLst/>
              <a:cxnLst/>
              <a:rect l="l" t="t" r="r" b="b"/>
              <a:pathLst>
                <a:path w="6529" h="22415" fill="none" extrusionOk="0">
                  <a:moveTo>
                    <a:pt x="6528" y="22415"/>
                  </a:moveTo>
                  <a:lnTo>
                    <a:pt x="0" y="0"/>
                  </a:lnTo>
                </a:path>
              </a:pathLst>
            </a:custGeom>
            <a:noFill/>
            <a:ln w="6275" cap="flat" cmpd="sng">
              <a:solidFill>
                <a:srgbClr val="18004C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70"/>
            <p:cNvSpPr/>
            <p:nvPr/>
          </p:nvSpPr>
          <p:spPr>
            <a:xfrm>
              <a:off x="5248323" y="4076474"/>
              <a:ext cx="153448" cy="526809"/>
            </a:xfrm>
            <a:custGeom>
              <a:avLst/>
              <a:gdLst/>
              <a:ahLst/>
              <a:cxnLst/>
              <a:rect l="l" t="t" r="r" b="b"/>
              <a:pathLst>
                <a:path w="6529" h="22415" fill="none" extrusionOk="0">
                  <a:moveTo>
                    <a:pt x="6528" y="2241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70"/>
            <p:cNvSpPr/>
            <p:nvPr/>
          </p:nvSpPr>
          <p:spPr>
            <a:xfrm>
              <a:off x="5793338" y="2250094"/>
              <a:ext cx="327789" cy="375194"/>
            </a:xfrm>
            <a:custGeom>
              <a:avLst/>
              <a:gdLst/>
              <a:ahLst/>
              <a:cxnLst/>
              <a:rect l="l" t="t" r="r" b="b"/>
              <a:pathLst>
                <a:path w="13947" h="15964" extrusionOk="0">
                  <a:moveTo>
                    <a:pt x="510" y="1"/>
                  </a:moveTo>
                  <a:cubicBezTo>
                    <a:pt x="361" y="1"/>
                    <a:pt x="206" y="20"/>
                    <a:pt x="46" y="60"/>
                  </a:cubicBezTo>
                  <a:cubicBezTo>
                    <a:pt x="1" y="83"/>
                    <a:pt x="320" y="311"/>
                    <a:pt x="434" y="448"/>
                  </a:cubicBezTo>
                  <a:cubicBezTo>
                    <a:pt x="1393" y="1658"/>
                    <a:pt x="1827" y="7455"/>
                    <a:pt x="1827" y="7455"/>
                  </a:cubicBezTo>
                  <a:cubicBezTo>
                    <a:pt x="1849" y="7547"/>
                    <a:pt x="1849" y="7935"/>
                    <a:pt x="1849" y="8528"/>
                  </a:cubicBezTo>
                  <a:cubicBezTo>
                    <a:pt x="822" y="14394"/>
                    <a:pt x="3675" y="15855"/>
                    <a:pt x="3675" y="15855"/>
                  </a:cubicBezTo>
                  <a:cubicBezTo>
                    <a:pt x="3780" y="15929"/>
                    <a:pt x="3902" y="15964"/>
                    <a:pt x="4038" y="15964"/>
                  </a:cubicBezTo>
                  <a:cubicBezTo>
                    <a:pt x="6205" y="15964"/>
                    <a:pt x="12007" y="7090"/>
                    <a:pt x="12007" y="7090"/>
                  </a:cubicBezTo>
                  <a:cubicBezTo>
                    <a:pt x="12623" y="6634"/>
                    <a:pt x="13947" y="4830"/>
                    <a:pt x="13901" y="4648"/>
                  </a:cubicBezTo>
                  <a:cubicBezTo>
                    <a:pt x="13833" y="4488"/>
                    <a:pt x="13559" y="4305"/>
                    <a:pt x="13467" y="4009"/>
                  </a:cubicBezTo>
                  <a:cubicBezTo>
                    <a:pt x="13399" y="3712"/>
                    <a:pt x="13285" y="3575"/>
                    <a:pt x="13057" y="3484"/>
                  </a:cubicBezTo>
                  <a:cubicBezTo>
                    <a:pt x="12828" y="3370"/>
                    <a:pt x="12760" y="3187"/>
                    <a:pt x="12760" y="3187"/>
                  </a:cubicBezTo>
                  <a:cubicBezTo>
                    <a:pt x="12760" y="3187"/>
                    <a:pt x="13901" y="1452"/>
                    <a:pt x="13604" y="1133"/>
                  </a:cubicBezTo>
                  <a:cubicBezTo>
                    <a:pt x="13599" y="1127"/>
                    <a:pt x="13592" y="1125"/>
                    <a:pt x="13583" y="1125"/>
                  </a:cubicBezTo>
                  <a:cubicBezTo>
                    <a:pt x="13249" y="1125"/>
                    <a:pt x="10477" y="4785"/>
                    <a:pt x="10477" y="4785"/>
                  </a:cubicBezTo>
                  <a:cubicBezTo>
                    <a:pt x="10477" y="4785"/>
                    <a:pt x="5148" y="8942"/>
                    <a:pt x="4937" y="8942"/>
                  </a:cubicBezTo>
                  <a:cubicBezTo>
                    <a:pt x="4934" y="8942"/>
                    <a:pt x="4932" y="8941"/>
                    <a:pt x="4931" y="8939"/>
                  </a:cubicBezTo>
                  <a:cubicBezTo>
                    <a:pt x="4176" y="5724"/>
                    <a:pt x="3094" y="1"/>
                    <a:pt x="51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70"/>
            <p:cNvSpPr/>
            <p:nvPr/>
          </p:nvSpPr>
          <p:spPr>
            <a:xfrm>
              <a:off x="6070687" y="2326594"/>
              <a:ext cx="28438" cy="37040"/>
            </a:xfrm>
            <a:custGeom>
              <a:avLst/>
              <a:gdLst/>
              <a:ahLst/>
              <a:cxnLst/>
              <a:rect l="l" t="t" r="r" b="b"/>
              <a:pathLst>
                <a:path w="1210" h="1576" extrusionOk="0">
                  <a:moveTo>
                    <a:pt x="0" y="0"/>
                  </a:moveTo>
                  <a:lnTo>
                    <a:pt x="662" y="343"/>
                  </a:lnTo>
                  <a:cubicBezTo>
                    <a:pt x="753" y="411"/>
                    <a:pt x="890" y="457"/>
                    <a:pt x="982" y="525"/>
                  </a:cubicBezTo>
                  <a:cubicBezTo>
                    <a:pt x="1027" y="548"/>
                    <a:pt x="1073" y="594"/>
                    <a:pt x="1096" y="662"/>
                  </a:cubicBezTo>
                  <a:cubicBezTo>
                    <a:pt x="1096" y="708"/>
                    <a:pt x="1073" y="777"/>
                    <a:pt x="1027" y="822"/>
                  </a:cubicBezTo>
                  <a:cubicBezTo>
                    <a:pt x="845" y="982"/>
                    <a:pt x="594" y="1005"/>
                    <a:pt x="343" y="1005"/>
                  </a:cubicBezTo>
                  <a:cubicBezTo>
                    <a:pt x="320" y="1005"/>
                    <a:pt x="291" y="999"/>
                    <a:pt x="260" y="999"/>
                  </a:cubicBezTo>
                  <a:cubicBezTo>
                    <a:pt x="228" y="999"/>
                    <a:pt x="194" y="1005"/>
                    <a:pt x="160" y="1028"/>
                  </a:cubicBezTo>
                  <a:cubicBezTo>
                    <a:pt x="114" y="1073"/>
                    <a:pt x="160" y="1142"/>
                    <a:pt x="160" y="1210"/>
                  </a:cubicBezTo>
                  <a:lnTo>
                    <a:pt x="228" y="1575"/>
                  </a:lnTo>
                  <a:lnTo>
                    <a:pt x="251" y="1575"/>
                  </a:lnTo>
                  <a:lnTo>
                    <a:pt x="228" y="1187"/>
                  </a:lnTo>
                  <a:cubicBezTo>
                    <a:pt x="211" y="1152"/>
                    <a:pt x="207" y="1089"/>
                    <a:pt x="206" y="1073"/>
                  </a:cubicBezTo>
                  <a:lnTo>
                    <a:pt x="343" y="1073"/>
                  </a:lnTo>
                  <a:cubicBezTo>
                    <a:pt x="405" y="1079"/>
                    <a:pt x="470" y="1083"/>
                    <a:pt x="534" y="1083"/>
                  </a:cubicBezTo>
                  <a:cubicBezTo>
                    <a:pt x="729" y="1083"/>
                    <a:pt x="930" y="1045"/>
                    <a:pt x="1119" y="891"/>
                  </a:cubicBezTo>
                  <a:cubicBezTo>
                    <a:pt x="1164" y="845"/>
                    <a:pt x="1210" y="731"/>
                    <a:pt x="1187" y="640"/>
                  </a:cubicBezTo>
                  <a:cubicBezTo>
                    <a:pt x="1164" y="548"/>
                    <a:pt x="1096" y="480"/>
                    <a:pt x="1050" y="434"/>
                  </a:cubicBezTo>
                  <a:cubicBezTo>
                    <a:pt x="913" y="366"/>
                    <a:pt x="822" y="320"/>
                    <a:pt x="708" y="274"/>
                  </a:cubicBezTo>
                  <a:cubicBezTo>
                    <a:pt x="480" y="160"/>
                    <a:pt x="251" y="6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70"/>
            <p:cNvSpPr/>
            <p:nvPr/>
          </p:nvSpPr>
          <p:spPr>
            <a:xfrm>
              <a:off x="6084624" y="2323374"/>
              <a:ext cx="9142" cy="9683"/>
            </a:xfrm>
            <a:custGeom>
              <a:avLst/>
              <a:gdLst/>
              <a:ahLst/>
              <a:cxnLst/>
              <a:rect l="l" t="t" r="r" b="b"/>
              <a:pathLst>
                <a:path w="389" h="412" extrusionOk="0">
                  <a:moveTo>
                    <a:pt x="389" y="1"/>
                  </a:moveTo>
                  <a:cubicBezTo>
                    <a:pt x="252" y="137"/>
                    <a:pt x="138" y="252"/>
                    <a:pt x="1" y="389"/>
                  </a:cubicBezTo>
                  <a:lnTo>
                    <a:pt x="23" y="411"/>
                  </a:lnTo>
                  <a:cubicBezTo>
                    <a:pt x="69" y="389"/>
                    <a:pt x="138" y="366"/>
                    <a:pt x="160" y="343"/>
                  </a:cubicBezTo>
                  <a:cubicBezTo>
                    <a:pt x="206" y="320"/>
                    <a:pt x="252" y="297"/>
                    <a:pt x="275" y="274"/>
                  </a:cubicBezTo>
                  <a:cubicBezTo>
                    <a:pt x="297" y="229"/>
                    <a:pt x="343" y="206"/>
                    <a:pt x="366" y="160"/>
                  </a:cubicBezTo>
                  <a:cubicBezTo>
                    <a:pt x="389" y="115"/>
                    <a:pt x="389" y="69"/>
                    <a:pt x="389" y="23"/>
                  </a:cubicBezTo>
                  <a:lnTo>
                    <a:pt x="3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70"/>
            <p:cNvSpPr/>
            <p:nvPr/>
          </p:nvSpPr>
          <p:spPr>
            <a:xfrm>
              <a:off x="6076586" y="2338392"/>
              <a:ext cx="28979" cy="20095"/>
            </a:xfrm>
            <a:custGeom>
              <a:avLst/>
              <a:gdLst/>
              <a:ahLst/>
              <a:cxnLst/>
              <a:rect l="l" t="t" r="r" b="b"/>
              <a:pathLst>
                <a:path w="1233" h="855" extrusionOk="0">
                  <a:moveTo>
                    <a:pt x="1233" y="1"/>
                  </a:moveTo>
                  <a:lnTo>
                    <a:pt x="1233" y="1"/>
                  </a:lnTo>
                  <a:cubicBezTo>
                    <a:pt x="1073" y="183"/>
                    <a:pt x="868" y="366"/>
                    <a:pt x="662" y="526"/>
                  </a:cubicBezTo>
                  <a:cubicBezTo>
                    <a:pt x="571" y="594"/>
                    <a:pt x="457" y="663"/>
                    <a:pt x="343" y="731"/>
                  </a:cubicBezTo>
                  <a:cubicBezTo>
                    <a:pt x="297" y="765"/>
                    <a:pt x="234" y="788"/>
                    <a:pt x="171" y="788"/>
                  </a:cubicBezTo>
                  <a:cubicBezTo>
                    <a:pt x="109" y="788"/>
                    <a:pt x="46" y="765"/>
                    <a:pt x="0" y="708"/>
                  </a:cubicBezTo>
                  <a:lnTo>
                    <a:pt x="0" y="731"/>
                  </a:lnTo>
                  <a:cubicBezTo>
                    <a:pt x="23" y="800"/>
                    <a:pt x="92" y="845"/>
                    <a:pt x="183" y="845"/>
                  </a:cubicBezTo>
                  <a:cubicBezTo>
                    <a:pt x="203" y="852"/>
                    <a:pt x="223" y="855"/>
                    <a:pt x="243" y="855"/>
                  </a:cubicBezTo>
                  <a:cubicBezTo>
                    <a:pt x="291" y="855"/>
                    <a:pt x="340" y="838"/>
                    <a:pt x="388" y="822"/>
                  </a:cubicBezTo>
                  <a:cubicBezTo>
                    <a:pt x="525" y="754"/>
                    <a:pt x="617" y="685"/>
                    <a:pt x="731" y="594"/>
                  </a:cubicBezTo>
                  <a:cubicBezTo>
                    <a:pt x="845" y="526"/>
                    <a:pt x="936" y="434"/>
                    <a:pt x="1027" y="320"/>
                  </a:cubicBezTo>
                  <a:cubicBezTo>
                    <a:pt x="1119" y="229"/>
                    <a:pt x="1187" y="115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70"/>
            <p:cNvSpPr/>
            <p:nvPr/>
          </p:nvSpPr>
          <p:spPr>
            <a:xfrm>
              <a:off x="6083026" y="2349132"/>
              <a:ext cx="28979" cy="18073"/>
            </a:xfrm>
            <a:custGeom>
              <a:avLst/>
              <a:gdLst/>
              <a:ahLst/>
              <a:cxnLst/>
              <a:rect l="l" t="t" r="r" b="b"/>
              <a:pathLst>
                <a:path w="1233" h="769" extrusionOk="0">
                  <a:moveTo>
                    <a:pt x="1210" y="0"/>
                  </a:moveTo>
                  <a:cubicBezTo>
                    <a:pt x="1096" y="91"/>
                    <a:pt x="982" y="183"/>
                    <a:pt x="868" y="274"/>
                  </a:cubicBezTo>
                  <a:cubicBezTo>
                    <a:pt x="776" y="388"/>
                    <a:pt x="662" y="502"/>
                    <a:pt x="548" y="571"/>
                  </a:cubicBezTo>
                  <a:cubicBezTo>
                    <a:pt x="473" y="627"/>
                    <a:pt x="367" y="668"/>
                    <a:pt x="281" y="668"/>
                  </a:cubicBezTo>
                  <a:cubicBezTo>
                    <a:pt x="262" y="668"/>
                    <a:pt x="245" y="666"/>
                    <a:pt x="228" y="662"/>
                  </a:cubicBezTo>
                  <a:cubicBezTo>
                    <a:pt x="137" y="616"/>
                    <a:pt x="69" y="479"/>
                    <a:pt x="0" y="343"/>
                  </a:cubicBezTo>
                  <a:lnTo>
                    <a:pt x="0" y="343"/>
                  </a:lnTo>
                  <a:cubicBezTo>
                    <a:pt x="23" y="479"/>
                    <a:pt x="46" y="639"/>
                    <a:pt x="206" y="731"/>
                  </a:cubicBezTo>
                  <a:cubicBezTo>
                    <a:pt x="247" y="758"/>
                    <a:pt x="290" y="769"/>
                    <a:pt x="334" y="769"/>
                  </a:cubicBezTo>
                  <a:cubicBezTo>
                    <a:pt x="435" y="769"/>
                    <a:pt x="537" y="710"/>
                    <a:pt x="616" y="662"/>
                  </a:cubicBezTo>
                  <a:cubicBezTo>
                    <a:pt x="731" y="571"/>
                    <a:pt x="845" y="457"/>
                    <a:pt x="936" y="343"/>
                  </a:cubicBezTo>
                  <a:cubicBezTo>
                    <a:pt x="1050" y="228"/>
                    <a:pt x="1141" y="114"/>
                    <a:pt x="1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70"/>
            <p:cNvSpPr/>
            <p:nvPr/>
          </p:nvSpPr>
          <p:spPr>
            <a:xfrm>
              <a:off x="6094824" y="2363610"/>
              <a:ext cx="18261" cy="10224"/>
            </a:xfrm>
            <a:custGeom>
              <a:avLst/>
              <a:gdLst/>
              <a:ahLst/>
              <a:cxnLst/>
              <a:rect l="l" t="t" r="r" b="b"/>
              <a:pathLst>
                <a:path w="777" h="435" extrusionOk="0">
                  <a:moveTo>
                    <a:pt x="0" y="0"/>
                  </a:moveTo>
                  <a:cubicBezTo>
                    <a:pt x="0" y="92"/>
                    <a:pt x="23" y="183"/>
                    <a:pt x="69" y="251"/>
                  </a:cubicBezTo>
                  <a:cubicBezTo>
                    <a:pt x="92" y="297"/>
                    <a:pt x="114" y="343"/>
                    <a:pt x="137" y="388"/>
                  </a:cubicBezTo>
                  <a:cubicBezTo>
                    <a:pt x="183" y="411"/>
                    <a:pt x="229" y="411"/>
                    <a:pt x="274" y="434"/>
                  </a:cubicBezTo>
                  <a:cubicBezTo>
                    <a:pt x="366" y="434"/>
                    <a:pt x="457" y="411"/>
                    <a:pt x="548" y="388"/>
                  </a:cubicBezTo>
                  <a:cubicBezTo>
                    <a:pt x="617" y="366"/>
                    <a:pt x="731" y="320"/>
                    <a:pt x="776" y="251"/>
                  </a:cubicBezTo>
                  <a:lnTo>
                    <a:pt x="776" y="229"/>
                  </a:lnTo>
                  <a:cubicBezTo>
                    <a:pt x="662" y="297"/>
                    <a:pt x="617" y="274"/>
                    <a:pt x="503" y="297"/>
                  </a:cubicBezTo>
                  <a:cubicBezTo>
                    <a:pt x="411" y="320"/>
                    <a:pt x="343" y="320"/>
                    <a:pt x="274" y="320"/>
                  </a:cubicBezTo>
                  <a:lnTo>
                    <a:pt x="206" y="320"/>
                  </a:lnTo>
                  <a:cubicBezTo>
                    <a:pt x="183" y="297"/>
                    <a:pt x="160" y="274"/>
                    <a:pt x="137" y="229"/>
                  </a:cubicBezTo>
                  <a:cubicBezTo>
                    <a:pt x="92" y="160"/>
                    <a:pt x="46" y="92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70"/>
            <p:cNvSpPr/>
            <p:nvPr/>
          </p:nvSpPr>
          <p:spPr>
            <a:xfrm>
              <a:off x="5235444" y="1956270"/>
              <a:ext cx="565447" cy="473857"/>
            </a:xfrm>
            <a:custGeom>
              <a:avLst/>
              <a:gdLst/>
              <a:ahLst/>
              <a:cxnLst/>
              <a:rect l="l" t="t" r="r" b="b"/>
              <a:pathLst>
                <a:path w="24059" h="20162" extrusionOk="0">
                  <a:moveTo>
                    <a:pt x="19066" y="0"/>
                  </a:moveTo>
                  <a:cubicBezTo>
                    <a:pt x="18471" y="0"/>
                    <a:pt x="17876" y="66"/>
                    <a:pt x="17302" y="191"/>
                  </a:cubicBezTo>
                  <a:cubicBezTo>
                    <a:pt x="11755" y="1332"/>
                    <a:pt x="2945" y="5303"/>
                    <a:pt x="0" y="8134"/>
                  </a:cubicBezTo>
                  <a:cubicBezTo>
                    <a:pt x="0" y="8134"/>
                    <a:pt x="12681" y="20162"/>
                    <a:pt x="17298" y="20162"/>
                  </a:cubicBezTo>
                  <a:cubicBezTo>
                    <a:pt x="17411" y="20162"/>
                    <a:pt x="17519" y="20155"/>
                    <a:pt x="17621" y="20140"/>
                  </a:cubicBezTo>
                  <a:lnTo>
                    <a:pt x="17370" y="16739"/>
                  </a:lnTo>
                  <a:cubicBezTo>
                    <a:pt x="17370" y="16739"/>
                    <a:pt x="13490" y="16282"/>
                    <a:pt x="13946" y="16054"/>
                  </a:cubicBezTo>
                  <a:cubicBezTo>
                    <a:pt x="14426" y="15826"/>
                    <a:pt x="17667" y="14593"/>
                    <a:pt x="18306" y="14228"/>
                  </a:cubicBezTo>
                  <a:cubicBezTo>
                    <a:pt x="18811" y="13958"/>
                    <a:pt x="19187" y="13929"/>
                    <a:pt x="19323" y="13929"/>
                  </a:cubicBezTo>
                  <a:cubicBezTo>
                    <a:pt x="19360" y="13929"/>
                    <a:pt x="19379" y="13931"/>
                    <a:pt x="19379" y="13931"/>
                  </a:cubicBezTo>
                  <a:lnTo>
                    <a:pt x="23967" y="3272"/>
                  </a:lnTo>
                  <a:cubicBezTo>
                    <a:pt x="24058" y="2633"/>
                    <a:pt x="22917" y="1126"/>
                    <a:pt x="22369" y="807"/>
                  </a:cubicBezTo>
                  <a:cubicBezTo>
                    <a:pt x="21375" y="250"/>
                    <a:pt x="20221" y="0"/>
                    <a:pt x="19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70"/>
            <p:cNvSpPr/>
            <p:nvPr/>
          </p:nvSpPr>
          <p:spPr>
            <a:xfrm>
              <a:off x="5207100" y="1959654"/>
              <a:ext cx="458604" cy="166750"/>
            </a:xfrm>
            <a:custGeom>
              <a:avLst/>
              <a:gdLst/>
              <a:ahLst/>
              <a:cxnLst/>
              <a:rect l="l" t="t" r="r" b="b"/>
              <a:pathLst>
                <a:path w="19513" h="7095" extrusionOk="0">
                  <a:moveTo>
                    <a:pt x="19284" y="1"/>
                  </a:moveTo>
                  <a:cubicBezTo>
                    <a:pt x="16613" y="69"/>
                    <a:pt x="13897" y="1142"/>
                    <a:pt x="11409" y="2010"/>
                  </a:cubicBezTo>
                  <a:cubicBezTo>
                    <a:pt x="7574" y="3379"/>
                    <a:pt x="3808" y="5000"/>
                    <a:pt x="179" y="6780"/>
                  </a:cubicBezTo>
                  <a:cubicBezTo>
                    <a:pt x="0" y="6859"/>
                    <a:pt x="115" y="7094"/>
                    <a:pt x="268" y="7094"/>
                  </a:cubicBezTo>
                  <a:cubicBezTo>
                    <a:pt x="291" y="7094"/>
                    <a:pt x="315" y="7089"/>
                    <a:pt x="339" y="7077"/>
                  </a:cubicBezTo>
                  <a:cubicBezTo>
                    <a:pt x="3968" y="5274"/>
                    <a:pt x="7689" y="3676"/>
                    <a:pt x="11500" y="2329"/>
                  </a:cubicBezTo>
                  <a:cubicBezTo>
                    <a:pt x="13943" y="1462"/>
                    <a:pt x="16659" y="412"/>
                    <a:pt x="19284" y="343"/>
                  </a:cubicBezTo>
                  <a:cubicBezTo>
                    <a:pt x="19512" y="343"/>
                    <a:pt x="19512" y="1"/>
                    <a:pt x="19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70"/>
            <p:cNvSpPr/>
            <p:nvPr/>
          </p:nvSpPr>
          <p:spPr>
            <a:xfrm>
              <a:off x="5624898" y="1985765"/>
              <a:ext cx="204942" cy="312137"/>
            </a:xfrm>
            <a:custGeom>
              <a:avLst/>
              <a:gdLst/>
              <a:ahLst/>
              <a:cxnLst/>
              <a:rect l="l" t="t" r="r" b="b"/>
              <a:pathLst>
                <a:path w="8720" h="13281" extrusionOk="0">
                  <a:moveTo>
                    <a:pt x="4312" y="0"/>
                  </a:moveTo>
                  <a:cubicBezTo>
                    <a:pt x="4054" y="0"/>
                    <a:pt x="3847" y="30"/>
                    <a:pt x="3721" y="54"/>
                  </a:cubicBezTo>
                  <a:cubicBezTo>
                    <a:pt x="3196" y="145"/>
                    <a:pt x="1416" y="237"/>
                    <a:pt x="1530" y="4391"/>
                  </a:cubicBezTo>
                  <a:cubicBezTo>
                    <a:pt x="1530" y="4482"/>
                    <a:pt x="1484" y="4551"/>
                    <a:pt x="1393" y="4551"/>
                  </a:cubicBezTo>
                  <a:cubicBezTo>
                    <a:pt x="1348" y="4551"/>
                    <a:pt x="1295" y="4549"/>
                    <a:pt x="1237" y="4549"/>
                  </a:cubicBezTo>
                  <a:cubicBezTo>
                    <a:pt x="848" y="4549"/>
                    <a:pt x="214" y="4601"/>
                    <a:pt x="115" y="5395"/>
                  </a:cubicBezTo>
                  <a:cubicBezTo>
                    <a:pt x="0" y="6308"/>
                    <a:pt x="891" y="6833"/>
                    <a:pt x="1416" y="6856"/>
                  </a:cubicBezTo>
                  <a:cubicBezTo>
                    <a:pt x="1575" y="6856"/>
                    <a:pt x="1918" y="6902"/>
                    <a:pt x="2032" y="7016"/>
                  </a:cubicBezTo>
                  <a:cubicBezTo>
                    <a:pt x="2351" y="7358"/>
                    <a:pt x="2488" y="8111"/>
                    <a:pt x="2739" y="9047"/>
                  </a:cubicBezTo>
                  <a:cubicBezTo>
                    <a:pt x="3287" y="11147"/>
                    <a:pt x="1644" y="12083"/>
                    <a:pt x="1644" y="12083"/>
                  </a:cubicBezTo>
                  <a:cubicBezTo>
                    <a:pt x="1644" y="12083"/>
                    <a:pt x="4068" y="13280"/>
                    <a:pt x="5671" y="13280"/>
                  </a:cubicBezTo>
                  <a:cubicBezTo>
                    <a:pt x="6473" y="13280"/>
                    <a:pt x="7069" y="12981"/>
                    <a:pt x="7053" y="12083"/>
                  </a:cubicBezTo>
                  <a:cubicBezTo>
                    <a:pt x="7053" y="12083"/>
                    <a:pt x="6620" y="7130"/>
                    <a:pt x="6643" y="7107"/>
                  </a:cubicBezTo>
                  <a:cubicBezTo>
                    <a:pt x="7076" y="6696"/>
                    <a:pt x="8720" y="6491"/>
                    <a:pt x="7693" y="2976"/>
                  </a:cubicBezTo>
                  <a:cubicBezTo>
                    <a:pt x="6919" y="405"/>
                    <a:pt x="5268" y="0"/>
                    <a:pt x="431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70"/>
            <p:cNvSpPr/>
            <p:nvPr/>
          </p:nvSpPr>
          <p:spPr>
            <a:xfrm>
              <a:off x="5611008" y="1977915"/>
              <a:ext cx="141039" cy="114269"/>
            </a:xfrm>
            <a:custGeom>
              <a:avLst/>
              <a:gdLst/>
              <a:ahLst/>
              <a:cxnLst/>
              <a:rect l="l" t="t" r="r" b="b"/>
              <a:pathLst>
                <a:path w="6001" h="4862" extrusionOk="0">
                  <a:moveTo>
                    <a:pt x="5096" y="0"/>
                  </a:moveTo>
                  <a:cubicBezTo>
                    <a:pt x="1" y="0"/>
                    <a:pt x="2052" y="4862"/>
                    <a:pt x="2052" y="4862"/>
                  </a:cubicBezTo>
                  <a:cubicBezTo>
                    <a:pt x="2646" y="4497"/>
                    <a:pt x="6001" y="46"/>
                    <a:pt x="6001" y="46"/>
                  </a:cubicBezTo>
                  <a:cubicBezTo>
                    <a:pt x="5677" y="15"/>
                    <a:pt x="5376" y="0"/>
                    <a:pt x="5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70"/>
            <p:cNvSpPr/>
            <p:nvPr/>
          </p:nvSpPr>
          <p:spPr>
            <a:xfrm>
              <a:off x="5637237" y="2108611"/>
              <a:ext cx="28979" cy="18990"/>
            </a:xfrm>
            <a:custGeom>
              <a:avLst/>
              <a:gdLst/>
              <a:ahLst/>
              <a:cxnLst/>
              <a:rect l="l" t="t" r="r" b="b"/>
              <a:pathLst>
                <a:path w="1233" h="808" extrusionOk="0">
                  <a:moveTo>
                    <a:pt x="503" y="0"/>
                  </a:moveTo>
                  <a:cubicBezTo>
                    <a:pt x="198" y="0"/>
                    <a:pt x="0" y="419"/>
                    <a:pt x="0" y="419"/>
                  </a:cubicBezTo>
                  <a:lnTo>
                    <a:pt x="1233" y="807"/>
                  </a:lnTo>
                  <a:cubicBezTo>
                    <a:pt x="959" y="186"/>
                    <a:pt x="707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70"/>
            <p:cNvSpPr/>
            <p:nvPr/>
          </p:nvSpPr>
          <p:spPr>
            <a:xfrm>
              <a:off x="5767063" y="2086260"/>
              <a:ext cx="30060" cy="21176"/>
            </a:xfrm>
            <a:custGeom>
              <a:avLst/>
              <a:gdLst/>
              <a:ahLst/>
              <a:cxnLst/>
              <a:rect l="l" t="t" r="r" b="b"/>
              <a:pathLst>
                <a:path w="1279" h="901" extrusionOk="0">
                  <a:moveTo>
                    <a:pt x="1255" y="1"/>
                  </a:moveTo>
                  <a:lnTo>
                    <a:pt x="0" y="640"/>
                  </a:lnTo>
                  <a:cubicBezTo>
                    <a:pt x="0" y="640"/>
                    <a:pt x="371" y="901"/>
                    <a:pt x="686" y="901"/>
                  </a:cubicBezTo>
                  <a:cubicBezTo>
                    <a:pt x="777" y="901"/>
                    <a:pt x="864" y="879"/>
                    <a:pt x="936" y="822"/>
                  </a:cubicBezTo>
                  <a:cubicBezTo>
                    <a:pt x="1278" y="594"/>
                    <a:pt x="1255" y="1"/>
                    <a:pt x="1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70"/>
            <p:cNvSpPr/>
            <p:nvPr/>
          </p:nvSpPr>
          <p:spPr>
            <a:xfrm>
              <a:off x="5774019" y="2064803"/>
              <a:ext cx="17204" cy="21481"/>
            </a:xfrm>
            <a:custGeom>
              <a:avLst/>
              <a:gdLst/>
              <a:ahLst/>
              <a:cxnLst/>
              <a:rect l="l" t="t" r="r" b="b"/>
              <a:pathLst>
                <a:path w="732" h="914" extrusionOk="0">
                  <a:moveTo>
                    <a:pt x="1" y="1"/>
                  </a:moveTo>
                  <a:lnTo>
                    <a:pt x="206" y="914"/>
                  </a:lnTo>
                  <a:lnTo>
                    <a:pt x="640" y="708"/>
                  </a:lnTo>
                  <a:cubicBezTo>
                    <a:pt x="708" y="685"/>
                    <a:pt x="731" y="571"/>
                    <a:pt x="663" y="5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70"/>
            <p:cNvSpPr/>
            <p:nvPr/>
          </p:nvSpPr>
          <p:spPr>
            <a:xfrm>
              <a:off x="5734183" y="2043768"/>
              <a:ext cx="17345" cy="14078"/>
            </a:xfrm>
            <a:custGeom>
              <a:avLst/>
              <a:gdLst/>
              <a:ahLst/>
              <a:cxnLst/>
              <a:rect l="l" t="t" r="r" b="b"/>
              <a:pathLst>
                <a:path w="738" h="599" extrusionOk="0">
                  <a:moveTo>
                    <a:pt x="462" y="1"/>
                  </a:moveTo>
                  <a:cubicBezTo>
                    <a:pt x="379" y="1"/>
                    <a:pt x="291" y="25"/>
                    <a:pt x="212" y="74"/>
                  </a:cubicBezTo>
                  <a:cubicBezTo>
                    <a:pt x="71" y="175"/>
                    <a:pt x="1" y="599"/>
                    <a:pt x="66" y="599"/>
                  </a:cubicBezTo>
                  <a:cubicBezTo>
                    <a:pt x="74" y="599"/>
                    <a:pt x="85" y="592"/>
                    <a:pt x="98" y="576"/>
                  </a:cubicBezTo>
                  <a:cubicBezTo>
                    <a:pt x="349" y="211"/>
                    <a:pt x="737" y="120"/>
                    <a:pt x="737" y="120"/>
                  </a:cubicBezTo>
                  <a:cubicBezTo>
                    <a:pt x="672" y="42"/>
                    <a:pt x="571" y="1"/>
                    <a:pt x="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70"/>
            <p:cNvSpPr/>
            <p:nvPr/>
          </p:nvSpPr>
          <p:spPr>
            <a:xfrm>
              <a:off x="5772962" y="2028868"/>
              <a:ext cx="22022" cy="8602"/>
            </a:xfrm>
            <a:custGeom>
              <a:avLst/>
              <a:gdLst/>
              <a:ahLst/>
              <a:cxnLst/>
              <a:rect l="l" t="t" r="r" b="b"/>
              <a:pathLst>
                <a:path w="937" h="366" extrusionOk="0">
                  <a:moveTo>
                    <a:pt x="388" y="0"/>
                  </a:moveTo>
                  <a:cubicBezTo>
                    <a:pt x="160" y="23"/>
                    <a:pt x="0" y="183"/>
                    <a:pt x="23" y="366"/>
                  </a:cubicBezTo>
                  <a:cubicBezTo>
                    <a:pt x="23" y="366"/>
                    <a:pt x="204" y="269"/>
                    <a:pt x="470" y="269"/>
                  </a:cubicBezTo>
                  <a:cubicBezTo>
                    <a:pt x="569" y="269"/>
                    <a:pt x="681" y="283"/>
                    <a:pt x="799" y="320"/>
                  </a:cubicBezTo>
                  <a:cubicBezTo>
                    <a:pt x="810" y="323"/>
                    <a:pt x="819" y="324"/>
                    <a:pt x="826" y="324"/>
                  </a:cubicBezTo>
                  <a:cubicBezTo>
                    <a:pt x="937" y="324"/>
                    <a:pt x="58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70"/>
            <p:cNvSpPr/>
            <p:nvPr/>
          </p:nvSpPr>
          <p:spPr>
            <a:xfrm>
              <a:off x="5751504" y="2064732"/>
              <a:ext cx="9142" cy="13067"/>
            </a:xfrm>
            <a:custGeom>
              <a:avLst/>
              <a:gdLst/>
              <a:ahLst/>
              <a:cxnLst/>
              <a:rect l="l" t="t" r="r" b="b"/>
              <a:pathLst>
                <a:path w="389" h="556" extrusionOk="0">
                  <a:moveTo>
                    <a:pt x="114" y="0"/>
                  </a:moveTo>
                  <a:cubicBezTo>
                    <a:pt x="106" y="0"/>
                    <a:pt x="98" y="1"/>
                    <a:pt x="91" y="4"/>
                  </a:cubicBezTo>
                  <a:cubicBezTo>
                    <a:pt x="23" y="49"/>
                    <a:pt x="0" y="186"/>
                    <a:pt x="69" y="346"/>
                  </a:cubicBezTo>
                  <a:cubicBezTo>
                    <a:pt x="130" y="469"/>
                    <a:pt x="228" y="555"/>
                    <a:pt x="297" y="555"/>
                  </a:cubicBezTo>
                  <a:cubicBezTo>
                    <a:pt x="305" y="555"/>
                    <a:pt x="313" y="554"/>
                    <a:pt x="320" y="552"/>
                  </a:cubicBezTo>
                  <a:cubicBezTo>
                    <a:pt x="388" y="529"/>
                    <a:pt x="388" y="369"/>
                    <a:pt x="343" y="232"/>
                  </a:cubicBezTo>
                  <a:cubicBezTo>
                    <a:pt x="281" y="89"/>
                    <a:pt x="183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70"/>
            <p:cNvSpPr/>
            <p:nvPr/>
          </p:nvSpPr>
          <p:spPr>
            <a:xfrm>
              <a:off x="5778861" y="2052394"/>
              <a:ext cx="8602" cy="12527"/>
            </a:xfrm>
            <a:custGeom>
              <a:avLst/>
              <a:gdLst/>
              <a:ahLst/>
              <a:cxnLst/>
              <a:rect l="l" t="t" r="r" b="b"/>
              <a:pathLst>
                <a:path w="366" h="533" extrusionOk="0">
                  <a:moveTo>
                    <a:pt x="113" y="0"/>
                  </a:moveTo>
                  <a:cubicBezTo>
                    <a:pt x="106" y="0"/>
                    <a:pt x="99" y="1"/>
                    <a:pt x="92" y="4"/>
                  </a:cubicBezTo>
                  <a:cubicBezTo>
                    <a:pt x="23" y="27"/>
                    <a:pt x="0" y="164"/>
                    <a:pt x="69" y="300"/>
                  </a:cubicBezTo>
                  <a:cubicBezTo>
                    <a:pt x="110" y="444"/>
                    <a:pt x="206" y="532"/>
                    <a:pt x="275" y="532"/>
                  </a:cubicBezTo>
                  <a:cubicBezTo>
                    <a:pt x="283" y="532"/>
                    <a:pt x="290" y="531"/>
                    <a:pt x="297" y="529"/>
                  </a:cubicBezTo>
                  <a:cubicBezTo>
                    <a:pt x="365" y="483"/>
                    <a:pt x="365" y="346"/>
                    <a:pt x="320" y="209"/>
                  </a:cubicBezTo>
                  <a:cubicBezTo>
                    <a:pt x="258" y="86"/>
                    <a:pt x="179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70"/>
            <p:cNvSpPr/>
            <p:nvPr/>
          </p:nvSpPr>
          <p:spPr>
            <a:xfrm>
              <a:off x="5643136" y="1985154"/>
              <a:ext cx="105127" cy="107665"/>
            </a:xfrm>
            <a:custGeom>
              <a:avLst/>
              <a:gdLst/>
              <a:ahLst/>
              <a:cxnLst/>
              <a:rect l="l" t="t" r="r" b="b"/>
              <a:pathLst>
                <a:path w="4473" h="4581" extrusionOk="0">
                  <a:moveTo>
                    <a:pt x="4246" y="0"/>
                  </a:moveTo>
                  <a:cubicBezTo>
                    <a:pt x="4166" y="0"/>
                    <a:pt x="4086" y="57"/>
                    <a:pt x="4086" y="171"/>
                  </a:cubicBezTo>
                  <a:cubicBezTo>
                    <a:pt x="4153" y="2077"/>
                    <a:pt x="2348" y="4240"/>
                    <a:pt x="384" y="4240"/>
                  </a:cubicBezTo>
                  <a:cubicBezTo>
                    <a:pt x="325" y="4240"/>
                    <a:pt x="265" y="4238"/>
                    <a:pt x="206" y="4234"/>
                  </a:cubicBezTo>
                  <a:cubicBezTo>
                    <a:pt x="0" y="4234"/>
                    <a:pt x="0" y="4554"/>
                    <a:pt x="206" y="4577"/>
                  </a:cubicBezTo>
                  <a:cubicBezTo>
                    <a:pt x="257" y="4579"/>
                    <a:pt x="309" y="4581"/>
                    <a:pt x="360" y="4581"/>
                  </a:cubicBezTo>
                  <a:cubicBezTo>
                    <a:pt x="2514" y="4581"/>
                    <a:pt x="4473" y="2267"/>
                    <a:pt x="4406" y="171"/>
                  </a:cubicBezTo>
                  <a:cubicBezTo>
                    <a:pt x="4406" y="57"/>
                    <a:pt x="4326" y="0"/>
                    <a:pt x="4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70"/>
            <p:cNvSpPr/>
            <p:nvPr/>
          </p:nvSpPr>
          <p:spPr>
            <a:xfrm>
              <a:off x="5656556" y="2157072"/>
              <a:ext cx="33280" cy="33280"/>
            </a:xfrm>
            <a:custGeom>
              <a:avLst/>
              <a:gdLst/>
              <a:ahLst/>
              <a:cxnLst/>
              <a:rect l="l" t="t" r="r" b="b"/>
              <a:pathLst>
                <a:path w="1416" h="1416" extrusionOk="0">
                  <a:moveTo>
                    <a:pt x="708" y="1"/>
                  </a:moveTo>
                  <a:cubicBezTo>
                    <a:pt x="320" y="1"/>
                    <a:pt x="0" y="320"/>
                    <a:pt x="0" y="708"/>
                  </a:cubicBezTo>
                  <a:cubicBezTo>
                    <a:pt x="0" y="1096"/>
                    <a:pt x="320" y="1416"/>
                    <a:pt x="708" y="1416"/>
                  </a:cubicBezTo>
                  <a:cubicBezTo>
                    <a:pt x="1096" y="1416"/>
                    <a:pt x="1415" y="1096"/>
                    <a:pt x="1415" y="708"/>
                  </a:cubicBezTo>
                  <a:cubicBezTo>
                    <a:pt x="1415" y="320"/>
                    <a:pt x="1096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70"/>
            <p:cNvSpPr/>
            <p:nvPr/>
          </p:nvSpPr>
          <p:spPr>
            <a:xfrm>
              <a:off x="5656556" y="2190328"/>
              <a:ext cx="33280" cy="33303"/>
            </a:xfrm>
            <a:custGeom>
              <a:avLst/>
              <a:gdLst/>
              <a:ahLst/>
              <a:cxnLst/>
              <a:rect l="l" t="t" r="r" b="b"/>
              <a:pathLst>
                <a:path w="1416" h="1417" extrusionOk="0">
                  <a:moveTo>
                    <a:pt x="708" y="1"/>
                  </a:moveTo>
                  <a:cubicBezTo>
                    <a:pt x="320" y="1"/>
                    <a:pt x="0" y="320"/>
                    <a:pt x="0" y="708"/>
                  </a:cubicBezTo>
                  <a:cubicBezTo>
                    <a:pt x="0" y="1096"/>
                    <a:pt x="320" y="1416"/>
                    <a:pt x="708" y="1416"/>
                  </a:cubicBezTo>
                  <a:cubicBezTo>
                    <a:pt x="1096" y="1416"/>
                    <a:pt x="1415" y="1096"/>
                    <a:pt x="1415" y="708"/>
                  </a:cubicBezTo>
                  <a:cubicBezTo>
                    <a:pt x="1415" y="320"/>
                    <a:pt x="1096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70"/>
            <p:cNvSpPr/>
            <p:nvPr/>
          </p:nvSpPr>
          <p:spPr>
            <a:xfrm>
              <a:off x="5651174" y="2136156"/>
              <a:ext cx="45101" cy="34901"/>
            </a:xfrm>
            <a:custGeom>
              <a:avLst/>
              <a:gdLst/>
              <a:ahLst/>
              <a:cxnLst/>
              <a:rect l="l" t="t" r="r" b="b"/>
              <a:pathLst>
                <a:path w="1919" h="1485" extrusionOk="0">
                  <a:moveTo>
                    <a:pt x="1" y="0"/>
                  </a:moveTo>
                  <a:lnTo>
                    <a:pt x="937" y="1484"/>
                  </a:lnTo>
                  <a:lnTo>
                    <a:pt x="1918" y="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70"/>
            <p:cNvSpPr/>
            <p:nvPr/>
          </p:nvSpPr>
          <p:spPr>
            <a:xfrm>
              <a:off x="5683912" y="3842580"/>
              <a:ext cx="107312" cy="150228"/>
            </a:xfrm>
            <a:custGeom>
              <a:avLst/>
              <a:gdLst/>
              <a:ahLst/>
              <a:cxnLst/>
              <a:rect l="l" t="t" r="r" b="b"/>
              <a:pathLst>
                <a:path w="4566" h="6392" extrusionOk="0">
                  <a:moveTo>
                    <a:pt x="4565" y="1"/>
                  </a:moveTo>
                  <a:lnTo>
                    <a:pt x="0" y="115"/>
                  </a:lnTo>
                  <a:lnTo>
                    <a:pt x="616" y="4383"/>
                  </a:lnTo>
                  <a:cubicBezTo>
                    <a:pt x="616" y="4383"/>
                    <a:pt x="1291" y="6391"/>
                    <a:pt x="2034" y="6391"/>
                  </a:cubicBezTo>
                  <a:cubicBezTo>
                    <a:pt x="2177" y="6391"/>
                    <a:pt x="2322" y="6317"/>
                    <a:pt x="2465" y="6141"/>
                  </a:cubicBezTo>
                  <a:cubicBezTo>
                    <a:pt x="3378" y="5045"/>
                    <a:pt x="4268" y="4452"/>
                    <a:pt x="4268" y="4452"/>
                  </a:cubicBezTo>
                  <a:lnTo>
                    <a:pt x="45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70"/>
            <p:cNvSpPr/>
            <p:nvPr/>
          </p:nvSpPr>
          <p:spPr>
            <a:xfrm>
              <a:off x="5363107" y="3847421"/>
              <a:ext cx="90156" cy="121273"/>
            </a:xfrm>
            <a:custGeom>
              <a:avLst/>
              <a:gdLst/>
              <a:ahLst/>
              <a:cxnLst/>
              <a:rect l="l" t="t" r="r" b="b"/>
              <a:pathLst>
                <a:path w="3836" h="5160" extrusionOk="0">
                  <a:moveTo>
                    <a:pt x="1" y="0"/>
                  </a:moveTo>
                  <a:lnTo>
                    <a:pt x="115" y="3949"/>
                  </a:lnTo>
                  <a:cubicBezTo>
                    <a:pt x="115" y="3949"/>
                    <a:pt x="457" y="5113"/>
                    <a:pt x="1119" y="5159"/>
                  </a:cubicBezTo>
                  <a:cubicBezTo>
                    <a:pt x="1124" y="5159"/>
                    <a:pt x="1128" y="5159"/>
                    <a:pt x="1133" y="5159"/>
                  </a:cubicBezTo>
                  <a:cubicBezTo>
                    <a:pt x="1510" y="5159"/>
                    <a:pt x="2511" y="4291"/>
                    <a:pt x="2511" y="4291"/>
                  </a:cubicBezTo>
                  <a:lnTo>
                    <a:pt x="383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70"/>
            <p:cNvSpPr/>
            <p:nvPr/>
          </p:nvSpPr>
          <p:spPr>
            <a:xfrm>
              <a:off x="5686051" y="3929891"/>
              <a:ext cx="193684" cy="95115"/>
            </a:xfrm>
            <a:custGeom>
              <a:avLst/>
              <a:gdLst/>
              <a:ahLst/>
              <a:cxnLst/>
              <a:rect l="l" t="t" r="r" b="b"/>
              <a:pathLst>
                <a:path w="8241" h="4047" extrusionOk="0">
                  <a:moveTo>
                    <a:pt x="586" y="0"/>
                  </a:moveTo>
                  <a:cubicBezTo>
                    <a:pt x="566" y="0"/>
                    <a:pt x="546" y="2"/>
                    <a:pt x="525" y="6"/>
                  </a:cubicBezTo>
                  <a:cubicBezTo>
                    <a:pt x="388" y="29"/>
                    <a:pt x="297" y="97"/>
                    <a:pt x="274" y="189"/>
                  </a:cubicBezTo>
                  <a:cubicBezTo>
                    <a:pt x="160" y="828"/>
                    <a:pt x="0" y="3133"/>
                    <a:pt x="69" y="3841"/>
                  </a:cubicBezTo>
                  <a:cubicBezTo>
                    <a:pt x="81" y="3904"/>
                    <a:pt x="466" y="3939"/>
                    <a:pt x="810" y="3939"/>
                  </a:cubicBezTo>
                  <a:cubicBezTo>
                    <a:pt x="1092" y="3939"/>
                    <a:pt x="1347" y="3915"/>
                    <a:pt x="1347" y="3864"/>
                  </a:cubicBezTo>
                  <a:lnTo>
                    <a:pt x="1553" y="3065"/>
                  </a:lnTo>
                  <a:cubicBezTo>
                    <a:pt x="1541" y="2942"/>
                    <a:pt x="1590" y="2885"/>
                    <a:pt x="1656" y="2885"/>
                  </a:cubicBezTo>
                  <a:cubicBezTo>
                    <a:pt x="1725" y="2885"/>
                    <a:pt x="1814" y="2948"/>
                    <a:pt x="1872" y="3065"/>
                  </a:cubicBezTo>
                  <a:lnTo>
                    <a:pt x="2260" y="3886"/>
                  </a:lnTo>
                  <a:cubicBezTo>
                    <a:pt x="2306" y="3978"/>
                    <a:pt x="2420" y="4046"/>
                    <a:pt x="2557" y="4046"/>
                  </a:cubicBezTo>
                  <a:lnTo>
                    <a:pt x="7852" y="4001"/>
                  </a:lnTo>
                  <a:cubicBezTo>
                    <a:pt x="8103" y="4001"/>
                    <a:pt x="8240" y="3772"/>
                    <a:pt x="8058" y="3635"/>
                  </a:cubicBezTo>
                  <a:lnTo>
                    <a:pt x="4474" y="714"/>
                  </a:lnTo>
                  <a:cubicBezTo>
                    <a:pt x="4410" y="671"/>
                    <a:pt x="4330" y="648"/>
                    <a:pt x="4251" y="648"/>
                  </a:cubicBezTo>
                  <a:cubicBezTo>
                    <a:pt x="4164" y="648"/>
                    <a:pt x="4078" y="676"/>
                    <a:pt x="4018" y="737"/>
                  </a:cubicBezTo>
                  <a:cubicBezTo>
                    <a:pt x="3858" y="874"/>
                    <a:pt x="3333" y="1125"/>
                    <a:pt x="2922" y="1262"/>
                  </a:cubicBezTo>
                  <a:cubicBezTo>
                    <a:pt x="2867" y="1280"/>
                    <a:pt x="2807" y="1288"/>
                    <a:pt x="2745" y="1288"/>
                  </a:cubicBezTo>
                  <a:cubicBezTo>
                    <a:pt x="2108" y="1288"/>
                    <a:pt x="1134" y="409"/>
                    <a:pt x="822" y="97"/>
                  </a:cubicBezTo>
                  <a:cubicBezTo>
                    <a:pt x="766" y="41"/>
                    <a:pt x="679" y="0"/>
                    <a:pt x="58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70"/>
            <p:cNvSpPr/>
            <p:nvPr/>
          </p:nvSpPr>
          <p:spPr>
            <a:xfrm>
              <a:off x="5311614" y="3936189"/>
              <a:ext cx="126091" cy="130674"/>
            </a:xfrm>
            <a:custGeom>
              <a:avLst/>
              <a:gdLst/>
              <a:ahLst/>
              <a:cxnLst/>
              <a:rect l="l" t="t" r="r" b="b"/>
              <a:pathLst>
                <a:path w="5365" h="5560" extrusionOk="0">
                  <a:moveTo>
                    <a:pt x="2317" y="1"/>
                  </a:moveTo>
                  <a:cubicBezTo>
                    <a:pt x="2294" y="1"/>
                    <a:pt x="2272" y="12"/>
                    <a:pt x="2260" y="35"/>
                  </a:cubicBezTo>
                  <a:lnTo>
                    <a:pt x="206" y="3436"/>
                  </a:lnTo>
                  <a:cubicBezTo>
                    <a:pt x="0" y="3778"/>
                    <a:pt x="115" y="4166"/>
                    <a:pt x="503" y="4417"/>
                  </a:cubicBezTo>
                  <a:cubicBezTo>
                    <a:pt x="1142" y="4783"/>
                    <a:pt x="1667" y="5536"/>
                    <a:pt x="2078" y="5559"/>
                  </a:cubicBezTo>
                  <a:cubicBezTo>
                    <a:pt x="2088" y="5559"/>
                    <a:pt x="2098" y="5559"/>
                    <a:pt x="2108" y="5559"/>
                  </a:cubicBezTo>
                  <a:cubicBezTo>
                    <a:pt x="2818" y="5559"/>
                    <a:pt x="3936" y="4801"/>
                    <a:pt x="4565" y="4531"/>
                  </a:cubicBezTo>
                  <a:cubicBezTo>
                    <a:pt x="5022" y="4326"/>
                    <a:pt x="5364" y="4052"/>
                    <a:pt x="5296" y="3687"/>
                  </a:cubicBezTo>
                  <a:lnTo>
                    <a:pt x="4794" y="263"/>
                  </a:lnTo>
                  <a:cubicBezTo>
                    <a:pt x="4794" y="235"/>
                    <a:pt x="4768" y="215"/>
                    <a:pt x="4737" y="215"/>
                  </a:cubicBezTo>
                  <a:cubicBezTo>
                    <a:pt x="4718" y="215"/>
                    <a:pt x="4697" y="223"/>
                    <a:pt x="4680" y="240"/>
                  </a:cubicBezTo>
                  <a:lnTo>
                    <a:pt x="3904" y="948"/>
                  </a:lnTo>
                  <a:cubicBezTo>
                    <a:pt x="3792" y="1050"/>
                    <a:pt x="3589" y="1101"/>
                    <a:pt x="3385" y="1101"/>
                  </a:cubicBezTo>
                  <a:cubicBezTo>
                    <a:pt x="3131" y="1101"/>
                    <a:pt x="2874" y="1021"/>
                    <a:pt x="2785" y="857"/>
                  </a:cubicBezTo>
                  <a:cubicBezTo>
                    <a:pt x="2648" y="674"/>
                    <a:pt x="2374" y="35"/>
                    <a:pt x="2374" y="35"/>
                  </a:cubicBezTo>
                  <a:cubicBezTo>
                    <a:pt x="2363" y="12"/>
                    <a:pt x="2340" y="1"/>
                    <a:pt x="231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70"/>
            <p:cNvSpPr/>
            <p:nvPr/>
          </p:nvSpPr>
          <p:spPr>
            <a:xfrm>
              <a:off x="5263858" y="2586434"/>
              <a:ext cx="726392" cy="1281215"/>
            </a:xfrm>
            <a:custGeom>
              <a:avLst/>
              <a:gdLst/>
              <a:ahLst/>
              <a:cxnLst/>
              <a:rect l="l" t="t" r="r" b="b"/>
              <a:pathLst>
                <a:path w="30907" h="54514" extrusionOk="0">
                  <a:moveTo>
                    <a:pt x="21639" y="1"/>
                  </a:moveTo>
                  <a:cubicBezTo>
                    <a:pt x="19194" y="1"/>
                    <a:pt x="16582" y="313"/>
                    <a:pt x="14290" y="380"/>
                  </a:cubicBezTo>
                  <a:cubicBezTo>
                    <a:pt x="12760" y="3119"/>
                    <a:pt x="11939" y="5105"/>
                    <a:pt x="11048" y="8597"/>
                  </a:cubicBezTo>
                  <a:cubicBezTo>
                    <a:pt x="10021" y="12614"/>
                    <a:pt x="480" y="46715"/>
                    <a:pt x="1" y="54042"/>
                  </a:cubicBezTo>
                  <a:cubicBezTo>
                    <a:pt x="812" y="54230"/>
                    <a:pt x="5074" y="54281"/>
                    <a:pt x="8282" y="54281"/>
                  </a:cubicBezTo>
                  <a:cubicBezTo>
                    <a:pt x="10127" y="54281"/>
                    <a:pt x="11624" y="54264"/>
                    <a:pt x="11916" y="54248"/>
                  </a:cubicBezTo>
                  <a:cubicBezTo>
                    <a:pt x="14472" y="46943"/>
                    <a:pt x="17896" y="23182"/>
                    <a:pt x="18992" y="18572"/>
                  </a:cubicBezTo>
                  <a:cubicBezTo>
                    <a:pt x="19063" y="18257"/>
                    <a:pt x="19318" y="18114"/>
                    <a:pt x="19575" y="18114"/>
                  </a:cubicBezTo>
                  <a:cubicBezTo>
                    <a:pt x="19895" y="18114"/>
                    <a:pt x="20217" y="18338"/>
                    <a:pt x="20179" y="18731"/>
                  </a:cubicBezTo>
                  <a:cubicBezTo>
                    <a:pt x="19539" y="24004"/>
                    <a:pt x="15728" y="46167"/>
                    <a:pt x="14061" y="54270"/>
                  </a:cubicBezTo>
                  <a:cubicBezTo>
                    <a:pt x="14420" y="54456"/>
                    <a:pt x="17552" y="54514"/>
                    <a:pt x="20474" y="54514"/>
                  </a:cubicBezTo>
                  <a:cubicBezTo>
                    <a:pt x="22951" y="54514"/>
                    <a:pt x="25278" y="54472"/>
                    <a:pt x="25634" y="54430"/>
                  </a:cubicBezTo>
                  <a:cubicBezTo>
                    <a:pt x="26478" y="45414"/>
                    <a:pt x="30906" y="11222"/>
                    <a:pt x="24219" y="152"/>
                  </a:cubicBezTo>
                  <a:cubicBezTo>
                    <a:pt x="23396" y="42"/>
                    <a:pt x="22529" y="1"/>
                    <a:pt x="2163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70"/>
            <p:cNvSpPr/>
            <p:nvPr/>
          </p:nvSpPr>
          <p:spPr>
            <a:xfrm>
              <a:off x="5809437" y="2600724"/>
              <a:ext cx="78334" cy="1257454"/>
            </a:xfrm>
            <a:custGeom>
              <a:avLst/>
              <a:gdLst/>
              <a:ahLst/>
              <a:cxnLst/>
              <a:rect l="l" t="t" r="r" b="b"/>
              <a:pathLst>
                <a:path w="3333" h="53503" fill="none" extrusionOk="0">
                  <a:moveTo>
                    <a:pt x="365" y="0"/>
                  </a:moveTo>
                  <a:cubicBezTo>
                    <a:pt x="365" y="0"/>
                    <a:pt x="3333" y="7510"/>
                    <a:pt x="3333" y="17028"/>
                  </a:cubicBezTo>
                  <a:cubicBezTo>
                    <a:pt x="3333" y="26569"/>
                    <a:pt x="0" y="53503"/>
                    <a:pt x="0" y="5350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70"/>
            <p:cNvSpPr/>
            <p:nvPr/>
          </p:nvSpPr>
          <p:spPr>
            <a:xfrm>
              <a:off x="5311074" y="2610900"/>
              <a:ext cx="324570" cy="1244058"/>
            </a:xfrm>
            <a:custGeom>
              <a:avLst/>
              <a:gdLst/>
              <a:ahLst/>
              <a:cxnLst/>
              <a:rect l="l" t="t" r="r" b="b"/>
              <a:pathLst>
                <a:path w="13810" h="52933" fill="none" extrusionOk="0">
                  <a:moveTo>
                    <a:pt x="1" y="52933"/>
                  </a:moveTo>
                  <a:lnTo>
                    <a:pt x="1381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70"/>
            <p:cNvSpPr/>
            <p:nvPr/>
          </p:nvSpPr>
          <p:spPr>
            <a:xfrm>
              <a:off x="5586261" y="2617340"/>
              <a:ext cx="93916" cy="204942"/>
            </a:xfrm>
            <a:custGeom>
              <a:avLst/>
              <a:gdLst/>
              <a:ahLst/>
              <a:cxnLst/>
              <a:rect l="l" t="t" r="r" b="b"/>
              <a:pathLst>
                <a:path w="3996" h="8720" fill="none" extrusionOk="0">
                  <a:moveTo>
                    <a:pt x="3995" y="1"/>
                  </a:moveTo>
                  <a:cubicBezTo>
                    <a:pt x="3995" y="1"/>
                    <a:pt x="3904" y="8720"/>
                    <a:pt x="1" y="80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70"/>
            <p:cNvSpPr/>
            <p:nvPr/>
          </p:nvSpPr>
          <p:spPr>
            <a:xfrm>
              <a:off x="5779401" y="2612522"/>
              <a:ext cx="92294" cy="219419"/>
            </a:xfrm>
            <a:custGeom>
              <a:avLst/>
              <a:gdLst/>
              <a:ahLst/>
              <a:cxnLst/>
              <a:rect l="l" t="t" r="r" b="b"/>
              <a:pathLst>
                <a:path w="3927" h="9336" fill="none" extrusionOk="0">
                  <a:moveTo>
                    <a:pt x="3926" y="8651"/>
                  </a:moveTo>
                  <a:cubicBezTo>
                    <a:pt x="0" y="9336"/>
                    <a:pt x="548" y="0"/>
                    <a:pt x="54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70"/>
            <p:cNvSpPr/>
            <p:nvPr/>
          </p:nvSpPr>
          <p:spPr>
            <a:xfrm>
              <a:off x="5517070" y="2260600"/>
              <a:ext cx="356768" cy="354089"/>
            </a:xfrm>
            <a:custGeom>
              <a:avLst/>
              <a:gdLst/>
              <a:ahLst/>
              <a:cxnLst/>
              <a:rect l="l" t="t" r="r" b="b"/>
              <a:pathLst>
                <a:path w="15180" h="15066" extrusionOk="0">
                  <a:moveTo>
                    <a:pt x="12760" y="1"/>
                  </a:moveTo>
                  <a:lnTo>
                    <a:pt x="12760" y="1"/>
                  </a:lnTo>
                  <a:cubicBezTo>
                    <a:pt x="11560" y="501"/>
                    <a:pt x="10374" y="665"/>
                    <a:pt x="9338" y="665"/>
                  </a:cubicBezTo>
                  <a:cubicBezTo>
                    <a:pt x="7397" y="665"/>
                    <a:pt x="5981" y="92"/>
                    <a:pt x="5981" y="92"/>
                  </a:cubicBezTo>
                  <a:cubicBezTo>
                    <a:pt x="5205" y="138"/>
                    <a:pt x="3401" y="1051"/>
                    <a:pt x="3401" y="1051"/>
                  </a:cubicBezTo>
                  <a:cubicBezTo>
                    <a:pt x="2466" y="3699"/>
                    <a:pt x="0" y="12053"/>
                    <a:pt x="2808" y="14518"/>
                  </a:cubicBezTo>
                  <a:cubicBezTo>
                    <a:pt x="5371" y="14920"/>
                    <a:pt x="7465" y="15065"/>
                    <a:pt x="9152" y="15065"/>
                  </a:cubicBezTo>
                  <a:cubicBezTo>
                    <a:pt x="13489" y="15065"/>
                    <a:pt x="15134" y="14107"/>
                    <a:pt x="15134" y="14107"/>
                  </a:cubicBezTo>
                  <a:cubicBezTo>
                    <a:pt x="15020" y="13787"/>
                    <a:pt x="14974" y="10729"/>
                    <a:pt x="15065" y="8583"/>
                  </a:cubicBezTo>
                  <a:cubicBezTo>
                    <a:pt x="15179" y="6461"/>
                    <a:pt x="12669" y="229"/>
                    <a:pt x="1276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70"/>
            <p:cNvSpPr/>
            <p:nvPr/>
          </p:nvSpPr>
          <p:spPr>
            <a:xfrm>
              <a:off x="5657073" y="2222526"/>
              <a:ext cx="121273" cy="117630"/>
            </a:xfrm>
            <a:custGeom>
              <a:avLst/>
              <a:gdLst/>
              <a:ahLst/>
              <a:cxnLst/>
              <a:rect l="l" t="t" r="r" b="b"/>
              <a:pathLst>
                <a:path w="5160" h="5005" extrusionOk="0">
                  <a:moveTo>
                    <a:pt x="1302" y="0"/>
                  </a:moveTo>
                  <a:lnTo>
                    <a:pt x="1" y="1689"/>
                  </a:lnTo>
                  <a:cubicBezTo>
                    <a:pt x="982" y="3127"/>
                    <a:pt x="4224" y="4611"/>
                    <a:pt x="4954" y="4999"/>
                  </a:cubicBezTo>
                  <a:cubicBezTo>
                    <a:pt x="4970" y="5003"/>
                    <a:pt x="4985" y="5005"/>
                    <a:pt x="5001" y="5005"/>
                  </a:cubicBezTo>
                  <a:cubicBezTo>
                    <a:pt x="5074" y="5005"/>
                    <a:pt x="5137" y="4961"/>
                    <a:pt x="5137" y="4885"/>
                  </a:cubicBezTo>
                  <a:lnTo>
                    <a:pt x="5159" y="1895"/>
                  </a:lnTo>
                  <a:cubicBezTo>
                    <a:pt x="2854" y="1096"/>
                    <a:pt x="1302" y="0"/>
                    <a:pt x="130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70"/>
            <p:cNvSpPr/>
            <p:nvPr/>
          </p:nvSpPr>
          <p:spPr>
            <a:xfrm>
              <a:off x="5777780" y="2220387"/>
              <a:ext cx="40800" cy="118406"/>
            </a:xfrm>
            <a:custGeom>
              <a:avLst/>
              <a:gdLst/>
              <a:ahLst/>
              <a:cxnLst/>
              <a:rect l="l" t="t" r="r" b="b"/>
              <a:pathLst>
                <a:path w="1736" h="5038" extrusionOk="0">
                  <a:moveTo>
                    <a:pt x="343" y="0"/>
                  </a:moveTo>
                  <a:cubicBezTo>
                    <a:pt x="343" y="0"/>
                    <a:pt x="731" y="1370"/>
                    <a:pt x="1" y="1917"/>
                  </a:cubicBezTo>
                  <a:lnTo>
                    <a:pt x="1005" y="4862"/>
                  </a:lnTo>
                  <a:cubicBezTo>
                    <a:pt x="1055" y="4988"/>
                    <a:pt x="1126" y="5037"/>
                    <a:pt x="1184" y="5037"/>
                  </a:cubicBezTo>
                  <a:cubicBezTo>
                    <a:pt x="1231" y="5037"/>
                    <a:pt x="1269" y="5004"/>
                    <a:pt x="1279" y="4953"/>
                  </a:cubicBezTo>
                  <a:cubicBezTo>
                    <a:pt x="1439" y="4223"/>
                    <a:pt x="1735" y="2579"/>
                    <a:pt x="1530" y="1621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70"/>
            <p:cNvSpPr/>
            <p:nvPr/>
          </p:nvSpPr>
          <p:spPr>
            <a:xfrm>
              <a:off x="5787439" y="2330895"/>
              <a:ext cx="9683" cy="18778"/>
            </a:xfrm>
            <a:custGeom>
              <a:avLst/>
              <a:gdLst/>
              <a:ahLst/>
              <a:cxnLst/>
              <a:rect l="l" t="t" r="r" b="b"/>
              <a:pathLst>
                <a:path w="412" h="799" extrusionOk="0">
                  <a:moveTo>
                    <a:pt x="206" y="0"/>
                  </a:moveTo>
                  <a:cubicBezTo>
                    <a:pt x="92" y="0"/>
                    <a:pt x="0" y="183"/>
                    <a:pt x="0" y="411"/>
                  </a:cubicBezTo>
                  <a:cubicBezTo>
                    <a:pt x="0" y="616"/>
                    <a:pt x="92" y="799"/>
                    <a:pt x="206" y="799"/>
                  </a:cubicBezTo>
                  <a:cubicBezTo>
                    <a:pt x="320" y="799"/>
                    <a:pt x="411" y="616"/>
                    <a:pt x="411" y="411"/>
                  </a:cubicBezTo>
                  <a:cubicBezTo>
                    <a:pt x="411" y="183"/>
                    <a:pt x="320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70"/>
            <p:cNvSpPr/>
            <p:nvPr/>
          </p:nvSpPr>
          <p:spPr>
            <a:xfrm>
              <a:off x="5789578" y="2371107"/>
              <a:ext cx="10224" cy="18285"/>
            </a:xfrm>
            <a:custGeom>
              <a:avLst/>
              <a:gdLst/>
              <a:ahLst/>
              <a:cxnLst/>
              <a:rect l="l" t="t" r="r" b="b"/>
              <a:pathLst>
                <a:path w="435" h="778" extrusionOk="0">
                  <a:moveTo>
                    <a:pt x="229" y="1"/>
                  </a:moveTo>
                  <a:cubicBezTo>
                    <a:pt x="115" y="1"/>
                    <a:pt x="1" y="161"/>
                    <a:pt x="1" y="389"/>
                  </a:cubicBezTo>
                  <a:cubicBezTo>
                    <a:pt x="1" y="617"/>
                    <a:pt x="115" y="777"/>
                    <a:pt x="229" y="777"/>
                  </a:cubicBezTo>
                  <a:cubicBezTo>
                    <a:pt x="343" y="777"/>
                    <a:pt x="434" y="617"/>
                    <a:pt x="434" y="389"/>
                  </a:cubicBezTo>
                  <a:cubicBezTo>
                    <a:pt x="434" y="161"/>
                    <a:pt x="343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70"/>
            <p:cNvSpPr/>
            <p:nvPr/>
          </p:nvSpPr>
          <p:spPr>
            <a:xfrm>
              <a:off x="5791740" y="2414563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1"/>
                  </a:moveTo>
                  <a:cubicBezTo>
                    <a:pt x="91" y="1"/>
                    <a:pt x="0" y="183"/>
                    <a:pt x="0" y="412"/>
                  </a:cubicBezTo>
                  <a:cubicBezTo>
                    <a:pt x="0" y="617"/>
                    <a:pt x="91" y="800"/>
                    <a:pt x="205" y="800"/>
                  </a:cubicBezTo>
                  <a:cubicBezTo>
                    <a:pt x="320" y="800"/>
                    <a:pt x="434" y="617"/>
                    <a:pt x="434" y="412"/>
                  </a:cubicBezTo>
                  <a:cubicBezTo>
                    <a:pt x="434" y="183"/>
                    <a:pt x="320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70"/>
            <p:cNvSpPr/>
            <p:nvPr/>
          </p:nvSpPr>
          <p:spPr>
            <a:xfrm>
              <a:off x="5791740" y="2463377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1"/>
                  </a:moveTo>
                  <a:cubicBezTo>
                    <a:pt x="91" y="1"/>
                    <a:pt x="0" y="161"/>
                    <a:pt x="0" y="389"/>
                  </a:cubicBezTo>
                  <a:cubicBezTo>
                    <a:pt x="0" y="617"/>
                    <a:pt x="91" y="800"/>
                    <a:pt x="205" y="800"/>
                  </a:cubicBezTo>
                  <a:cubicBezTo>
                    <a:pt x="320" y="800"/>
                    <a:pt x="434" y="617"/>
                    <a:pt x="434" y="389"/>
                  </a:cubicBezTo>
                  <a:cubicBezTo>
                    <a:pt x="434" y="161"/>
                    <a:pt x="320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70"/>
            <p:cNvSpPr/>
            <p:nvPr/>
          </p:nvSpPr>
          <p:spPr>
            <a:xfrm>
              <a:off x="5791740" y="2511674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0"/>
                  </a:moveTo>
                  <a:cubicBezTo>
                    <a:pt x="91" y="0"/>
                    <a:pt x="0" y="183"/>
                    <a:pt x="0" y="388"/>
                  </a:cubicBezTo>
                  <a:cubicBezTo>
                    <a:pt x="0" y="616"/>
                    <a:pt x="91" y="799"/>
                    <a:pt x="205" y="799"/>
                  </a:cubicBezTo>
                  <a:cubicBezTo>
                    <a:pt x="320" y="799"/>
                    <a:pt x="434" y="616"/>
                    <a:pt x="434" y="388"/>
                  </a:cubicBezTo>
                  <a:cubicBezTo>
                    <a:pt x="434" y="183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70"/>
            <p:cNvSpPr/>
            <p:nvPr/>
          </p:nvSpPr>
          <p:spPr>
            <a:xfrm>
              <a:off x="5791740" y="2559947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0"/>
                  </a:moveTo>
                  <a:cubicBezTo>
                    <a:pt x="91" y="0"/>
                    <a:pt x="0" y="183"/>
                    <a:pt x="0" y="411"/>
                  </a:cubicBezTo>
                  <a:cubicBezTo>
                    <a:pt x="0" y="617"/>
                    <a:pt x="91" y="799"/>
                    <a:pt x="205" y="799"/>
                  </a:cubicBezTo>
                  <a:cubicBezTo>
                    <a:pt x="320" y="799"/>
                    <a:pt x="434" y="617"/>
                    <a:pt x="434" y="411"/>
                  </a:cubicBezTo>
                  <a:cubicBezTo>
                    <a:pt x="434" y="183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70"/>
            <p:cNvSpPr/>
            <p:nvPr/>
          </p:nvSpPr>
          <p:spPr>
            <a:xfrm>
              <a:off x="5354529" y="2693510"/>
              <a:ext cx="382503" cy="357849"/>
            </a:xfrm>
            <a:custGeom>
              <a:avLst/>
              <a:gdLst/>
              <a:ahLst/>
              <a:cxnLst/>
              <a:rect l="l" t="t" r="r" b="b"/>
              <a:pathLst>
                <a:path w="16275" h="15226" extrusionOk="0">
                  <a:moveTo>
                    <a:pt x="4908" y="1"/>
                  </a:moveTo>
                  <a:lnTo>
                    <a:pt x="0" y="7647"/>
                  </a:lnTo>
                  <a:lnTo>
                    <a:pt x="11824" y="15225"/>
                  </a:lnTo>
                  <a:lnTo>
                    <a:pt x="15704" y="9177"/>
                  </a:lnTo>
                  <a:cubicBezTo>
                    <a:pt x="16275" y="8287"/>
                    <a:pt x="16024" y="7122"/>
                    <a:pt x="15134" y="6552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70"/>
            <p:cNvSpPr/>
            <p:nvPr/>
          </p:nvSpPr>
          <p:spPr>
            <a:xfrm>
              <a:off x="5512769" y="2832455"/>
              <a:ext cx="76736" cy="76736"/>
            </a:xfrm>
            <a:custGeom>
              <a:avLst/>
              <a:gdLst/>
              <a:ahLst/>
              <a:cxnLst/>
              <a:rect l="l" t="t" r="r" b="b"/>
              <a:pathLst>
                <a:path w="3265" h="3265" extrusionOk="0">
                  <a:moveTo>
                    <a:pt x="1644" y="1"/>
                  </a:moveTo>
                  <a:cubicBezTo>
                    <a:pt x="731" y="1"/>
                    <a:pt x="1" y="731"/>
                    <a:pt x="1" y="1644"/>
                  </a:cubicBezTo>
                  <a:cubicBezTo>
                    <a:pt x="1" y="2534"/>
                    <a:pt x="731" y="3265"/>
                    <a:pt x="1644" y="3265"/>
                  </a:cubicBezTo>
                  <a:cubicBezTo>
                    <a:pt x="2535" y="3265"/>
                    <a:pt x="3265" y="2534"/>
                    <a:pt x="3265" y="1644"/>
                  </a:cubicBezTo>
                  <a:cubicBezTo>
                    <a:pt x="3265" y="731"/>
                    <a:pt x="2535" y="1"/>
                    <a:pt x="16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70"/>
            <p:cNvSpPr/>
            <p:nvPr/>
          </p:nvSpPr>
          <p:spPr>
            <a:xfrm>
              <a:off x="5445177" y="2277145"/>
              <a:ext cx="219443" cy="740047"/>
            </a:xfrm>
            <a:custGeom>
              <a:avLst/>
              <a:gdLst/>
              <a:ahLst/>
              <a:cxnLst/>
              <a:rect l="l" t="t" r="r" b="b"/>
              <a:pathLst>
                <a:path w="9337" h="31488" extrusionOk="0">
                  <a:moveTo>
                    <a:pt x="7141" y="0"/>
                  </a:moveTo>
                  <a:cubicBezTo>
                    <a:pt x="5732" y="0"/>
                    <a:pt x="3830" y="4461"/>
                    <a:pt x="3539" y="6076"/>
                  </a:cubicBezTo>
                  <a:cubicBezTo>
                    <a:pt x="1" y="25797"/>
                    <a:pt x="2306" y="29563"/>
                    <a:pt x="2535" y="29700"/>
                  </a:cubicBezTo>
                  <a:cubicBezTo>
                    <a:pt x="2831" y="29906"/>
                    <a:pt x="4475" y="31412"/>
                    <a:pt x="4680" y="31481"/>
                  </a:cubicBezTo>
                  <a:cubicBezTo>
                    <a:pt x="4693" y="31485"/>
                    <a:pt x="4705" y="31487"/>
                    <a:pt x="4716" y="31487"/>
                  </a:cubicBezTo>
                  <a:cubicBezTo>
                    <a:pt x="5040" y="31487"/>
                    <a:pt x="4637" y="29574"/>
                    <a:pt x="4703" y="28536"/>
                  </a:cubicBezTo>
                  <a:cubicBezTo>
                    <a:pt x="4703" y="28519"/>
                    <a:pt x="4703" y="28511"/>
                    <a:pt x="4704" y="28511"/>
                  </a:cubicBezTo>
                  <a:cubicBezTo>
                    <a:pt x="4711" y="28511"/>
                    <a:pt x="4751" y="29255"/>
                    <a:pt x="4771" y="29586"/>
                  </a:cubicBezTo>
                  <a:lnTo>
                    <a:pt x="4840" y="30431"/>
                  </a:lnTo>
                  <a:cubicBezTo>
                    <a:pt x="5319" y="30202"/>
                    <a:pt x="5319" y="29244"/>
                    <a:pt x="5388" y="28924"/>
                  </a:cubicBezTo>
                  <a:cubicBezTo>
                    <a:pt x="5502" y="28490"/>
                    <a:pt x="5411" y="28217"/>
                    <a:pt x="5365" y="28125"/>
                  </a:cubicBezTo>
                  <a:cubicBezTo>
                    <a:pt x="5137" y="27646"/>
                    <a:pt x="4703" y="26710"/>
                    <a:pt x="4634" y="25888"/>
                  </a:cubicBezTo>
                  <a:cubicBezTo>
                    <a:pt x="4612" y="25386"/>
                    <a:pt x="7944" y="9363"/>
                    <a:pt x="8538" y="7012"/>
                  </a:cubicBezTo>
                  <a:cubicBezTo>
                    <a:pt x="9336" y="3794"/>
                    <a:pt x="8332" y="119"/>
                    <a:pt x="7214" y="5"/>
                  </a:cubicBezTo>
                  <a:cubicBezTo>
                    <a:pt x="7190" y="2"/>
                    <a:pt x="7165" y="0"/>
                    <a:pt x="71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70"/>
            <p:cNvSpPr/>
            <p:nvPr/>
          </p:nvSpPr>
          <p:spPr>
            <a:xfrm>
              <a:off x="7742773" y="2542344"/>
              <a:ext cx="349247" cy="268140"/>
            </a:xfrm>
            <a:custGeom>
              <a:avLst/>
              <a:gdLst/>
              <a:ahLst/>
              <a:cxnLst/>
              <a:rect l="l" t="t" r="r" b="b"/>
              <a:pathLst>
                <a:path w="14860" h="11409" extrusionOk="0">
                  <a:moveTo>
                    <a:pt x="5880" y="0"/>
                  </a:moveTo>
                  <a:cubicBezTo>
                    <a:pt x="4404" y="0"/>
                    <a:pt x="2881" y="458"/>
                    <a:pt x="2397" y="1343"/>
                  </a:cubicBezTo>
                  <a:cubicBezTo>
                    <a:pt x="2101" y="1891"/>
                    <a:pt x="1" y="9446"/>
                    <a:pt x="92" y="10062"/>
                  </a:cubicBezTo>
                  <a:lnTo>
                    <a:pt x="14061" y="11409"/>
                  </a:lnTo>
                  <a:cubicBezTo>
                    <a:pt x="14860" y="9492"/>
                    <a:pt x="10934" y="2187"/>
                    <a:pt x="8400" y="590"/>
                  </a:cubicBezTo>
                  <a:cubicBezTo>
                    <a:pt x="7780" y="194"/>
                    <a:pt x="6840" y="0"/>
                    <a:pt x="5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70"/>
            <p:cNvSpPr/>
            <p:nvPr/>
          </p:nvSpPr>
          <p:spPr>
            <a:xfrm>
              <a:off x="7755111" y="2573931"/>
              <a:ext cx="205482" cy="312983"/>
            </a:xfrm>
            <a:custGeom>
              <a:avLst/>
              <a:gdLst/>
              <a:ahLst/>
              <a:cxnLst/>
              <a:rect l="l" t="t" r="r" b="b"/>
              <a:pathLst>
                <a:path w="8743" h="13317" extrusionOk="0">
                  <a:moveTo>
                    <a:pt x="4451" y="0"/>
                  </a:moveTo>
                  <a:cubicBezTo>
                    <a:pt x="3493" y="0"/>
                    <a:pt x="1812" y="380"/>
                    <a:pt x="1051" y="2989"/>
                  </a:cubicBezTo>
                  <a:cubicBezTo>
                    <a:pt x="1" y="6527"/>
                    <a:pt x="1667" y="6710"/>
                    <a:pt x="2101" y="7143"/>
                  </a:cubicBezTo>
                  <a:cubicBezTo>
                    <a:pt x="2123" y="7166"/>
                    <a:pt x="1690" y="12119"/>
                    <a:pt x="1690" y="12119"/>
                  </a:cubicBezTo>
                  <a:cubicBezTo>
                    <a:pt x="1675" y="13017"/>
                    <a:pt x="2271" y="13316"/>
                    <a:pt x="3072" y="13316"/>
                  </a:cubicBezTo>
                  <a:cubicBezTo>
                    <a:pt x="4675" y="13316"/>
                    <a:pt x="7099" y="12119"/>
                    <a:pt x="7099" y="12119"/>
                  </a:cubicBezTo>
                  <a:cubicBezTo>
                    <a:pt x="7099" y="12119"/>
                    <a:pt x="5456" y="11183"/>
                    <a:pt x="6004" y="9083"/>
                  </a:cubicBezTo>
                  <a:cubicBezTo>
                    <a:pt x="6255" y="8148"/>
                    <a:pt x="6415" y="7371"/>
                    <a:pt x="6734" y="7029"/>
                  </a:cubicBezTo>
                  <a:cubicBezTo>
                    <a:pt x="6825" y="6915"/>
                    <a:pt x="7191" y="6892"/>
                    <a:pt x="7328" y="6869"/>
                  </a:cubicBezTo>
                  <a:cubicBezTo>
                    <a:pt x="7875" y="6846"/>
                    <a:pt x="8743" y="6322"/>
                    <a:pt x="8629" y="5408"/>
                  </a:cubicBezTo>
                  <a:cubicBezTo>
                    <a:pt x="8529" y="4615"/>
                    <a:pt x="7912" y="4563"/>
                    <a:pt x="7513" y="4563"/>
                  </a:cubicBezTo>
                  <a:cubicBezTo>
                    <a:pt x="7453" y="4563"/>
                    <a:pt x="7398" y="4564"/>
                    <a:pt x="7350" y="4564"/>
                  </a:cubicBezTo>
                  <a:cubicBezTo>
                    <a:pt x="7282" y="4564"/>
                    <a:pt x="7213" y="4495"/>
                    <a:pt x="7213" y="4404"/>
                  </a:cubicBezTo>
                  <a:cubicBezTo>
                    <a:pt x="7328" y="250"/>
                    <a:pt x="5547" y="136"/>
                    <a:pt x="5022" y="45"/>
                  </a:cubicBezTo>
                  <a:cubicBezTo>
                    <a:pt x="4900" y="26"/>
                    <a:pt x="4700" y="0"/>
                    <a:pt x="4451" y="0"/>
                  </a:cubicBezTo>
                  <a:close/>
                </a:path>
              </a:pathLst>
            </a:custGeom>
            <a:solidFill>
              <a:srgbClr val="FF9C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70"/>
            <p:cNvSpPr/>
            <p:nvPr/>
          </p:nvSpPr>
          <p:spPr>
            <a:xfrm>
              <a:off x="7758872" y="2572309"/>
              <a:ext cx="205482" cy="312983"/>
            </a:xfrm>
            <a:custGeom>
              <a:avLst/>
              <a:gdLst/>
              <a:ahLst/>
              <a:cxnLst/>
              <a:rect l="l" t="t" r="r" b="b"/>
              <a:pathLst>
                <a:path w="8743" h="13317" extrusionOk="0">
                  <a:moveTo>
                    <a:pt x="4442" y="1"/>
                  </a:moveTo>
                  <a:cubicBezTo>
                    <a:pt x="3478" y="1"/>
                    <a:pt x="1807" y="380"/>
                    <a:pt x="1028" y="2990"/>
                  </a:cubicBezTo>
                  <a:cubicBezTo>
                    <a:pt x="0" y="6527"/>
                    <a:pt x="1644" y="6710"/>
                    <a:pt x="2078" y="7144"/>
                  </a:cubicBezTo>
                  <a:cubicBezTo>
                    <a:pt x="2100" y="7167"/>
                    <a:pt x="1667" y="12120"/>
                    <a:pt x="1667" y="12120"/>
                  </a:cubicBezTo>
                  <a:cubicBezTo>
                    <a:pt x="1651" y="13017"/>
                    <a:pt x="2250" y="13317"/>
                    <a:pt x="3055" y="13317"/>
                  </a:cubicBezTo>
                  <a:cubicBezTo>
                    <a:pt x="4664" y="13317"/>
                    <a:pt x="7099" y="12120"/>
                    <a:pt x="7099" y="12120"/>
                  </a:cubicBezTo>
                  <a:cubicBezTo>
                    <a:pt x="7099" y="12120"/>
                    <a:pt x="5456" y="11184"/>
                    <a:pt x="6004" y="9084"/>
                  </a:cubicBezTo>
                  <a:cubicBezTo>
                    <a:pt x="6232" y="8148"/>
                    <a:pt x="6392" y="7372"/>
                    <a:pt x="6711" y="7030"/>
                  </a:cubicBezTo>
                  <a:cubicBezTo>
                    <a:pt x="6802" y="6915"/>
                    <a:pt x="7168" y="6893"/>
                    <a:pt x="7327" y="6893"/>
                  </a:cubicBezTo>
                  <a:cubicBezTo>
                    <a:pt x="7852" y="6847"/>
                    <a:pt x="8743" y="6322"/>
                    <a:pt x="8628" y="5409"/>
                  </a:cubicBezTo>
                  <a:cubicBezTo>
                    <a:pt x="8529" y="4615"/>
                    <a:pt x="7895" y="4563"/>
                    <a:pt x="7506" y="4563"/>
                  </a:cubicBezTo>
                  <a:cubicBezTo>
                    <a:pt x="7448" y="4563"/>
                    <a:pt x="7395" y="4564"/>
                    <a:pt x="7350" y="4564"/>
                  </a:cubicBezTo>
                  <a:cubicBezTo>
                    <a:pt x="7259" y="4564"/>
                    <a:pt x="7190" y="4496"/>
                    <a:pt x="7190" y="4405"/>
                  </a:cubicBezTo>
                  <a:cubicBezTo>
                    <a:pt x="7327" y="251"/>
                    <a:pt x="5524" y="136"/>
                    <a:pt x="5022" y="45"/>
                  </a:cubicBezTo>
                  <a:cubicBezTo>
                    <a:pt x="4895" y="26"/>
                    <a:pt x="4692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70"/>
            <p:cNvSpPr/>
            <p:nvPr/>
          </p:nvSpPr>
          <p:spPr>
            <a:xfrm>
              <a:off x="7841482" y="2554800"/>
              <a:ext cx="134552" cy="133142"/>
            </a:xfrm>
            <a:custGeom>
              <a:avLst/>
              <a:gdLst/>
              <a:ahLst/>
              <a:cxnLst/>
              <a:rect l="l" t="t" r="r" b="b"/>
              <a:pathLst>
                <a:path w="5725" h="5665" extrusionOk="0">
                  <a:moveTo>
                    <a:pt x="1975" y="0"/>
                  </a:moveTo>
                  <a:cubicBezTo>
                    <a:pt x="1441" y="0"/>
                    <a:pt x="790" y="109"/>
                    <a:pt x="1" y="356"/>
                  </a:cubicBezTo>
                  <a:cubicBezTo>
                    <a:pt x="1" y="356"/>
                    <a:pt x="1051" y="5081"/>
                    <a:pt x="2329" y="5583"/>
                  </a:cubicBezTo>
                  <a:cubicBezTo>
                    <a:pt x="2483" y="5641"/>
                    <a:pt x="2619" y="5665"/>
                    <a:pt x="2738" y="5665"/>
                  </a:cubicBezTo>
                  <a:cubicBezTo>
                    <a:pt x="3439" y="5665"/>
                    <a:pt x="3590" y="4829"/>
                    <a:pt x="3672" y="4829"/>
                  </a:cubicBezTo>
                  <a:cubicBezTo>
                    <a:pt x="3705" y="4829"/>
                    <a:pt x="3726" y="4962"/>
                    <a:pt x="3767" y="5332"/>
                  </a:cubicBezTo>
                  <a:cubicBezTo>
                    <a:pt x="3767" y="5332"/>
                    <a:pt x="5725" y="0"/>
                    <a:pt x="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70"/>
            <p:cNvSpPr/>
            <p:nvPr/>
          </p:nvSpPr>
          <p:spPr>
            <a:xfrm>
              <a:off x="7919274" y="2697435"/>
              <a:ext cx="29519" cy="19178"/>
            </a:xfrm>
            <a:custGeom>
              <a:avLst/>
              <a:gdLst/>
              <a:ahLst/>
              <a:cxnLst/>
              <a:rect l="l" t="t" r="r" b="b"/>
              <a:pathLst>
                <a:path w="1256" h="816" extrusionOk="0">
                  <a:moveTo>
                    <a:pt x="755" y="0"/>
                  </a:moveTo>
                  <a:cubicBezTo>
                    <a:pt x="547" y="0"/>
                    <a:pt x="287" y="187"/>
                    <a:pt x="0" y="815"/>
                  </a:cubicBezTo>
                  <a:lnTo>
                    <a:pt x="1256" y="405"/>
                  </a:lnTo>
                  <a:cubicBezTo>
                    <a:pt x="1256" y="405"/>
                    <a:pt x="1062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70"/>
            <p:cNvSpPr/>
            <p:nvPr/>
          </p:nvSpPr>
          <p:spPr>
            <a:xfrm>
              <a:off x="7798026" y="2645237"/>
              <a:ext cx="18261" cy="29002"/>
            </a:xfrm>
            <a:custGeom>
              <a:avLst/>
              <a:gdLst/>
              <a:ahLst/>
              <a:cxnLst/>
              <a:rect l="l" t="t" r="r" b="b"/>
              <a:pathLst>
                <a:path w="777" h="1234" extrusionOk="0">
                  <a:moveTo>
                    <a:pt x="777" y="1"/>
                  </a:moveTo>
                  <a:lnTo>
                    <a:pt x="1" y="1028"/>
                  </a:lnTo>
                  <a:lnTo>
                    <a:pt x="434" y="1233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70"/>
            <p:cNvSpPr/>
            <p:nvPr/>
          </p:nvSpPr>
          <p:spPr>
            <a:xfrm>
              <a:off x="7834502" y="2629655"/>
              <a:ext cx="18261" cy="17227"/>
            </a:xfrm>
            <a:custGeom>
              <a:avLst/>
              <a:gdLst/>
              <a:ahLst/>
              <a:cxnLst/>
              <a:rect l="l" t="t" r="r" b="b"/>
              <a:pathLst>
                <a:path w="777" h="733" extrusionOk="0">
                  <a:moveTo>
                    <a:pt x="188" y="0"/>
                  </a:moveTo>
                  <a:cubicBezTo>
                    <a:pt x="93" y="0"/>
                    <a:pt x="14" y="53"/>
                    <a:pt x="1" y="162"/>
                  </a:cubicBezTo>
                  <a:cubicBezTo>
                    <a:pt x="69" y="276"/>
                    <a:pt x="320" y="253"/>
                    <a:pt x="526" y="435"/>
                  </a:cubicBezTo>
                  <a:cubicBezTo>
                    <a:pt x="617" y="527"/>
                    <a:pt x="663" y="641"/>
                    <a:pt x="731" y="732"/>
                  </a:cubicBezTo>
                  <a:cubicBezTo>
                    <a:pt x="731" y="595"/>
                    <a:pt x="777" y="435"/>
                    <a:pt x="708" y="321"/>
                  </a:cubicBezTo>
                  <a:cubicBezTo>
                    <a:pt x="663" y="230"/>
                    <a:pt x="457" y="116"/>
                    <a:pt x="389" y="70"/>
                  </a:cubicBezTo>
                  <a:cubicBezTo>
                    <a:pt x="324" y="24"/>
                    <a:pt x="253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70"/>
            <p:cNvSpPr/>
            <p:nvPr/>
          </p:nvSpPr>
          <p:spPr>
            <a:xfrm>
              <a:off x="7791140" y="2617575"/>
              <a:ext cx="24607" cy="8907"/>
            </a:xfrm>
            <a:custGeom>
              <a:avLst/>
              <a:gdLst/>
              <a:ahLst/>
              <a:cxnLst/>
              <a:rect l="l" t="t" r="r" b="b"/>
              <a:pathLst>
                <a:path w="1047" h="379" extrusionOk="0">
                  <a:moveTo>
                    <a:pt x="498" y="0"/>
                  </a:moveTo>
                  <a:cubicBezTo>
                    <a:pt x="435" y="0"/>
                    <a:pt x="370" y="10"/>
                    <a:pt x="317" y="36"/>
                  </a:cubicBezTo>
                  <a:cubicBezTo>
                    <a:pt x="195" y="77"/>
                    <a:pt x="0" y="226"/>
                    <a:pt x="40" y="226"/>
                  </a:cubicBezTo>
                  <a:cubicBezTo>
                    <a:pt x="45" y="226"/>
                    <a:pt x="53" y="224"/>
                    <a:pt x="65" y="219"/>
                  </a:cubicBezTo>
                  <a:cubicBezTo>
                    <a:pt x="125" y="203"/>
                    <a:pt x="181" y="197"/>
                    <a:pt x="233" y="197"/>
                  </a:cubicBezTo>
                  <a:cubicBezTo>
                    <a:pt x="504" y="197"/>
                    <a:pt x="670" y="378"/>
                    <a:pt x="810" y="378"/>
                  </a:cubicBezTo>
                  <a:cubicBezTo>
                    <a:pt x="836" y="378"/>
                    <a:pt x="862" y="372"/>
                    <a:pt x="887" y="356"/>
                  </a:cubicBezTo>
                  <a:cubicBezTo>
                    <a:pt x="1047" y="219"/>
                    <a:pt x="956" y="59"/>
                    <a:pt x="750" y="36"/>
                  </a:cubicBezTo>
                  <a:cubicBezTo>
                    <a:pt x="695" y="23"/>
                    <a:pt x="597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70"/>
            <p:cNvSpPr/>
            <p:nvPr/>
          </p:nvSpPr>
          <p:spPr>
            <a:xfrm>
              <a:off x="7824842" y="2653204"/>
              <a:ext cx="8625" cy="13232"/>
            </a:xfrm>
            <a:custGeom>
              <a:avLst/>
              <a:gdLst/>
              <a:ahLst/>
              <a:cxnLst/>
              <a:rect l="l" t="t" r="r" b="b"/>
              <a:pathLst>
                <a:path w="367" h="563" extrusionOk="0">
                  <a:moveTo>
                    <a:pt x="275" y="1"/>
                  </a:moveTo>
                  <a:cubicBezTo>
                    <a:pt x="206" y="1"/>
                    <a:pt x="108" y="89"/>
                    <a:pt x="47" y="232"/>
                  </a:cubicBezTo>
                  <a:cubicBezTo>
                    <a:pt x="1" y="392"/>
                    <a:pt x="1" y="529"/>
                    <a:pt x="69" y="552"/>
                  </a:cubicBezTo>
                  <a:cubicBezTo>
                    <a:pt x="80" y="559"/>
                    <a:pt x="91" y="562"/>
                    <a:pt x="104" y="562"/>
                  </a:cubicBezTo>
                  <a:cubicBezTo>
                    <a:pt x="172" y="562"/>
                    <a:pt x="263" y="462"/>
                    <a:pt x="321" y="346"/>
                  </a:cubicBezTo>
                  <a:cubicBezTo>
                    <a:pt x="366" y="187"/>
                    <a:pt x="366" y="50"/>
                    <a:pt x="298" y="4"/>
                  </a:cubicBezTo>
                  <a:cubicBezTo>
                    <a:pt x="291" y="2"/>
                    <a:pt x="283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70"/>
            <p:cNvSpPr/>
            <p:nvPr/>
          </p:nvSpPr>
          <p:spPr>
            <a:xfrm>
              <a:off x="7797486" y="2640865"/>
              <a:ext cx="8625" cy="12527"/>
            </a:xfrm>
            <a:custGeom>
              <a:avLst/>
              <a:gdLst/>
              <a:ahLst/>
              <a:cxnLst/>
              <a:rect l="l" t="t" r="r" b="b"/>
              <a:pathLst>
                <a:path w="367" h="533" extrusionOk="0">
                  <a:moveTo>
                    <a:pt x="275" y="1"/>
                  </a:moveTo>
                  <a:cubicBezTo>
                    <a:pt x="206" y="1"/>
                    <a:pt x="110" y="87"/>
                    <a:pt x="69" y="209"/>
                  </a:cubicBezTo>
                  <a:cubicBezTo>
                    <a:pt x="1" y="346"/>
                    <a:pt x="24" y="483"/>
                    <a:pt x="92" y="529"/>
                  </a:cubicBezTo>
                  <a:cubicBezTo>
                    <a:pt x="99" y="531"/>
                    <a:pt x="106" y="533"/>
                    <a:pt x="114" y="533"/>
                  </a:cubicBezTo>
                  <a:cubicBezTo>
                    <a:pt x="179" y="533"/>
                    <a:pt x="259" y="444"/>
                    <a:pt x="320" y="301"/>
                  </a:cubicBezTo>
                  <a:cubicBezTo>
                    <a:pt x="366" y="164"/>
                    <a:pt x="366" y="27"/>
                    <a:pt x="298" y="4"/>
                  </a:cubicBezTo>
                  <a:cubicBezTo>
                    <a:pt x="291" y="2"/>
                    <a:pt x="283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70"/>
            <p:cNvSpPr/>
            <p:nvPr/>
          </p:nvSpPr>
          <p:spPr>
            <a:xfrm>
              <a:off x="7788367" y="2675813"/>
              <a:ext cx="27921" cy="18402"/>
            </a:xfrm>
            <a:custGeom>
              <a:avLst/>
              <a:gdLst/>
              <a:ahLst/>
              <a:cxnLst/>
              <a:rect l="l" t="t" r="r" b="b"/>
              <a:pathLst>
                <a:path w="1188" h="783" extrusionOk="0">
                  <a:moveTo>
                    <a:pt x="161" y="1"/>
                  </a:moveTo>
                  <a:lnTo>
                    <a:pt x="161" y="1"/>
                  </a:lnTo>
                  <a:cubicBezTo>
                    <a:pt x="161" y="1"/>
                    <a:pt x="1" y="640"/>
                    <a:pt x="275" y="731"/>
                  </a:cubicBezTo>
                  <a:cubicBezTo>
                    <a:pt x="371" y="768"/>
                    <a:pt x="465" y="782"/>
                    <a:pt x="554" y="782"/>
                  </a:cubicBezTo>
                  <a:cubicBezTo>
                    <a:pt x="910" y="782"/>
                    <a:pt x="1188" y="549"/>
                    <a:pt x="1188" y="549"/>
                  </a:cubicBez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70"/>
            <p:cNvSpPr/>
            <p:nvPr/>
          </p:nvSpPr>
          <p:spPr>
            <a:xfrm>
              <a:off x="7723454" y="4435893"/>
              <a:ext cx="100896" cy="141814"/>
            </a:xfrm>
            <a:custGeom>
              <a:avLst/>
              <a:gdLst/>
              <a:ahLst/>
              <a:cxnLst/>
              <a:rect l="l" t="t" r="r" b="b"/>
              <a:pathLst>
                <a:path w="4293" h="6034" extrusionOk="0">
                  <a:moveTo>
                    <a:pt x="1" y="0"/>
                  </a:moveTo>
                  <a:lnTo>
                    <a:pt x="298" y="4200"/>
                  </a:lnTo>
                  <a:cubicBezTo>
                    <a:pt x="298" y="4200"/>
                    <a:pt x="1119" y="4748"/>
                    <a:pt x="1964" y="5798"/>
                  </a:cubicBezTo>
                  <a:cubicBezTo>
                    <a:pt x="2100" y="5964"/>
                    <a:pt x="2238" y="6033"/>
                    <a:pt x="2374" y="6033"/>
                  </a:cubicBezTo>
                  <a:cubicBezTo>
                    <a:pt x="3079" y="6033"/>
                    <a:pt x="3722" y="4155"/>
                    <a:pt x="3722" y="4155"/>
                  </a:cubicBezTo>
                  <a:lnTo>
                    <a:pt x="4292" y="1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70"/>
            <p:cNvSpPr/>
            <p:nvPr/>
          </p:nvSpPr>
          <p:spPr>
            <a:xfrm>
              <a:off x="8141346" y="4431051"/>
              <a:ext cx="85338" cy="113776"/>
            </a:xfrm>
            <a:custGeom>
              <a:avLst/>
              <a:gdLst/>
              <a:ahLst/>
              <a:cxnLst/>
              <a:rect l="l" t="t" r="r" b="b"/>
              <a:pathLst>
                <a:path w="3631" h="4841" extrusionOk="0">
                  <a:moveTo>
                    <a:pt x="1" y="1"/>
                  </a:moveTo>
                  <a:lnTo>
                    <a:pt x="1256" y="4041"/>
                  </a:lnTo>
                  <a:cubicBezTo>
                    <a:pt x="1256" y="4041"/>
                    <a:pt x="2189" y="4840"/>
                    <a:pt x="2543" y="4840"/>
                  </a:cubicBezTo>
                  <a:cubicBezTo>
                    <a:pt x="2548" y="4840"/>
                    <a:pt x="2553" y="4840"/>
                    <a:pt x="2557" y="4840"/>
                  </a:cubicBezTo>
                  <a:cubicBezTo>
                    <a:pt x="3196" y="4817"/>
                    <a:pt x="3516" y="3721"/>
                    <a:pt x="3516" y="3721"/>
                  </a:cubicBezTo>
                  <a:lnTo>
                    <a:pt x="363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70"/>
            <p:cNvSpPr/>
            <p:nvPr/>
          </p:nvSpPr>
          <p:spPr>
            <a:xfrm>
              <a:off x="7640327" y="4518362"/>
              <a:ext cx="181862" cy="89215"/>
            </a:xfrm>
            <a:custGeom>
              <a:avLst/>
              <a:gdLst/>
              <a:ahLst/>
              <a:cxnLst/>
              <a:rect l="l" t="t" r="r" b="b"/>
              <a:pathLst>
                <a:path w="7738" h="3796" extrusionOk="0">
                  <a:moveTo>
                    <a:pt x="7206" y="0"/>
                  </a:moveTo>
                  <a:cubicBezTo>
                    <a:pt x="7127" y="0"/>
                    <a:pt x="7041" y="38"/>
                    <a:pt x="6985" y="75"/>
                  </a:cubicBezTo>
                  <a:cubicBezTo>
                    <a:pt x="6674" y="385"/>
                    <a:pt x="5763" y="1221"/>
                    <a:pt x="5170" y="1221"/>
                  </a:cubicBezTo>
                  <a:cubicBezTo>
                    <a:pt x="5110" y="1221"/>
                    <a:pt x="5052" y="1213"/>
                    <a:pt x="4999" y="1193"/>
                  </a:cubicBezTo>
                  <a:cubicBezTo>
                    <a:pt x="4611" y="1056"/>
                    <a:pt x="4109" y="828"/>
                    <a:pt x="3972" y="691"/>
                  </a:cubicBezTo>
                  <a:cubicBezTo>
                    <a:pt x="3911" y="642"/>
                    <a:pt x="3823" y="620"/>
                    <a:pt x="3738" y="620"/>
                  </a:cubicBezTo>
                  <a:cubicBezTo>
                    <a:pt x="3664" y="620"/>
                    <a:pt x="3591" y="637"/>
                    <a:pt x="3538" y="668"/>
                  </a:cubicBezTo>
                  <a:lnTo>
                    <a:pt x="160" y="3407"/>
                  </a:lnTo>
                  <a:cubicBezTo>
                    <a:pt x="0" y="3544"/>
                    <a:pt x="114" y="3750"/>
                    <a:pt x="365" y="3750"/>
                  </a:cubicBezTo>
                  <a:lnTo>
                    <a:pt x="5364" y="3795"/>
                  </a:lnTo>
                  <a:cubicBezTo>
                    <a:pt x="5478" y="3795"/>
                    <a:pt x="5592" y="3750"/>
                    <a:pt x="5615" y="3659"/>
                  </a:cubicBezTo>
                  <a:lnTo>
                    <a:pt x="6003" y="2905"/>
                  </a:lnTo>
                  <a:cubicBezTo>
                    <a:pt x="6063" y="2785"/>
                    <a:pt x="6148" y="2722"/>
                    <a:pt x="6212" y="2722"/>
                  </a:cubicBezTo>
                  <a:cubicBezTo>
                    <a:pt x="6270" y="2722"/>
                    <a:pt x="6311" y="2774"/>
                    <a:pt x="6300" y="2882"/>
                  </a:cubicBezTo>
                  <a:lnTo>
                    <a:pt x="6482" y="3636"/>
                  </a:lnTo>
                  <a:cubicBezTo>
                    <a:pt x="6482" y="3687"/>
                    <a:pt x="6723" y="3711"/>
                    <a:pt x="6988" y="3711"/>
                  </a:cubicBezTo>
                  <a:cubicBezTo>
                    <a:pt x="7311" y="3711"/>
                    <a:pt x="7669" y="3676"/>
                    <a:pt x="7669" y="3613"/>
                  </a:cubicBezTo>
                  <a:cubicBezTo>
                    <a:pt x="7738" y="2951"/>
                    <a:pt x="7601" y="783"/>
                    <a:pt x="7487" y="189"/>
                  </a:cubicBezTo>
                  <a:cubicBezTo>
                    <a:pt x="7464" y="98"/>
                    <a:pt x="7373" y="29"/>
                    <a:pt x="7259" y="6"/>
                  </a:cubicBezTo>
                  <a:cubicBezTo>
                    <a:pt x="7242" y="2"/>
                    <a:pt x="7224" y="0"/>
                    <a:pt x="720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70"/>
            <p:cNvSpPr/>
            <p:nvPr/>
          </p:nvSpPr>
          <p:spPr>
            <a:xfrm>
              <a:off x="8156387" y="4514884"/>
              <a:ext cx="118570" cy="122754"/>
            </a:xfrm>
            <a:custGeom>
              <a:avLst/>
              <a:gdLst/>
              <a:ahLst/>
              <a:cxnLst/>
              <a:rect l="l" t="t" r="r" b="b"/>
              <a:pathLst>
                <a:path w="5045" h="5223" extrusionOk="0">
                  <a:moveTo>
                    <a:pt x="2865" y="0"/>
                  </a:moveTo>
                  <a:cubicBezTo>
                    <a:pt x="2842" y="0"/>
                    <a:pt x="2819" y="6"/>
                    <a:pt x="2808" y="18"/>
                  </a:cubicBezTo>
                  <a:cubicBezTo>
                    <a:pt x="2808" y="18"/>
                    <a:pt x="2534" y="611"/>
                    <a:pt x="2419" y="816"/>
                  </a:cubicBezTo>
                  <a:cubicBezTo>
                    <a:pt x="2332" y="955"/>
                    <a:pt x="2099" y="1024"/>
                    <a:pt x="1865" y="1024"/>
                  </a:cubicBezTo>
                  <a:cubicBezTo>
                    <a:pt x="1674" y="1024"/>
                    <a:pt x="1483" y="977"/>
                    <a:pt x="1370" y="885"/>
                  </a:cubicBezTo>
                  <a:lnTo>
                    <a:pt x="639" y="223"/>
                  </a:lnTo>
                  <a:cubicBezTo>
                    <a:pt x="622" y="206"/>
                    <a:pt x="601" y="198"/>
                    <a:pt x="582" y="198"/>
                  </a:cubicBezTo>
                  <a:cubicBezTo>
                    <a:pt x="551" y="198"/>
                    <a:pt x="525" y="218"/>
                    <a:pt x="525" y="246"/>
                  </a:cubicBezTo>
                  <a:lnTo>
                    <a:pt x="46" y="3464"/>
                  </a:lnTo>
                  <a:cubicBezTo>
                    <a:pt x="0" y="3807"/>
                    <a:pt x="320" y="4080"/>
                    <a:pt x="730" y="4263"/>
                  </a:cubicBezTo>
                  <a:cubicBezTo>
                    <a:pt x="1337" y="4510"/>
                    <a:pt x="2387" y="5222"/>
                    <a:pt x="3072" y="5222"/>
                  </a:cubicBezTo>
                  <a:cubicBezTo>
                    <a:pt x="3083" y="5222"/>
                    <a:pt x="3094" y="5222"/>
                    <a:pt x="3104" y="5222"/>
                  </a:cubicBezTo>
                  <a:cubicBezTo>
                    <a:pt x="3469" y="5222"/>
                    <a:pt x="3972" y="4491"/>
                    <a:pt x="4565" y="4149"/>
                  </a:cubicBezTo>
                  <a:cubicBezTo>
                    <a:pt x="4930" y="3921"/>
                    <a:pt x="5044" y="3555"/>
                    <a:pt x="4839" y="3236"/>
                  </a:cubicBezTo>
                  <a:lnTo>
                    <a:pt x="2922" y="18"/>
                  </a:lnTo>
                  <a:cubicBezTo>
                    <a:pt x="2910" y="6"/>
                    <a:pt x="2887" y="0"/>
                    <a:pt x="28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70"/>
            <p:cNvSpPr/>
            <p:nvPr/>
          </p:nvSpPr>
          <p:spPr>
            <a:xfrm>
              <a:off x="7594709" y="3175987"/>
              <a:ext cx="638939" cy="1284224"/>
            </a:xfrm>
            <a:custGeom>
              <a:avLst/>
              <a:gdLst/>
              <a:ahLst/>
              <a:cxnLst/>
              <a:rect l="l" t="t" r="r" b="b"/>
              <a:pathLst>
                <a:path w="27186" h="54642" extrusionOk="0">
                  <a:moveTo>
                    <a:pt x="9295" y="1"/>
                  </a:moveTo>
                  <a:cubicBezTo>
                    <a:pt x="8403" y="1"/>
                    <a:pt x="7534" y="42"/>
                    <a:pt x="6712" y="152"/>
                  </a:cubicBezTo>
                  <a:cubicBezTo>
                    <a:pt x="1" y="11268"/>
                    <a:pt x="4452" y="45505"/>
                    <a:pt x="5274" y="54567"/>
                  </a:cubicBezTo>
                  <a:cubicBezTo>
                    <a:pt x="5607" y="54606"/>
                    <a:pt x="6388" y="54641"/>
                    <a:pt x="7222" y="54641"/>
                  </a:cubicBezTo>
                  <a:cubicBezTo>
                    <a:pt x="8328" y="54641"/>
                    <a:pt x="9530" y="54580"/>
                    <a:pt x="9907" y="54384"/>
                  </a:cubicBezTo>
                  <a:cubicBezTo>
                    <a:pt x="10409" y="45483"/>
                    <a:pt x="11391" y="24050"/>
                    <a:pt x="10752" y="18777"/>
                  </a:cubicBezTo>
                  <a:cubicBezTo>
                    <a:pt x="10714" y="18384"/>
                    <a:pt x="11035" y="18160"/>
                    <a:pt x="11356" y="18160"/>
                  </a:cubicBezTo>
                  <a:cubicBezTo>
                    <a:pt x="11612" y="18160"/>
                    <a:pt x="11868" y="18303"/>
                    <a:pt x="11939" y="18617"/>
                  </a:cubicBezTo>
                  <a:cubicBezTo>
                    <a:pt x="13034" y="23228"/>
                    <a:pt x="20612" y="46921"/>
                    <a:pt x="23169" y="54247"/>
                  </a:cubicBezTo>
                  <a:cubicBezTo>
                    <a:pt x="23593" y="54271"/>
                    <a:pt x="24309" y="54319"/>
                    <a:pt x="25079" y="54319"/>
                  </a:cubicBezTo>
                  <a:cubicBezTo>
                    <a:pt x="25800" y="54319"/>
                    <a:pt x="26568" y="54277"/>
                    <a:pt x="27186" y="54133"/>
                  </a:cubicBezTo>
                  <a:cubicBezTo>
                    <a:pt x="26707" y="46784"/>
                    <a:pt x="20932" y="12660"/>
                    <a:pt x="19905" y="8620"/>
                  </a:cubicBezTo>
                  <a:cubicBezTo>
                    <a:pt x="19014" y="5128"/>
                    <a:pt x="18193" y="3119"/>
                    <a:pt x="16641" y="380"/>
                  </a:cubicBezTo>
                  <a:cubicBezTo>
                    <a:pt x="14365" y="313"/>
                    <a:pt x="11745" y="1"/>
                    <a:pt x="929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70"/>
            <p:cNvSpPr/>
            <p:nvPr/>
          </p:nvSpPr>
          <p:spPr>
            <a:xfrm>
              <a:off x="7697719" y="3207973"/>
              <a:ext cx="64397" cy="1178063"/>
            </a:xfrm>
            <a:custGeom>
              <a:avLst/>
              <a:gdLst/>
              <a:ahLst/>
              <a:cxnLst/>
              <a:rect l="l" t="t" r="r" b="b"/>
              <a:pathLst>
                <a:path w="2740" h="50125" fill="none" extrusionOk="0">
                  <a:moveTo>
                    <a:pt x="2739" y="0"/>
                  </a:moveTo>
                  <a:cubicBezTo>
                    <a:pt x="2739" y="0"/>
                    <a:pt x="0" y="6779"/>
                    <a:pt x="0" y="16320"/>
                  </a:cubicBezTo>
                  <a:cubicBezTo>
                    <a:pt x="0" y="25884"/>
                    <a:pt x="1781" y="50125"/>
                    <a:pt x="1781" y="5012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70"/>
            <p:cNvSpPr/>
            <p:nvPr/>
          </p:nvSpPr>
          <p:spPr>
            <a:xfrm>
              <a:off x="7950391" y="3200453"/>
              <a:ext cx="230160" cy="1182904"/>
            </a:xfrm>
            <a:custGeom>
              <a:avLst/>
              <a:gdLst/>
              <a:ahLst/>
              <a:cxnLst/>
              <a:rect l="l" t="t" r="r" b="b"/>
              <a:pathLst>
                <a:path w="9793" h="50331" fill="none" extrusionOk="0">
                  <a:moveTo>
                    <a:pt x="9792" y="5033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70"/>
            <p:cNvSpPr/>
            <p:nvPr/>
          </p:nvSpPr>
          <p:spPr>
            <a:xfrm>
              <a:off x="7905314" y="3206892"/>
              <a:ext cx="94433" cy="206023"/>
            </a:xfrm>
            <a:custGeom>
              <a:avLst/>
              <a:gdLst/>
              <a:ahLst/>
              <a:cxnLst/>
              <a:rect l="l" t="t" r="r" b="b"/>
              <a:pathLst>
                <a:path w="4018" h="8766" fill="none" extrusionOk="0">
                  <a:moveTo>
                    <a:pt x="1" y="1"/>
                  </a:moveTo>
                  <a:cubicBezTo>
                    <a:pt x="1" y="1"/>
                    <a:pt x="92" y="8766"/>
                    <a:pt x="4018" y="805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70"/>
            <p:cNvSpPr/>
            <p:nvPr/>
          </p:nvSpPr>
          <p:spPr>
            <a:xfrm>
              <a:off x="7713818" y="3217633"/>
              <a:ext cx="92294" cy="204401"/>
            </a:xfrm>
            <a:custGeom>
              <a:avLst/>
              <a:gdLst/>
              <a:ahLst/>
              <a:cxnLst/>
              <a:rect l="l" t="t" r="r" b="b"/>
              <a:pathLst>
                <a:path w="3927" h="8697" fill="none" extrusionOk="0">
                  <a:moveTo>
                    <a:pt x="0" y="8012"/>
                  </a:moveTo>
                  <a:cubicBezTo>
                    <a:pt x="3926" y="8697"/>
                    <a:pt x="3287" y="0"/>
                    <a:pt x="328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70"/>
            <p:cNvSpPr/>
            <p:nvPr/>
          </p:nvSpPr>
          <p:spPr>
            <a:xfrm>
              <a:off x="7710058" y="4386538"/>
              <a:ext cx="120732" cy="2703"/>
            </a:xfrm>
            <a:custGeom>
              <a:avLst/>
              <a:gdLst/>
              <a:ahLst/>
              <a:cxnLst/>
              <a:rect l="l" t="t" r="r" b="b"/>
              <a:pathLst>
                <a:path w="5137" h="115" fill="none" extrusionOk="0">
                  <a:moveTo>
                    <a:pt x="5136" y="11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70"/>
            <p:cNvSpPr/>
            <p:nvPr/>
          </p:nvSpPr>
          <p:spPr>
            <a:xfrm>
              <a:off x="8118831" y="4385998"/>
              <a:ext cx="108911" cy="3243"/>
            </a:xfrm>
            <a:custGeom>
              <a:avLst/>
              <a:gdLst/>
              <a:ahLst/>
              <a:cxnLst/>
              <a:rect l="l" t="t" r="r" b="b"/>
              <a:pathLst>
                <a:path w="4634" h="138" fill="none" extrusionOk="0">
                  <a:moveTo>
                    <a:pt x="4634" y="138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70"/>
            <p:cNvSpPr/>
            <p:nvPr/>
          </p:nvSpPr>
          <p:spPr>
            <a:xfrm>
              <a:off x="7346338" y="2834594"/>
              <a:ext cx="444738" cy="378132"/>
            </a:xfrm>
            <a:custGeom>
              <a:avLst/>
              <a:gdLst/>
              <a:ahLst/>
              <a:cxnLst/>
              <a:rect l="l" t="t" r="r" b="b"/>
              <a:pathLst>
                <a:path w="18923" h="16089" extrusionOk="0">
                  <a:moveTo>
                    <a:pt x="18877" y="1"/>
                  </a:moveTo>
                  <a:lnTo>
                    <a:pt x="18877" y="1"/>
                  </a:lnTo>
                  <a:cubicBezTo>
                    <a:pt x="16785" y="235"/>
                    <a:pt x="16025" y="3423"/>
                    <a:pt x="14925" y="6398"/>
                  </a:cubicBezTo>
                  <a:lnTo>
                    <a:pt x="14925" y="6398"/>
                  </a:lnTo>
                  <a:cubicBezTo>
                    <a:pt x="15799" y="5202"/>
                    <a:pt x="18216" y="1830"/>
                    <a:pt x="18626" y="526"/>
                  </a:cubicBezTo>
                  <a:cubicBezTo>
                    <a:pt x="18695" y="366"/>
                    <a:pt x="18923" y="1"/>
                    <a:pt x="18877" y="1"/>
                  </a:cubicBezTo>
                  <a:close/>
                  <a:moveTo>
                    <a:pt x="14925" y="6398"/>
                  </a:moveTo>
                  <a:cubicBezTo>
                    <a:pt x="14728" y="6667"/>
                    <a:pt x="14609" y="6826"/>
                    <a:pt x="14609" y="6826"/>
                  </a:cubicBezTo>
                  <a:cubicBezTo>
                    <a:pt x="14609" y="6868"/>
                    <a:pt x="14631" y="6948"/>
                    <a:pt x="14670" y="7063"/>
                  </a:cubicBezTo>
                  <a:lnTo>
                    <a:pt x="14670" y="7063"/>
                  </a:lnTo>
                  <a:cubicBezTo>
                    <a:pt x="14758" y="6843"/>
                    <a:pt x="14842" y="6621"/>
                    <a:pt x="14925" y="6398"/>
                  </a:cubicBezTo>
                  <a:close/>
                  <a:moveTo>
                    <a:pt x="232" y="4864"/>
                  </a:moveTo>
                  <a:cubicBezTo>
                    <a:pt x="206" y="4864"/>
                    <a:pt x="189" y="4871"/>
                    <a:pt x="183" y="4886"/>
                  </a:cubicBezTo>
                  <a:cubicBezTo>
                    <a:pt x="1" y="5319"/>
                    <a:pt x="1804" y="6643"/>
                    <a:pt x="1804" y="6643"/>
                  </a:cubicBezTo>
                  <a:cubicBezTo>
                    <a:pt x="1804" y="6643"/>
                    <a:pt x="1804" y="6871"/>
                    <a:pt x="1621" y="7054"/>
                  </a:cubicBezTo>
                  <a:cubicBezTo>
                    <a:pt x="1439" y="7237"/>
                    <a:pt x="1370" y="7442"/>
                    <a:pt x="1393" y="7762"/>
                  </a:cubicBezTo>
                  <a:cubicBezTo>
                    <a:pt x="1439" y="8104"/>
                    <a:pt x="1211" y="8378"/>
                    <a:pt x="1233" y="8583"/>
                  </a:cubicBezTo>
                  <a:cubicBezTo>
                    <a:pt x="1233" y="8766"/>
                    <a:pt x="2854" y="9679"/>
                    <a:pt x="3653" y="9884"/>
                  </a:cubicBezTo>
                  <a:cubicBezTo>
                    <a:pt x="3653" y="9884"/>
                    <a:pt x="12959" y="16088"/>
                    <a:pt x="15957" y="16088"/>
                  </a:cubicBezTo>
                  <a:cubicBezTo>
                    <a:pt x="16331" y="16088"/>
                    <a:pt x="16607" y="15991"/>
                    <a:pt x="16755" y="15773"/>
                  </a:cubicBezTo>
                  <a:cubicBezTo>
                    <a:pt x="16755" y="15773"/>
                    <a:pt x="18284" y="13514"/>
                    <a:pt x="14997" y="7921"/>
                  </a:cubicBezTo>
                  <a:cubicBezTo>
                    <a:pt x="14854" y="7548"/>
                    <a:pt x="14737" y="7256"/>
                    <a:pt x="14670" y="7063"/>
                  </a:cubicBezTo>
                  <a:lnTo>
                    <a:pt x="14670" y="7063"/>
                  </a:lnTo>
                  <a:cubicBezTo>
                    <a:pt x="14108" y="8481"/>
                    <a:pt x="13436" y="9793"/>
                    <a:pt x="12463" y="10638"/>
                  </a:cubicBezTo>
                  <a:cubicBezTo>
                    <a:pt x="12461" y="10639"/>
                    <a:pt x="12457" y="10640"/>
                    <a:pt x="12451" y="10640"/>
                  </a:cubicBezTo>
                  <a:cubicBezTo>
                    <a:pt x="12097" y="10640"/>
                    <a:pt x="4748" y="7396"/>
                    <a:pt x="4748" y="7396"/>
                  </a:cubicBezTo>
                  <a:cubicBezTo>
                    <a:pt x="4748" y="7396"/>
                    <a:pt x="733" y="4864"/>
                    <a:pt x="232" y="4864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70"/>
            <p:cNvSpPr/>
            <p:nvPr/>
          </p:nvSpPr>
          <p:spPr>
            <a:xfrm>
              <a:off x="7391932" y="2983739"/>
              <a:ext cx="29543" cy="39719"/>
            </a:xfrm>
            <a:custGeom>
              <a:avLst/>
              <a:gdLst/>
              <a:ahLst/>
              <a:cxnLst/>
              <a:rect l="l" t="t" r="r" b="b"/>
              <a:pathLst>
                <a:path w="1257" h="1690" extrusionOk="0">
                  <a:moveTo>
                    <a:pt x="868" y="0"/>
                  </a:moveTo>
                  <a:lnTo>
                    <a:pt x="320" y="594"/>
                  </a:lnTo>
                  <a:cubicBezTo>
                    <a:pt x="229" y="708"/>
                    <a:pt x="138" y="799"/>
                    <a:pt x="69" y="913"/>
                  </a:cubicBezTo>
                  <a:cubicBezTo>
                    <a:pt x="24" y="959"/>
                    <a:pt x="1" y="1028"/>
                    <a:pt x="1" y="1096"/>
                  </a:cubicBezTo>
                  <a:cubicBezTo>
                    <a:pt x="1" y="1164"/>
                    <a:pt x="69" y="1233"/>
                    <a:pt x="138" y="1256"/>
                  </a:cubicBezTo>
                  <a:cubicBezTo>
                    <a:pt x="219" y="1285"/>
                    <a:pt x="302" y="1298"/>
                    <a:pt x="387" y="1298"/>
                  </a:cubicBezTo>
                  <a:cubicBezTo>
                    <a:pt x="564" y="1298"/>
                    <a:pt x="744" y="1242"/>
                    <a:pt x="914" y="1164"/>
                  </a:cubicBezTo>
                  <a:cubicBezTo>
                    <a:pt x="969" y="1164"/>
                    <a:pt x="1024" y="1135"/>
                    <a:pt x="1067" y="1135"/>
                  </a:cubicBezTo>
                  <a:cubicBezTo>
                    <a:pt x="1077" y="1135"/>
                    <a:pt x="1087" y="1137"/>
                    <a:pt x="1097" y="1142"/>
                  </a:cubicBezTo>
                  <a:cubicBezTo>
                    <a:pt x="1165" y="1164"/>
                    <a:pt x="1142" y="1233"/>
                    <a:pt x="1165" y="1301"/>
                  </a:cubicBezTo>
                  <a:lnTo>
                    <a:pt x="1234" y="1689"/>
                  </a:lnTo>
                  <a:lnTo>
                    <a:pt x="1256" y="1689"/>
                  </a:lnTo>
                  <a:lnTo>
                    <a:pt x="1234" y="1301"/>
                  </a:lnTo>
                  <a:lnTo>
                    <a:pt x="1211" y="1187"/>
                  </a:lnTo>
                  <a:cubicBezTo>
                    <a:pt x="1211" y="1164"/>
                    <a:pt x="1188" y="1096"/>
                    <a:pt x="1119" y="1050"/>
                  </a:cubicBezTo>
                  <a:cubicBezTo>
                    <a:pt x="1098" y="1046"/>
                    <a:pt x="1077" y="1044"/>
                    <a:pt x="1059" y="1044"/>
                  </a:cubicBezTo>
                  <a:cubicBezTo>
                    <a:pt x="980" y="1044"/>
                    <a:pt x="928" y="1078"/>
                    <a:pt x="891" y="1096"/>
                  </a:cubicBezTo>
                  <a:cubicBezTo>
                    <a:pt x="727" y="1141"/>
                    <a:pt x="553" y="1186"/>
                    <a:pt x="401" y="1186"/>
                  </a:cubicBezTo>
                  <a:cubicBezTo>
                    <a:pt x="321" y="1186"/>
                    <a:pt x="247" y="1173"/>
                    <a:pt x="184" y="1142"/>
                  </a:cubicBezTo>
                  <a:cubicBezTo>
                    <a:pt x="115" y="1119"/>
                    <a:pt x="92" y="1073"/>
                    <a:pt x="161" y="959"/>
                  </a:cubicBezTo>
                  <a:cubicBezTo>
                    <a:pt x="206" y="868"/>
                    <a:pt x="320" y="776"/>
                    <a:pt x="389" y="662"/>
                  </a:cubicBezTo>
                  <a:cubicBezTo>
                    <a:pt x="572" y="457"/>
                    <a:pt x="731" y="229"/>
                    <a:pt x="891" y="23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70"/>
            <p:cNvSpPr/>
            <p:nvPr/>
          </p:nvSpPr>
          <p:spPr>
            <a:xfrm>
              <a:off x="7387655" y="2989403"/>
              <a:ext cx="12903" cy="6158"/>
            </a:xfrm>
            <a:custGeom>
              <a:avLst/>
              <a:gdLst/>
              <a:ahLst/>
              <a:cxnLst/>
              <a:rect l="l" t="t" r="r" b="b"/>
              <a:pathLst>
                <a:path w="549" h="262" extrusionOk="0">
                  <a:moveTo>
                    <a:pt x="131" y="0"/>
                  </a:moveTo>
                  <a:cubicBezTo>
                    <a:pt x="92" y="0"/>
                    <a:pt x="46" y="10"/>
                    <a:pt x="0" y="10"/>
                  </a:cubicBezTo>
                  <a:lnTo>
                    <a:pt x="0" y="33"/>
                  </a:lnTo>
                  <a:cubicBezTo>
                    <a:pt x="183" y="102"/>
                    <a:pt x="366" y="193"/>
                    <a:pt x="548" y="262"/>
                  </a:cubicBezTo>
                  <a:cubicBezTo>
                    <a:pt x="525" y="216"/>
                    <a:pt x="480" y="170"/>
                    <a:pt x="457" y="125"/>
                  </a:cubicBezTo>
                  <a:cubicBezTo>
                    <a:pt x="411" y="102"/>
                    <a:pt x="366" y="79"/>
                    <a:pt x="320" y="56"/>
                  </a:cubicBezTo>
                  <a:cubicBezTo>
                    <a:pt x="274" y="33"/>
                    <a:pt x="229" y="10"/>
                    <a:pt x="183" y="10"/>
                  </a:cubicBezTo>
                  <a:cubicBezTo>
                    <a:pt x="168" y="3"/>
                    <a:pt x="150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70"/>
            <p:cNvSpPr/>
            <p:nvPr/>
          </p:nvSpPr>
          <p:spPr>
            <a:xfrm>
              <a:off x="7381215" y="3008957"/>
              <a:ext cx="36499" cy="10882"/>
            </a:xfrm>
            <a:custGeom>
              <a:avLst/>
              <a:gdLst/>
              <a:ahLst/>
              <a:cxnLst/>
              <a:rect l="l" t="t" r="r" b="b"/>
              <a:pathLst>
                <a:path w="1553" h="463" extrusionOk="0">
                  <a:moveTo>
                    <a:pt x="23" y="0"/>
                  </a:moveTo>
                  <a:lnTo>
                    <a:pt x="0" y="23"/>
                  </a:lnTo>
                  <a:cubicBezTo>
                    <a:pt x="252" y="160"/>
                    <a:pt x="503" y="274"/>
                    <a:pt x="776" y="343"/>
                  </a:cubicBezTo>
                  <a:cubicBezTo>
                    <a:pt x="913" y="388"/>
                    <a:pt x="1050" y="434"/>
                    <a:pt x="1187" y="457"/>
                  </a:cubicBezTo>
                  <a:cubicBezTo>
                    <a:pt x="1209" y="460"/>
                    <a:pt x="1232" y="462"/>
                    <a:pt x="1255" y="462"/>
                  </a:cubicBezTo>
                  <a:cubicBezTo>
                    <a:pt x="1379" y="462"/>
                    <a:pt x="1514" y="409"/>
                    <a:pt x="1553" y="274"/>
                  </a:cubicBezTo>
                  <a:lnTo>
                    <a:pt x="1530" y="274"/>
                  </a:lnTo>
                  <a:cubicBezTo>
                    <a:pt x="1507" y="343"/>
                    <a:pt x="1438" y="365"/>
                    <a:pt x="1370" y="365"/>
                  </a:cubicBezTo>
                  <a:cubicBezTo>
                    <a:pt x="1355" y="373"/>
                    <a:pt x="1337" y="376"/>
                    <a:pt x="1318" y="376"/>
                  </a:cubicBezTo>
                  <a:cubicBezTo>
                    <a:pt x="1281" y="376"/>
                    <a:pt x="1241" y="365"/>
                    <a:pt x="1210" y="365"/>
                  </a:cubicBezTo>
                  <a:cubicBezTo>
                    <a:pt x="1073" y="320"/>
                    <a:pt x="936" y="274"/>
                    <a:pt x="822" y="228"/>
                  </a:cubicBezTo>
                  <a:cubicBezTo>
                    <a:pt x="685" y="206"/>
                    <a:pt x="548" y="160"/>
                    <a:pt x="411" y="114"/>
                  </a:cubicBezTo>
                  <a:cubicBezTo>
                    <a:pt x="297" y="69"/>
                    <a:pt x="160" y="46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70"/>
            <p:cNvSpPr/>
            <p:nvPr/>
          </p:nvSpPr>
          <p:spPr>
            <a:xfrm>
              <a:off x="7379077" y="3019674"/>
              <a:ext cx="35959" cy="16123"/>
            </a:xfrm>
            <a:custGeom>
              <a:avLst/>
              <a:gdLst/>
              <a:ahLst/>
              <a:cxnLst/>
              <a:rect l="l" t="t" r="r" b="b"/>
              <a:pathLst>
                <a:path w="1530" h="686" extrusionOk="0">
                  <a:moveTo>
                    <a:pt x="1392" y="1"/>
                  </a:moveTo>
                  <a:lnTo>
                    <a:pt x="1392" y="1"/>
                  </a:lnTo>
                  <a:cubicBezTo>
                    <a:pt x="1415" y="160"/>
                    <a:pt x="1438" y="343"/>
                    <a:pt x="1324" y="457"/>
                  </a:cubicBezTo>
                  <a:cubicBezTo>
                    <a:pt x="1253" y="542"/>
                    <a:pt x="1156" y="566"/>
                    <a:pt x="1059" y="566"/>
                  </a:cubicBezTo>
                  <a:cubicBezTo>
                    <a:pt x="1000" y="566"/>
                    <a:pt x="942" y="557"/>
                    <a:pt x="890" y="549"/>
                  </a:cubicBezTo>
                  <a:cubicBezTo>
                    <a:pt x="731" y="503"/>
                    <a:pt x="594" y="412"/>
                    <a:pt x="434" y="343"/>
                  </a:cubicBezTo>
                  <a:cubicBezTo>
                    <a:pt x="297" y="275"/>
                    <a:pt x="160" y="206"/>
                    <a:pt x="23" y="115"/>
                  </a:cubicBezTo>
                  <a:lnTo>
                    <a:pt x="0" y="138"/>
                  </a:lnTo>
                  <a:cubicBezTo>
                    <a:pt x="137" y="252"/>
                    <a:pt x="251" y="343"/>
                    <a:pt x="388" y="434"/>
                  </a:cubicBezTo>
                  <a:cubicBezTo>
                    <a:pt x="525" y="526"/>
                    <a:pt x="685" y="594"/>
                    <a:pt x="845" y="663"/>
                  </a:cubicBezTo>
                  <a:cubicBezTo>
                    <a:pt x="936" y="685"/>
                    <a:pt x="1027" y="685"/>
                    <a:pt x="1141" y="685"/>
                  </a:cubicBezTo>
                  <a:cubicBezTo>
                    <a:pt x="1233" y="663"/>
                    <a:pt x="1347" y="617"/>
                    <a:pt x="1392" y="526"/>
                  </a:cubicBezTo>
                  <a:cubicBezTo>
                    <a:pt x="1529" y="343"/>
                    <a:pt x="1461" y="160"/>
                    <a:pt x="1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70"/>
            <p:cNvSpPr/>
            <p:nvPr/>
          </p:nvSpPr>
          <p:spPr>
            <a:xfrm>
              <a:off x="7386033" y="3030955"/>
              <a:ext cx="18802" cy="16099"/>
            </a:xfrm>
            <a:custGeom>
              <a:avLst/>
              <a:gdLst/>
              <a:ahLst/>
              <a:cxnLst/>
              <a:rect l="l" t="t" r="r" b="b"/>
              <a:pathLst>
                <a:path w="800" h="685" extrusionOk="0">
                  <a:moveTo>
                    <a:pt x="663" y="0"/>
                  </a:moveTo>
                  <a:cubicBezTo>
                    <a:pt x="708" y="91"/>
                    <a:pt x="708" y="183"/>
                    <a:pt x="708" y="297"/>
                  </a:cubicBezTo>
                  <a:cubicBezTo>
                    <a:pt x="708" y="342"/>
                    <a:pt x="686" y="388"/>
                    <a:pt x="663" y="434"/>
                  </a:cubicBezTo>
                  <a:cubicBezTo>
                    <a:pt x="663" y="479"/>
                    <a:pt x="617" y="502"/>
                    <a:pt x="571" y="525"/>
                  </a:cubicBezTo>
                  <a:cubicBezTo>
                    <a:pt x="480" y="548"/>
                    <a:pt x="389" y="571"/>
                    <a:pt x="275" y="571"/>
                  </a:cubicBezTo>
                  <a:cubicBezTo>
                    <a:pt x="241" y="579"/>
                    <a:pt x="208" y="584"/>
                    <a:pt x="175" y="584"/>
                  </a:cubicBezTo>
                  <a:cubicBezTo>
                    <a:pt x="117" y="584"/>
                    <a:pt x="59" y="568"/>
                    <a:pt x="1" y="525"/>
                  </a:cubicBezTo>
                  <a:lnTo>
                    <a:pt x="1" y="548"/>
                  </a:lnTo>
                  <a:cubicBezTo>
                    <a:pt x="24" y="593"/>
                    <a:pt x="69" y="616"/>
                    <a:pt x="115" y="639"/>
                  </a:cubicBezTo>
                  <a:cubicBezTo>
                    <a:pt x="183" y="662"/>
                    <a:pt x="229" y="662"/>
                    <a:pt x="298" y="685"/>
                  </a:cubicBezTo>
                  <a:cubicBezTo>
                    <a:pt x="366" y="685"/>
                    <a:pt x="503" y="685"/>
                    <a:pt x="617" y="616"/>
                  </a:cubicBezTo>
                  <a:cubicBezTo>
                    <a:pt x="663" y="593"/>
                    <a:pt x="731" y="571"/>
                    <a:pt x="777" y="479"/>
                  </a:cubicBezTo>
                  <a:cubicBezTo>
                    <a:pt x="800" y="411"/>
                    <a:pt x="777" y="342"/>
                    <a:pt x="777" y="297"/>
                  </a:cubicBezTo>
                  <a:cubicBezTo>
                    <a:pt x="777" y="183"/>
                    <a:pt x="731" y="91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70"/>
            <p:cNvSpPr/>
            <p:nvPr/>
          </p:nvSpPr>
          <p:spPr>
            <a:xfrm>
              <a:off x="7465964" y="2823877"/>
              <a:ext cx="343889" cy="399354"/>
            </a:xfrm>
            <a:custGeom>
              <a:avLst/>
              <a:gdLst/>
              <a:ahLst/>
              <a:cxnLst/>
              <a:rect l="l" t="t" r="r" b="b"/>
              <a:pathLst>
                <a:path w="14632" h="16992" extrusionOk="0">
                  <a:moveTo>
                    <a:pt x="13810" y="0"/>
                  </a:moveTo>
                  <a:cubicBezTo>
                    <a:pt x="13810" y="1"/>
                    <a:pt x="12235" y="229"/>
                    <a:pt x="11140" y="2329"/>
                  </a:cubicBezTo>
                  <a:cubicBezTo>
                    <a:pt x="10295" y="3972"/>
                    <a:pt x="7031" y="10888"/>
                    <a:pt x="7031" y="10888"/>
                  </a:cubicBezTo>
                  <a:lnTo>
                    <a:pt x="594" y="8126"/>
                  </a:lnTo>
                  <a:lnTo>
                    <a:pt x="1" y="12144"/>
                  </a:lnTo>
                  <a:cubicBezTo>
                    <a:pt x="1" y="12144"/>
                    <a:pt x="8049" y="16991"/>
                    <a:pt x="10903" y="16991"/>
                  </a:cubicBezTo>
                  <a:cubicBezTo>
                    <a:pt x="11219" y="16991"/>
                    <a:pt x="11471" y="16932"/>
                    <a:pt x="11642" y="16800"/>
                  </a:cubicBezTo>
                  <a:cubicBezTo>
                    <a:pt x="13354" y="15476"/>
                    <a:pt x="14632" y="2123"/>
                    <a:pt x="1381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70"/>
            <p:cNvSpPr/>
            <p:nvPr/>
          </p:nvSpPr>
          <p:spPr>
            <a:xfrm>
              <a:off x="7711162" y="2821198"/>
              <a:ext cx="357802" cy="386076"/>
            </a:xfrm>
            <a:custGeom>
              <a:avLst/>
              <a:gdLst/>
              <a:ahLst/>
              <a:cxnLst/>
              <a:rect l="l" t="t" r="r" b="b"/>
              <a:pathLst>
                <a:path w="15224" h="16427" extrusionOk="0">
                  <a:moveTo>
                    <a:pt x="3674" y="0"/>
                  </a:moveTo>
                  <a:lnTo>
                    <a:pt x="3674" y="0"/>
                  </a:lnTo>
                  <a:cubicBezTo>
                    <a:pt x="3674" y="4"/>
                    <a:pt x="3675" y="8"/>
                    <a:pt x="3675" y="12"/>
                  </a:cubicBezTo>
                  <a:lnTo>
                    <a:pt x="3675" y="12"/>
                  </a:lnTo>
                  <a:cubicBezTo>
                    <a:pt x="3676" y="7"/>
                    <a:pt x="3675" y="3"/>
                    <a:pt x="3674" y="0"/>
                  </a:cubicBezTo>
                  <a:close/>
                  <a:moveTo>
                    <a:pt x="3675" y="12"/>
                  </a:moveTo>
                  <a:lnTo>
                    <a:pt x="3675" y="12"/>
                  </a:lnTo>
                  <a:cubicBezTo>
                    <a:pt x="3666" y="404"/>
                    <a:pt x="1" y="7721"/>
                    <a:pt x="113" y="9815"/>
                  </a:cubicBezTo>
                  <a:cubicBezTo>
                    <a:pt x="227" y="11961"/>
                    <a:pt x="1688" y="15567"/>
                    <a:pt x="1574" y="15887"/>
                  </a:cubicBezTo>
                  <a:cubicBezTo>
                    <a:pt x="1574" y="15887"/>
                    <a:pt x="2265" y="16426"/>
                    <a:pt x="5209" y="16426"/>
                  </a:cubicBezTo>
                  <a:cubicBezTo>
                    <a:pt x="6835" y="16426"/>
                    <a:pt x="9150" y="16262"/>
                    <a:pt x="12416" y="15750"/>
                  </a:cubicBezTo>
                  <a:cubicBezTo>
                    <a:pt x="15223" y="13285"/>
                    <a:pt x="12758" y="4908"/>
                    <a:pt x="11800" y="2260"/>
                  </a:cubicBezTo>
                  <a:cubicBezTo>
                    <a:pt x="11800" y="2260"/>
                    <a:pt x="9312" y="1895"/>
                    <a:pt x="8239" y="594"/>
                  </a:cubicBezTo>
                  <a:cubicBezTo>
                    <a:pt x="8239" y="594"/>
                    <a:pt x="6639" y="1843"/>
                    <a:pt x="5323" y="1843"/>
                  </a:cubicBezTo>
                  <a:cubicBezTo>
                    <a:pt x="4544" y="1843"/>
                    <a:pt x="3865" y="1406"/>
                    <a:pt x="3675" y="12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70"/>
            <p:cNvSpPr/>
            <p:nvPr/>
          </p:nvSpPr>
          <p:spPr>
            <a:xfrm>
              <a:off x="7563075" y="3066890"/>
              <a:ext cx="269315" cy="159347"/>
            </a:xfrm>
            <a:custGeom>
              <a:avLst/>
              <a:gdLst/>
              <a:ahLst/>
              <a:cxnLst/>
              <a:rect l="l" t="t" r="r" b="b"/>
              <a:pathLst>
                <a:path w="11459" h="6780" extrusionOk="0">
                  <a:moveTo>
                    <a:pt x="5912" y="0"/>
                  </a:moveTo>
                  <a:lnTo>
                    <a:pt x="0" y="46"/>
                  </a:lnTo>
                  <a:lnTo>
                    <a:pt x="4542" y="6277"/>
                  </a:lnTo>
                  <a:lnTo>
                    <a:pt x="7213" y="6665"/>
                  </a:lnTo>
                  <a:cubicBezTo>
                    <a:pt x="7373" y="6688"/>
                    <a:pt x="11459" y="6779"/>
                    <a:pt x="11459" y="6779"/>
                  </a:cubicBezTo>
                  <a:lnTo>
                    <a:pt x="59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70"/>
            <p:cNvSpPr/>
            <p:nvPr/>
          </p:nvSpPr>
          <p:spPr>
            <a:xfrm>
              <a:off x="7757250" y="3133941"/>
              <a:ext cx="31681" cy="35418"/>
            </a:xfrm>
            <a:custGeom>
              <a:avLst/>
              <a:gdLst/>
              <a:ahLst/>
              <a:cxnLst/>
              <a:rect l="l" t="t" r="r" b="b"/>
              <a:pathLst>
                <a:path w="1348" h="1507" extrusionOk="0">
                  <a:moveTo>
                    <a:pt x="1" y="0"/>
                  </a:moveTo>
                  <a:lnTo>
                    <a:pt x="1" y="1005"/>
                  </a:lnTo>
                  <a:lnTo>
                    <a:pt x="1348" y="15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20F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70"/>
            <p:cNvSpPr/>
            <p:nvPr/>
          </p:nvSpPr>
          <p:spPr>
            <a:xfrm>
              <a:off x="7667143" y="3134482"/>
              <a:ext cx="226940" cy="123412"/>
            </a:xfrm>
            <a:custGeom>
              <a:avLst/>
              <a:gdLst/>
              <a:ahLst/>
              <a:cxnLst/>
              <a:rect l="l" t="t" r="r" b="b"/>
              <a:pathLst>
                <a:path w="9656" h="5251" extrusionOk="0">
                  <a:moveTo>
                    <a:pt x="2283" y="2211"/>
                  </a:moveTo>
                  <a:cubicBezTo>
                    <a:pt x="2378" y="2243"/>
                    <a:pt x="2434" y="2262"/>
                    <a:pt x="2432" y="2262"/>
                  </a:cubicBezTo>
                  <a:cubicBezTo>
                    <a:pt x="2431" y="2262"/>
                    <a:pt x="2406" y="2254"/>
                    <a:pt x="2351" y="2237"/>
                  </a:cubicBezTo>
                  <a:cubicBezTo>
                    <a:pt x="2347" y="2235"/>
                    <a:pt x="2323" y="2226"/>
                    <a:pt x="2283" y="2211"/>
                  </a:cubicBezTo>
                  <a:close/>
                  <a:moveTo>
                    <a:pt x="3812" y="0"/>
                  </a:moveTo>
                  <a:lnTo>
                    <a:pt x="3812" y="0"/>
                  </a:lnTo>
                  <a:cubicBezTo>
                    <a:pt x="4086" y="251"/>
                    <a:pt x="4223" y="913"/>
                    <a:pt x="4086" y="982"/>
                  </a:cubicBezTo>
                  <a:cubicBezTo>
                    <a:pt x="4031" y="1013"/>
                    <a:pt x="3923" y="1028"/>
                    <a:pt x="3788" y="1028"/>
                  </a:cubicBezTo>
                  <a:cubicBezTo>
                    <a:pt x="3530" y="1028"/>
                    <a:pt x="3177" y="973"/>
                    <a:pt x="2922" y="868"/>
                  </a:cubicBezTo>
                  <a:cubicBezTo>
                    <a:pt x="2543" y="720"/>
                    <a:pt x="1059" y="30"/>
                    <a:pt x="633" y="30"/>
                  </a:cubicBezTo>
                  <a:cubicBezTo>
                    <a:pt x="596" y="30"/>
                    <a:pt x="568" y="35"/>
                    <a:pt x="548" y="46"/>
                  </a:cubicBezTo>
                  <a:cubicBezTo>
                    <a:pt x="320" y="206"/>
                    <a:pt x="2557" y="1530"/>
                    <a:pt x="2511" y="1621"/>
                  </a:cubicBezTo>
                  <a:cubicBezTo>
                    <a:pt x="2507" y="1627"/>
                    <a:pt x="2494" y="1630"/>
                    <a:pt x="2474" y="1630"/>
                  </a:cubicBezTo>
                  <a:cubicBezTo>
                    <a:pt x="2271" y="1630"/>
                    <a:pt x="1347" y="1347"/>
                    <a:pt x="1347" y="1347"/>
                  </a:cubicBezTo>
                  <a:cubicBezTo>
                    <a:pt x="1314" y="1347"/>
                    <a:pt x="623" y="1182"/>
                    <a:pt x="260" y="1182"/>
                  </a:cubicBezTo>
                  <a:cubicBezTo>
                    <a:pt x="118" y="1182"/>
                    <a:pt x="27" y="1208"/>
                    <a:pt x="46" y="1279"/>
                  </a:cubicBezTo>
                  <a:cubicBezTo>
                    <a:pt x="73" y="1426"/>
                    <a:pt x="1069" y="1794"/>
                    <a:pt x="1766" y="2036"/>
                  </a:cubicBezTo>
                  <a:lnTo>
                    <a:pt x="1766" y="2036"/>
                  </a:lnTo>
                  <a:cubicBezTo>
                    <a:pt x="1255" y="1871"/>
                    <a:pt x="543" y="1664"/>
                    <a:pt x="201" y="1664"/>
                  </a:cubicBezTo>
                  <a:cubicBezTo>
                    <a:pt x="76" y="1664"/>
                    <a:pt x="0" y="1692"/>
                    <a:pt x="0" y="1758"/>
                  </a:cubicBezTo>
                  <a:cubicBezTo>
                    <a:pt x="0" y="2009"/>
                    <a:pt x="2077" y="2694"/>
                    <a:pt x="2146" y="2785"/>
                  </a:cubicBezTo>
                  <a:cubicBezTo>
                    <a:pt x="2149" y="2788"/>
                    <a:pt x="2148" y="2789"/>
                    <a:pt x="2145" y="2789"/>
                  </a:cubicBezTo>
                  <a:cubicBezTo>
                    <a:pt x="2084" y="2789"/>
                    <a:pt x="946" y="2285"/>
                    <a:pt x="574" y="2285"/>
                  </a:cubicBezTo>
                  <a:cubicBezTo>
                    <a:pt x="501" y="2285"/>
                    <a:pt x="457" y="2305"/>
                    <a:pt x="457" y="2351"/>
                  </a:cubicBezTo>
                  <a:cubicBezTo>
                    <a:pt x="457" y="2488"/>
                    <a:pt x="1324" y="2899"/>
                    <a:pt x="1621" y="2990"/>
                  </a:cubicBezTo>
                  <a:cubicBezTo>
                    <a:pt x="2146" y="3173"/>
                    <a:pt x="4953" y="4269"/>
                    <a:pt x="9564" y="5250"/>
                  </a:cubicBezTo>
                  <a:lnTo>
                    <a:pt x="9655" y="2420"/>
                  </a:lnTo>
                  <a:lnTo>
                    <a:pt x="5798" y="1667"/>
                  </a:lnTo>
                  <a:cubicBezTo>
                    <a:pt x="5798" y="1667"/>
                    <a:pt x="5570" y="1279"/>
                    <a:pt x="5319" y="982"/>
                  </a:cubicBezTo>
                  <a:cubicBezTo>
                    <a:pt x="4839" y="457"/>
                    <a:pt x="3812" y="0"/>
                    <a:pt x="381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70"/>
            <p:cNvSpPr/>
            <p:nvPr/>
          </p:nvSpPr>
          <p:spPr>
            <a:xfrm>
              <a:off x="7798567" y="2861598"/>
              <a:ext cx="328870" cy="426030"/>
            </a:xfrm>
            <a:custGeom>
              <a:avLst/>
              <a:gdLst/>
              <a:ahLst/>
              <a:cxnLst/>
              <a:rect l="l" t="t" r="r" b="b"/>
              <a:pathLst>
                <a:path w="13993" h="18127" extrusionOk="0">
                  <a:moveTo>
                    <a:pt x="7247" y="1"/>
                  </a:moveTo>
                  <a:cubicBezTo>
                    <a:pt x="5656" y="1"/>
                    <a:pt x="6163" y="3280"/>
                    <a:pt x="6163" y="3280"/>
                  </a:cubicBezTo>
                  <a:lnTo>
                    <a:pt x="7168" y="13483"/>
                  </a:lnTo>
                  <a:lnTo>
                    <a:pt x="799" y="12433"/>
                  </a:lnTo>
                  <a:lnTo>
                    <a:pt x="1" y="16838"/>
                  </a:lnTo>
                  <a:cubicBezTo>
                    <a:pt x="1" y="16838"/>
                    <a:pt x="5345" y="18127"/>
                    <a:pt x="9088" y="18127"/>
                  </a:cubicBezTo>
                  <a:cubicBezTo>
                    <a:pt x="11003" y="18127"/>
                    <a:pt x="12499" y="17790"/>
                    <a:pt x="12646" y="16770"/>
                  </a:cubicBezTo>
                  <a:cubicBezTo>
                    <a:pt x="13992" y="7480"/>
                    <a:pt x="10500" y="495"/>
                    <a:pt x="7442" y="16"/>
                  </a:cubicBezTo>
                  <a:cubicBezTo>
                    <a:pt x="7374" y="6"/>
                    <a:pt x="7309" y="1"/>
                    <a:pt x="724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3" name="Google Shape;2713;p70"/>
          <p:cNvSpPr/>
          <p:nvPr/>
        </p:nvSpPr>
        <p:spPr>
          <a:xfrm rot="10800000" flipH="1">
            <a:off x="7251900" y="885153"/>
            <a:ext cx="452876" cy="45287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4" name="Google Shape;2714;p70"/>
          <p:cNvSpPr/>
          <p:nvPr/>
        </p:nvSpPr>
        <p:spPr>
          <a:xfrm rot="10800000" flipH="1">
            <a:off x="4995100" y="1032852"/>
            <a:ext cx="615772" cy="615772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5" name="Google Shape;2715;p70"/>
          <p:cNvSpPr/>
          <p:nvPr/>
        </p:nvSpPr>
        <p:spPr>
          <a:xfrm rot="10800000" flipH="1">
            <a:off x="4358675" y="749472"/>
            <a:ext cx="349701" cy="349701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71"/>
          <p:cNvSpPr txBox="1">
            <a:spLocks noGrp="1"/>
          </p:cNvSpPr>
          <p:nvPr>
            <p:ph type="body" idx="4294967295"/>
          </p:nvPr>
        </p:nvSpPr>
        <p:spPr>
          <a:xfrm>
            <a:off x="2094768" y="1578399"/>
            <a:ext cx="4838589" cy="80181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Cahya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Firmansyah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Cucu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Tohir</a:t>
            </a:r>
            <a:endParaRPr lang="en-US" sz="1500" b="1" dirty="0">
              <a:effectLst/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Sistem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Layanan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Masyarakat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Lingkup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Desa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Gunung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Tanjung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Berbasis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Web dan SMS Gateway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dengan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Metode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Antrian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FIFO (2018)</a:t>
            </a:r>
            <a:endParaRPr lang="en-US" sz="1500" dirty="0">
              <a:solidFill>
                <a:schemeClr val="accent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2748" name="Google Shape;2748;p71"/>
          <p:cNvSpPr txBox="1">
            <a:spLocks noGrp="1"/>
          </p:cNvSpPr>
          <p:nvPr>
            <p:ph type="title"/>
          </p:nvPr>
        </p:nvSpPr>
        <p:spPr>
          <a:xfrm>
            <a:off x="1235342" y="456198"/>
            <a:ext cx="4008411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Penelitian Relevan</a:t>
            </a:r>
            <a:endParaRPr dirty="0"/>
          </a:p>
        </p:txBody>
      </p:sp>
      <p:grpSp>
        <p:nvGrpSpPr>
          <p:cNvPr id="2917" name="Google Shape;2917;p71"/>
          <p:cNvGrpSpPr/>
          <p:nvPr/>
        </p:nvGrpSpPr>
        <p:grpSpPr>
          <a:xfrm>
            <a:off x="612442" y="316700"/>
            <a:ext cx="628414" cy="829350"/>
            <a:chOff x="2804590" y="265326"/>
            <a:chExt cx="390392" cy="515220"/>
          </a:xfrm>
        </p:grpSpPr>
        <p:sp>
          <p:nvSpPr>
            <p:cNvPr id="2918" name="Google Shape;2918;p71"/>
            <p:cNvSpPr/>
            <p:nvPr/>
          </p:nvSpPr>
          <p:spPr>
            <a:xfrm>
              <a:off x="2804590" y="265326"/>
              <a:ext cx="390392" cy="515220"/>
            </a:xfrm>
            <a:custGeom>
              <a:avLst/>
              <a:gdLst/>
              <a:ahLst/>
              <a:cxnLst/>
              <a:rect l="l" t="t" r="r" b="b"/>
              <a:pathLst>
                <a:path w="7853" h="10364" extrusionOk="0">
                  <a:moveTo>
                    <a:pt x="0" y="0"/>
                  </a:moveTo>
                  <a:lnTo>
                    <a:pt x="0" y="10363"/>
                  </a:lnTo>
                  <a:lnTo>
                    <a:pt x="7852" y="10363"/>
                  </a:lnTo>
                  <a:lnTo>
                    <a:pt x="785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71"/>
            <p:cNvSpPr/>
            <p:nvPr/>
          </p:nvSpPr>
          <p:spPr>
            <a:xfrm>
              <a:off x="2848836" y="358391"/>
              <a:ext cx="169122" cy="5717"/>
            </a:xfrm>
            <a:custGeom>
              <a:avLst/>
              <a:gdLst/>
              <a:ahLst/>
              <a:cxnLst/>
              <a:rect l="l" t="t" r="r" b="b"/>
              <a:pathLst>
                <a:path w="3402" h="115" extrusionOk="0">
                  <a:moveTo>
                    <a:pt x="69" y="0"/>
                  </a:moveTo>
                  <a:cubicBezTo>
                    <a:pt x="46" y="0"/>
                    <a:pt x="0" y="23"/>
                    <a:pt x="0" y="46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3356" y="114"/>
                  </a:lnTo>
                  <a:cubicBezTo>
                    <a:pt x="3378" y="114"/>
                    <a:pt x="3401" y="91"/>
                    <a:pt x="3401" y="46"/>
                  </a:cubicBezTo>
                  <a:cubicBezTo>
                    <a:pt x="3401" y="23"/>
                    <a:pt x="3378" y="0"/>
                    <a:pt x="3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71"/>
            <p:cNvSpPr/>
            <p:nvPr/>
          </p:nvSpPr>
          <p:spPr>
            <a:xfrm>
              <a:off x="2848836" y="429879"/>
              <a:ext cx="192934" cy="5717"/>
            </a:xfrm>
            <a:custGeom>
              <a:avLst/>
              <a:gdLst/>
              <a:ahLst/>
              <a:cxnLst/>
              <a:rect l="l" t="t" r="r" b="b"/>
              <a:pathLst>
                <a:path w="3881" h="115" extrusionOk="0">
                  <a:moveTo>
                    <a:pt x="69" y="0"/>
                  </a:moveTo>
                  <a:cubicBezTo>
                    <a:pt x="46" y="0"/>
                    <a:pt x="0" y="23"/>
                    <a:pt x="0" y="69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3812" y="114"/>
                  </a:lnTo>
                  <a:cubicBezTo>
                    <a:pt x="3858" y="114"/>
                    <a:pt x="3881" y="91"/>
                    <a:pt x="3881" y="69"/>
                  </a:cubicBezTo>
                  <a:cubicBezTo>
                    <a:pt x="3881" y="23"/>
                    <a:pt x="3858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71"/>
            <p:cNvSpPr/>
            <p:nvPr/>
          </p:nvSpPr>
          <p:spPr>
            <a:xfrm>
              <a:off x="2848836" y="662490"/>
              <a:ext cx="192934" cy="5717"/>
            </a:xfrm>
            <a:custGeom>
              <a:avLst/>
              <a:gdLst/>
              <a:ahLst/>
              <a:cxnLst/>
              <a:rect l="l" t="t" r="r" b="b"/>
              <a:pathLst>
                <a:path w="3881" h="115" extrusionOk="0">
                  <a:moveTo>
                    <a:pt x="69" y="0"/>
                  </a:moveTo>
                  <a:cubicBezTo>
                    <a:pt x="46" y="0"/>
                    <a:pt x="0" y="23"/>
                    <a:pt x="0" y="69"/>
                  </a:cubicBezTo>
                  <a:cubicBezTo>
                    <a:pt x="0" y="92"/>
                    <a:pt x="46" y="114"/>
                    <a:pt x="69" y="114"/>
                  </a:cubicBezTo>
                  <a:lnTo>
                    <a:pt x="3812" y="114"/>
                  </a:lnTo>
                  <a:cubicBezTo>
                    <a:pt x="3858" y="114"/>
                    <a:pt x="3881" y="92"/>
                    <a:pt x="3881" y="69"/>
                  </a:cubicBezTo>
                  <a:cubicBezTo>
                    <a:pt x="3881" y="23"/>
                    <a:pt x="3858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71"/>
            <p:cNvSpPr/>
            <p:nvPr/>
          </p:nvSpPr>
          <p:spPr>
            <a:xfrm>
              <a:off x="2848836" y="482079"/>
              <a:ext cx="298474" cy="5717"/>
            </a:xfrm>
            <a:custGeom>
              <a:avLst/>
              <a:gdLst/>
              <a:ahLst/>
              <a:cxnLst/>
              <a:rect l="l" t="t" r="r" b="b"/>
              <a:pathLst>
                <a:path w="6004" h="115" extrusionOk="0">
                  <a:moveTo>
                    <a:pt x="69" y="0"/>
                  </a:moveTo>
                  <a:cubicBezTo>
                    <a:pt x="46" y="0"/>
                    <a:pt x="0" y="23"/>
                    <a:pt x="0" y="46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5935" y="114"/>
                  </a:lnTo>
                  <a:cubicBezTo>
                    <a:pt x="5981" y="114"/>
                    <a:pt x="6003" y="91"/>
                    <a:pt x="6003" y="46"/>
                  </a:cubicBezTo>
                  <a:cubicBezTo>
                    <a:pt x="6003" y="23"/>
                    <a:pt x="5981" y="0"/>
                    <a:pt x="59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71"/>
            <p:cNvSpPr/>
            <p:nvPr/>
          </p:nvSpPr>
          <p:spPr>
            <a:xfrm>
              <a:off x="2848836" y="601193"/>
              <a:ext cx="298474" cy="5717"/>
            </a:xfrm>
            <a:custGeom>
              <a:avLst/>
              <a:gdLst/>
              <a:ahLst/>
              <a:cxnLst/>
              <a:rect l="l" t="t" r="r" b="b"/>
              <a:pathLst>
                <a:path w="6004" h="115" extrusionOk="0">
                  <a:moveTo>
                    <a:pt x="69" y="1"/>
                  </a:moveTo>
                  <a:cubicBezTo>
                    <a:pt x="46" y="1"/>
                    <a:pt x="0" y="24"/>
                    <a:pt x="0" y="69"/>
                  </a:cubicBezTo>
                  <a:cubicBezTo>
                    <a:pt x="0" y="92"/>
                    <a:pt x="46" y="115"/>
                    <a:pt x="69" y="115"/>
                  </a:cubicBezTo>
                  <a:lnTo>
                    <a:pt x="5935" y="115"/>
                  </a:lnTo>
                  <a:cubicBezTo>
                    <a:pt x="5981" y="115"/>
                    <a:pt x="6003" y="92"/>
                    <a:pt x="6003" y="69"/>
                  </a:cubicBezTo>
                  <a:cubicBezTo>
                    <a:pt x="6003" y="24"/>
                    <a:pt x="5981" y="1"/>
                    <a:pt x="5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71"/>
            <p:cNvSpPr/>
            <p:nvPr/>
          </p:nvSpPr>
          <p:spPr>
            <a:xfrm>
              <a:off x="3053061" y="429879"/>
              <a:ext cx="94255" cy="5717"/>
            </a:xfrm>
            <a:custGeom>
              <a:avLst/>
              <a:gdLst/>
              <a:ahLst/>
              <a:cxnLst/>
              <a:rect l="l" t="t" r="r" b="b"/>
              <a:pathLst>
                <a:path w="1896" h="115" extrusionOk="0">
                  <a:moveTo>
                    <a:pt x="69" y="0"/>
                  </a:moveTo>
                  <a:cubicBezTo>
                    <a:pt x="24" y="0"/>
                    <a:pt x="1" y="23"/>
                    <a:pt x="1" y="69"/>
                  </a:cubicBezTo>
                  <a:cubicBezTo>
                    <a:pt x="1" y="91"/>
                    <a:pt x="24" y="114"/>
                    <a:pt x="69" y="114"/>
                  </a:cubicBezTo>
                  <a:lnTo>
                    <a:pt x="1827" y="114"/>
                  </a:lnTo>
                  <a:cubicBezTo>
                    <a:pt x="1873" y="114"/>
                    <a:pt x="1895" y="91"/>
                    <a:pt x="1895" y="69"/>
                  </a:cubicBezTo>
                  <a:cubicBezTo>
                    <a:pt x="1895" y="23"/>
                    <a:pt x="1873" y="0"/>
                    <a:pt x="1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71"/>
            <p:cNvSpPr/>
            <p:nvPr/>
          </p:nvSpPr>
          <p:spPr>
            <a:xfrm>
              <a:off x="2848836" y="542183"/>
              <a:ext cx="94205" cy="5717"/>
            </a:xfrm>
            <a:custGeom>
              <a:avLst/>
              <a:gdLst/>
              <a:ahLst/>
              <a:cxnLst/>
              <a:rect l="l" t="t" r="r" b="b"/>
              <a:pathLst>
                <a:path w="1895" h="115" extrusionOk="0">
                  <a:moveTo>
                    <a:pt x="69" y="1"/>
                  </a:moveTo>
                  <a:cubicBezTo>
                    <a:pt x="46" y="1"/>
                    <a:pt x="0" y="24"/>
                    <a:pt x="0" y="69"/>
                  </a:cubicBezTo>
                  <a:cubicBezTo>
                    <a:pt x="0" y="92"/>
                    <a:pt x="46" y="115"/>
                    <a:pt x="69" y="115"/>
                  </a:cubicBezTo>
                  <a:lnTo>
                    <a:pt x="1826" y="115"/>
                  </a:lnTo>
                  <a:cubicBezTo>
                    <a:pt x="1872" y="115"/>
                    <a:pt x="1895" y="92"/>
                    <a:pt x="1895" y="69"/>
                  </a:cubicBezTo>
                  <a:cubicBezTo>
                    <a:pt x="1895" y="24"/>
                    <a:pt x="1872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1640;p52">
            <a:extLst>
              <a:ext uri="{FF2B5EF4-FFF2-40B4-BE49-F238E27FC236}">
                <a16:creationId xmlns:a16="http://schemas.microsoft.com/office/drawing/2014/main" id="{3444AA32-9A92-4995-BEA9-8348893A9F89}"/>
              </a:ext>
            </a:extLst>
          </p:cNvPr>
          <p:cNvSpPr/>
          <p:nvPr/>
        </p:nvSpPr>
        <p:spPr>
          <a:xfrm>
            <a:off x="1397137" y="1679347"/>
            <a:ext cx="5727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" name="Google Shape;1644;p52">
            <a:extLst>
              <a:ext uri="{FF2B5EF4-FFF2-40B4-BE49-F238E27FC236}">
                <a16:creationId xmlns:a16="http://schemas.microsoft.com/office/drawing/2014/main" id="{84DB7063-BF06-40A7-817F-76D9DDEE46BC}"/>
              </a:ext>
            </a:extLst>
          </p:cNvPr>
          <p:cNvGrpSpPr/>
          <p:nvPr/>
        </p:nvGrpSpPr>
        <p:grpSpPr>
          <a:xfrm>
            <a:off x="1523060" y="1815921"/>
            <a:ext cx="320939" cy="299419"/>
            <a:chOff x="1747347" y="3362840"/>
            <a:chExt cx="382161" cy="356537"/>
          </a:xfrm>
        </p:grpSpPr>
        <p:sp>
          <p:nvSpPr>
            <p:cNvPr id="246" name="Google Shape;1645;p52">
              <a:extLst>
                <a:ext uri="{FF2B5EF4-FFF2-40B4-BE49-F238E27FC236}">
                  <a16:creationId xmlns:a16="http://schemas.microsoft.com/office/drawing/2014/main" id="{CE8C2BE9-9914-4521-A73C-E503A46BBAF6}"/>
                </a:ext>
              </a:extLst>
            </p:cNvPr>
            <p:cNvSpPr/>
            <p:nvPr/>
          </p:nvSpPr>
          <p:spPr>
            <a:xfrm>
              <a:off x="1985125" y="3499407"/>
              <a:ext cx="83430" cy="83299"/>
            </a:xfrm>
            <a:custGeom>
              <a:avLst/>
              <a:gdLst/>
              <a:ahLst/>
              <a:cxnLst/>
              <a:rect l="l" t="t" r="r" b="b"/>
              <a:pathLst>
                <a:path w="3181" h="3176" extrusionOk="0">
                  <a:moveTo>
                    <a:pt x="1593" y="0"/>
                  </a:moveTo>
                  <a:cubicBezTo>
                    <a:pt x="712" y="0"/>
                    <a:pt x="0" y="712"/>
                    <a:pt x="0" y="1588"/>
                  </a:cubicBezTo>
                  <a:cubicBezTo>
                    <a:pt x="0" y="2464"/>
                    <a:pt x="712" y="3176"/>
                    <a:pt x="1593" y="3176"/>
                  </a:cubicBezTo>
                  <a:cubicBezTo>
                    <a:pt x="2468" y="3176"/>
                    <a:pt x="3181" y="2464"/>
                    <a:pt x="3181" y="1588"/>
                  </a:cubicBezTo>
                  <a:cubicBezTo>
                    <a:pt x="3181" y="712"/>
                    <a:pt x="2468" y="0"/>
                    <a:pt x="1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646;p52">
              <a:extLst>
                <a:ext uri="{FF2B5EF4-FFF2-40B4-BE49-F238E27FC236}">
                  <a16:creationId xmlns:a16="http://schemas.microsoft.com/office/drawing/2014/main" id="{6FAFBF53-72FC-4601-A068-EB0AE2CAD5F7}"/>
                </a:ext>
              </a:extLst>
            </p:cNvPr>
            <p:cNvSpPr/>
            <p:nvPr/>
          </p:nvSpPr>
          <p:spPr>
            <a:xfrm>
              <a:off x="1980431" y="3532086"/>
              <a:ext cx="92793" cy="50619"/>
            </a:xfrm>
            <a:custGeom>
              <a:avLst/>
              <a:gdLst/>
              <a:ahLst/>
              <a:cxnLst/>
              <a:rect l="l" t="t" r="r" b="b"/>
              <a:pathLst>
                <a:path w="3538" h="1930" extrusionOk="0">
                  <a:moveTo>
                    <a:pt x="217" y="0"/>
                  </a:moveTo>
                  <a:lnTo>
                    <a:pt x="217" y="0"/>
                  </a:lnTo>
                  <a:cubicBezTo>
                    <a:pt x="1" y="992"/>
                    <a:pt x="752" y="1930"/>
                    <a:pt x="1767" y="1930"/>
                  </a:cubicBezTo>
                  <a:cubicBezTo>
                    <a:pt x="2782" y="1930"/>
                    <a:pt x="3538" y="992"/>
                    <a:pt x="3321" y="0"/>
                  </a:cubicBezTo>
                  <a:lnTo>
                    <a:pt x="3321" y="0"/>
                  </a:lnTo>
                  <a:cubicBezTo>
                    <a:pt x="3162" y="732"/>
                    <a:pt x="2518" y="1251"/>
                    <a:pt x="1772" y="1251"/>
                  </a:cubicBezTo>
                  <a:cubicBezTo>
                    <a:pt x="1021" y="1251"/>
                    <a:pt x="376" y="732"/>
                    <a:pt x="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647;p52">
              <a:extLst>
                <a:ext uri="{FF2B5EF4-FFF2-40B4-BE49-F238E27FC236}">
                  <a16:creationId xmlns:a16="http://schemas.microsoft.com/office/drawing/2014/main" id="{D28BCD70-2471-48AE-807E-24C439BE007A}"/>
                </a:ext>
              </a:extLst>
            </p:cNvPr>
            <p:cNvSpPr/>
            <p:nvPr/>
          </p:nvSpPr>
          <p:spPr>
            <a:xfrm>
              <a:off x="1752907" y="3493453"/>
              <a:ext cx="89383" cy="95311"/>
            </a:xfrm>
            <a:custGeom>
              <a:avLst/>
              <a:gdLst/>
              <a:ahLst/>
              <a:cxnLst/>
              <a:rect l="l" t="t" r="r" b="b"/>
              <a:pathLst>
                <a:path w="3408" h="3634" extrusionOk="0">
                  <a:moveTo>
                    <a:pt x="910" y="1"/>
                  </a:moveTo>
                  <a:cubicBezTo>
                    <a:pt x="409" y="1"/>
                    <a:pt x="0" y="405"/>
                    <a:pt x="0" y="906"/>
                  </a:cubicBezTo>
                  <a:lnTo>
                    <a:pt x="0" y="2724"/>
                  </a:lnTo>
                  <a:cubicBezTo>
                    <a:pt x="0" y="3225"/>
                    <a:pt x="409" y="3634"/>
                    <a:pt x="910" y="3634"/>
                  </a:cubicBezTo>
                  <a:lnTo>
                    <a:pt x="3407" y="3634"/>
                  </a:lnTo>
                  <a:lnTo>
                    <a:pt x="34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648;p52">
              <a:extLst>
                <a:ext uri="{FF2B5EF4-FFF2-40B4-BE49-F238E27FC236}">
                  <a16:creationId xmlns:a16="http://schemas.microsoft.com/office/drawing/2014/main" id="{C54A430F-BCAB-4970-AFA2-3BD35E642AE6}"/>
                </a:ext>
              </a:extLst>
            </p:cNvPr>
            <p:cNvSpPr/>
            <p:nvPr/>
          </p:nvSpPr>
          <p:spPr>
            <a:xfrm>
              <a:off x="1752907" y="3493978"/>
              <a:ext cx="89383" cy="94655"/>
            </a:xfrm>
            <a:custGeom>
              <a:avLst/>
              <a:gdLst/>
              <a:ahLst/>
              <a:cxnLst/>
              <a:rect l="l" t="t" r="r" b="b"/>
              <a:pathLst>
                <a:path w="3408" h="3609" extrusionOk="0">
                  <a:moveTo>
                    <a:pt x="703" y="0"/>
                  </a:moveTo>
                  <a:cubicBezTo>
                    <a:pt x="294" y="96"/>
                    <a:pt x="0" y="462"/>
                    <a:pt x="0" y="886"/>
                  </a:cubicBezTo>
                  <a:lnTo>
                    <a:pt x="0" y="2704"/>
                  </a:lnTo>
                  <a:cubicBezTo>
                    <a:pt x="0" y="3205"/>
                    <a:pt x="409" y="3609"/>
                    <a:pt x="910" y="3609"/>
                  </a:cubicBezTo>
                  <a:lnTo>
                    <a:pt x="3407" y="3609"/>
                  </a:lnTo>
                  <a:lnTo>
                    <a:pt x="3407" y="2931"/>
                  </a:lnTo>
                  <a:lnTo>
                    <a:pt x="1136" y="2931"/>
                  </a:lnTo>
                  <a:cubicBezTo>
                    <a:pt x="886" y="2931"/>
                    <a:pt x="679" y="2724"/>
                    <a:pt x="684" y="2473"/>
                  </a:cubicBezTo>
                  <a:lnTo>
                    <a:pt x="684" y="207"/>
                  </a:lnTo>
                  <a:cubicBezTo>
                    <a:pt x="684" y="135"/>
                    <a:pt x="688" y="68"/>
                    <a:pt x="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649;p52">
              <a:extLst>
                <a:ext uri="{FF2B5EF4-FFF2-40B4-BE49-F238E27FC236}">
                  <a16:creationId xmlns:a16="http://schemas.microsoft.com/office/drawing/2014/main" id="{FDF9E077-631C-4951-9C8A-0B6D8D361F65}"/>
                </a:ext>
              </a:extLst>
            </p:cNvPr>
            <p:cNvSpPr/>
            <p:nvPr/>
          </p:nvSpPr>
          <p:spPr>
            <a:xfrm>
              <a:off x="1842264" y="3392241"/>
              <a:ext cx="148815" cy="297735"/>
            </a:xfrm>
            <a:custGeom>
              <a:avLst/>
              <a:gdLst/>
              <a:ahLst/>
              <a:cxnLst/>
              <a:rect l="l" t="t" r="r" b="b"/>
              <a:pathLst>
                <a:path w="5674" h="11352" extrusionOk="0">
                  <a:moveTo>
                    <a:pt x="5673" y="1"/>
                  </a:moveTo>
                  <a:cubicBezTo>
                    <a:pt x="5673" y="1"/>
                    <a:pt x="3407" y="3860"/>
                    <a:pt x="0" y="3860"/>
                  </a:cubicBezTo>
                  <a:lnTo>
                    <a:pt x="0" y="7493"/>
                  </a:lnTo>
                  <a:cubicBezTo>
                    <a:pt x="3407" y="7493"/>
                    <a:pt x="5673" y="11352"/>
                    <a:pt x="5673" y="11352"/>
                  </a:cubicBezTo>
                  <a:lnTo>
                    <a:pt x="5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650;p52">
              <a:extLst>
                <a:ext uri="{FF2B5EF4-FFF2-40B4-BE49-F238E27FC236}">
                  <a16:creationId xmlns:a16="http://schemas.microsoft.com/office/drawing/2014/main" id="{E58BE6EE-237E-48C4-AC40-4D85B3B4CEAC}"/>
                </a:ext>
              </a:extLst>
            </p:cNvPr>
            <p:cNvSpPr/>
            <p:nvPr/>
          </p:nvSpPr>
          <p:spPr>
            <a:xfrm>
              <a:off x="1842264" y="3570824"/>
              <a:ext cx="148815" cy="119020"/>
            </a:xfrm>
            <a:custGeom>
              <a:avLst/>
              <a:gdLst/>
              <a:ahLst/>
              <a:cxnLst/>
              <a:rect l="l" t="t" r="r" b="b"/>
              <a:pathLst>
                <a:path w="5674" h="4538" extrusionOk="0">
                  <a:moveTo>
                    <a:pt x="0" y="1"/>
                  </a:moveTo>
                  <a:lnTo>
                    <a:pt x="0" y="679"/>
                  </a:lnTo>
                  <a:cubicBezTo>
                    <a:pt x="3407" y="679"/>
                    <a:pt x="5673" y="4538"/>
                    <a:pt x="5673" y="4538"/>
                  </a:cubicBezTo>
                  <a:lnTo>
                    <a:pt x="5673" y="3176"/>
                  </a:lnTo>
                  <a:cubicBezTo>
                    <a:pt x="5673" y="3176"/>
                    <a:pt x="3407" y="1"/>
                    <a:pt x="0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651;p52">
              <a:extLst>
                <a:ext uri="{FF2B5EF4-FFF2-40B4-BE49-F238E27FC236}">
                  <a16:creationId xmlns:a16="http://schemas.microsoft.com/office/drawing/2014/main" id="{53B6BE95-385F-4D60-BB73-C0DC8AA450E6}"/>
                </a:ext>
              </a:extLst>
            </p:cNvPr>
            <p:cNvSpPr/>
            <p:nvPr/>
          </p:nvSpPr>
          <p:spPr>
            <a:xfrm>
              <a:off x="1991053" y="3368400"/>
              <a:ext cx="35722" cy="345311"/>
            </a:xfrm>
            <a:custGeom>
              <a:avLst/>
              <a:gdLst/>
              <a:ahLst/>
              <a:cxnLst/>
              <a:rect l="l" t="t" r="r" b="b"/>
              <a:pathLst>
                <a:path w="1362" h="13166" extrusionOk="0">
                  <a:moveTo>
                    <a:pt x="0" y="1"/>
                  </a:moveTo>
                  <a:lnTo>
                    <a:pt x="0" y="13165"/>
                  </a:lnTo>
                  <a:lnTo>
                    <a:pt x="1362" y="13165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652;p52">
              <a:extLst>
                <a:ext uri="{FF2B5EF4-FFF2-40B4-BE49-F238E27FC236}">
                  <a16:creationId xmlns:a16="http://schemas.microsoft.com/office/drawing/2014/main" id="{195F2B96-1716-418A-8773-8CB7DBEFA4D2}"/>
                </a:ext>
              </a:extLst>
            </p:cNvPr>
            <p:cNvSpPr/>
            <p:nvPr/>
          </p:nvSpPr>
          <p:spPr>
            <a:xfrm>
              <a:off x="1794556" y="3493453"/>
              <a:ext cx="47734" cy="95311"/>
            </a:xfrm>
            <a:custGeom>
              <a:avLst/>
              <a:gdLst/>
              <a:ahLst/>
              <a:cxnLst/>
              <a:rect l="l" t="t" r="r" b="b"/>
              <a:pathLst>
                <a:path w="1820" h="3634" extrusionOk="0">
                  <a:moveTo>
                    <a:pt x="0" y="1"/>
                  </a:moveTo>
                  <a:lnTo>
                    <a:pt x="0" y="3634"/>
                  </a:lnTo>
                  <a:lnTo>
                    <a:pt x="1819" y="36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653;p52">
              <a:extLst>
                <a:ext uri="{FF2B5EF4-FFF2-40B4-BE49-F238E27FC236}">
                  <a16:creationId xmlns:a16="http://schemas.microsoft.com/office/drawing/2014/main" id="{78783E16-0C45-4C70-A6BD-685177A2B24C}"/>
                </a:ext>
              </a:extLst>
            </p:cNvPr>
            <p:cNvSpPr/>
            <p:nvPr/>
          </p:nvSpPr>
          <p:spPr>
            <a:xfrm>
              <a:off x="1812470" y="3618401"/>
              <a:ext cx="35748" cy="35879"/>
            </a:xfrm>
            <a:custGeom>
              <a:avLst/>
              <a:gdLst/>
              <a:ahLst/>
              <a:cxnLst/>
              <a:rect l="l" t="t" r="r" b="b"/>
              <a:pathLst>
                <a:path w="1363" h="1368" extrusionOk="0">
                  <a:moveTo>
                    <a:pt x="1" y="1"/>
                  </a:moveTo>
                  <a:lnTo>
                    <a:pt x="1" y="1367"/>
                  </a:lnTo>
                  <a:lnTo>
                    <a:pt x="1362" y="1367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654;p52">
              <a:extLst>
                <a:ext uri="{FF2B5EF4-FFF2-40B4-BE49-F238E27FC236}">
                  <a16:creationId xmlns:a16="http://schemas.microsoft.com/office/drawing/2014/main" id="{814E9D53-71FE-4503-868E-4D904FA80957}"/>
                </a:ext>
              </a:extLst>
            </p:cNvPr>
            <p:cNvSpPr/>
            <p:nvPr/>
          </p:nvSpPr>
          <p:spPr>
            <a:xfrm>
              <a:off x="1794687" y="3588738"/>
              <a:ext cx="47603" cy="89252"/>
            </a:xfrm>
            <a:custGeom>
              <a:avLst/>
              <a:gdLst/>
              <a:ahLst/>
              <a:cxnLst/>
              <a:rect l="l" t="t" r="r" b="b"/>
              <a:pathLst>
                <a:path w="1815" h="3403" extrusionOk="0">
                  <a:moveTo>
                    <a:pt x="0" y="1"/>
                  </a:moveTo>
                  <a:lnTo>
                    <a:pt x="0" y="3403"/>
                  </a:lnTo>
                  <a:lnTo>
                    <a:pt x="905" y="3403"/>
                  </a:lnTo>
                  <a:lnTo>
                    <a:pt x="18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655;p52">
              <a:extLst>
                <a:ext uri="{FF2B5EF4-FFF2-40B4-BE49-F238E27FC236}">
                  <a16:creationId xmlns:a16="http://schemas.microsoft.com/office/drawing/2014/main" id="{BEC30499-E700-49E8-B0B3-760EF83D59CA}"/>
                </a:ext>
              </a:extLst>
            </p:cNvPr>
            <p:cNvSpPr/>
            <p:nvPr/>
          </p:nvSpPr>
          <p:spPr>
            <a:xfrm>
              <a:off x="1747347" y="3362840"/>
              <a:ext cx="326270" cy="356537"/>
            </a:xfrm>
            <a:custGeom>
              <a:avLst/>
              <a:gdLst/>
              <a:ahLst/>
              <a:cxnLst/>
              <a:rect l="l" t="t" r="r" b="b"/>
              <a:pathLst>
                <a:path w="12440" h="13594" extrusionOk="0">
                  <a:moveTo>
                    <a:pt x="10870" y="5433"/>
                  </a:moveTo>
                  <a:cubicBezTo>
                    <a:pt x="11539" y="5539"/>
                    <a:pt x="12035" y="6117"/>
                    <a:pt x="12035" y="6795"/>
                  </a:cubicBezTo>
                  <a:cubicBezTo>
                    <a:pt x="12035" y="7473"/>
                    <a:pt x="11539" y="8051"/>
                    <a:pt x="10870" y="8157"/>
                  </a:cubicBezTo>
                  <a:lnTo>
                    <a:pt x="10870" y="5433"/>
                  </a:lnTo>
                  <a:close/>
                  <a:moveTo>
                    <a:pt x="1589" y="5193"/>
                  </a:moveTo>
                  <a:lnTo>
                    <a:pt x="1589" y="8402"/>
                  </a:lnTo>
                  <a:lnTo>
                    <a:pt x="1122" y="8402"/>
                  </a:lnTo>
                  <a:cubicBezTo>
                    <a:pt x="737" y="8397"/>
                    <a:pt x="424" y="8089"/>
                    <a:pt x="429" y="7704"/>
                  </a:cubicBezTo>
                  <a:lnTo>
                    <a:pt x="424" y="7704"/>
                  </a:lnTo>
                  <a:lnTo>
                    <a:pt x="424" y="5890"/>
                  </a:lnTo>
                  <a:cubicBezTo>
                    <a:pt x="424" y="5505"/>
                    <a:pt x="737" y="5193"/>
                    <a:pt x="1122" y="5193"/>
                  </a:cubicBezTo>
                  <a:close/>
                  <a:moveTo>
                    <a:pt x="3407" y="5193"/>
                  </a:moveTo>
                  <a:lnTo>
                    <a:pt x="3407" y="8402"/>
                  </a:lnTo>
                  <a:lnTo>
                    <a:pt x="2017" y="8402"/>
                  </a:lnTo>
                  <a:lnTo>
                    <a:pt x="2017" y="5193"/>
                  </a:lnTo>
                  <a:close/>
                  <a:moveTo>
                    <a:pt x="3634" y="9961"/>
                  </a:moveTo>
                  <a:lnTo>
                    <a:pt x="3634" y="10895"/>
                  </a:lnTo>
                  <a:lnTo>
                    <a:pt x="3229" y="10895"/>
                  </a:lnTo>
                  <a:lnTo>
                    <a:pt x="3480" y="9961"/>
                  </a:lnTo>
                  <a:close/>
                  <a:moveTo>
                    <a:pt x="3340" y="8826"/>
                  </a:moveTo>
                  <a:lnTo>
                    <a:pt x="2546" y="11804"/>
                  </a:lnTo>
                  <a:lnTo>
                    <a:pt x="2017" y="11804"/>
                  </a:lnTo>
                  <a:lnTo>
                    <a:pt x="2017" y="8826"/>
                  </a:lnTo>
                  <a:close/>
                  <a:moveTo>
                    <a:pt x="10442" y="429"/>
                  </a:moveTo>
                  <a:lnTo>
                    <a:pt x="10442" y="13166"/>
                  </a:lnTo>
                  <a:lnTo>
                    <a:pt x="9509" y="13166"/>
                  </a:lnTo>
                  <a:lnTo>
                    <a:pt x="9509" y="4197"/>
                  </a:lnTo>
                  <a:cubicBezTo>
                    <a:pt x="9509" y="4055"/>
                    <a:pt x="9402" y="3984"/>
                    <a:pt x="9295" y="3984"/>
                  </a:cubicBezTo>
                  <a:cubicBezTo>
                    <a:pt x="9188" y="3984"/>
                    <a:pt x="9080" y="4055"/>
                    <a:pt x="9080" y="4197"/>
                  </a:cubicBezTo>
                  <a:lnTo>
                    <a:pt x="9080" y="11775"/>
                  </a:lnTo>
                  <a:cubicBezTo>
                    <a:pt x="8720" y="11280"/>
                    <a:pt x="8320" y="10818"/>
                    <a:pt x="7882" y="10389"/>
                  </a:cubicBezTo>
                  <a:cubicBezTo>
                    <a:pt x="7339" y="9850"/>
                    <a:pt x="6718" y="9389"/>
                    <a:pt x="6039" y="9028"/>
                  </a:cubicBezTo>
                  <a:cubicBezTo>
                    <a:pt x="5361" y="8662"/>
                    <a:pt x="4606" y="8445"/>
                    <a:pt x="3831" y="8407"/>
                  </a:cubicBezTo>
                  <a:lnTo>
                    <a:pt x="3831" y="5188"/>
                  </a:lnTo>
                  <a:cubicBezTo>
                    <a:pt x="4606" y="5145"/>
                    <a:pt x="5361" y="4933"/>
                    <a:pt x="6039" y="4567"/>
                  </a:cubicBezTo>
                  <a:cubicBezTo>
                    <a:pt x="6718" y="4201"/>
                    <a:pt x="7339" y="3744"/>
                    <a:pt x="7882" y="3205"/>
                  </a:cubicBezTo>
                  <a:cubicBezTo>
                    <a:pt x="8320" y="2777"/>
                    <a:pt x="8720" y="2315"/>
                    <a:pt x="9080" y="1820"/>
                  </a:cubicBezTo>
                  <a:lnTo>
                    <a:pt x="9080" y="3177"/>
                  </a:lnTo>
                  <a:cubicBezTo>
                    <a:pt x="9080" y="3319"/>
                    <a:pt x="9188" y="3389"/>
                    <a:pt x="9295" y="3389"/>
                  </a:cubicBezTo>
                  <a:cubicBezTo>
                    <a:pt x="9402" y="3389"/>
                    <a:pt x="9509" y="3319"/>
                    <a:pt x="9509" y="3177"/>
                  </a:cubicBezTo>
                  <a:lnTo>
                    <a:pt x="9509" y="429"/>
                  </a:lnTo>
                  <a:close/>
                  <a:moveTo>
                    <a:pt x="9292" y="1"/>
                  </a:moveTo>
                  <a:cubicBezTo>
                    <a:pt x="9177" y="1"/>
                    <a:pt x="9080" y="97"/>
                    <a:pt x="9080" y="213"/>
                  </a:cubicBezTo>
                  <a:lnTo>
                    <a:pt x="9080" y="1059"/>
                  </a:lnTo>
                  <a:cubicBezTo>
                    <a:pt x="8652" y="1733"/>
                    <a:pt x="8147" y="2349"/>
                    <a:pt x="7579" y="2907"/>
                  </a:cubicBezTo>
                  <a:cubicBezTo>
                    <a:pt x="6703" y="3754"/>
                    <a:pt x="5303" y="4769"/>
                    <a:pt x="3619" y="4769"/>
                  </a:cubicBezTo>
                  <a:lnTo>
                    <a:pt x="1122" y="4769"/>
                  </a:lnTo>
                  <a:cubicBezTo>
                    <a:pt x="501" y="4769"/>
                    <a:pt x="1" y="5270"/>
                    <a:pt x="1" y="5890"/>
                  </a:cubicBezTo>
                  <a:lnTo>
                    <a:pt x="1" y="7709"/>
                  </a:lnTo>
                  <a:cubicBezTo>
                    <a:pt x="1" y="8325"/>
                    <a:pt x="501" y="8826"/>
                    <a:pt x="1122" y="8826"/>
                  </a:cubicBezTo>
                  <a:lnTo>
                    <a:pt x="1589" y="8826"/>
                  </a:lnTo>
                  <a:lnTo>
                    <a:pt x="1589" y="12021"/>
                  </a:lnTo>
                  <a:cubicBezTo>
                    <a:pt x="1589" y="12136"/>
                    <a:pt x="1685" y="12232"/>
                    <a:pt x="1800" y="12232"/>
                  </a:cubicBezTo>
                  <a:lnTo>
                    <a:pt x="2710" y="12232"/>
                  </a:lnTo>
                  <a:cubicBezTo>
                    <a:pt x="2806" y="12232"/>
                    <a:pt x="2893" y="12170"/>
                    <a:pt x="2917" y="12073"/>
                  </a:cubicBezTo>
                  <a:lnTo>
                    <a:pt x="3119" y="11323"/>
                  </a:lnTo>
                  <a:lnTo>
                    <a:pt x="3850" y="11323"/>
                  </a:lnTo>
                  <a:cubicBezTo>
                    <a:pt x="3966" y="11323"/>
                    <a:pt x="4062" y="11227"/>
                    <a:pt x="4062" y="11111"/>
                  </a:cubicBezTo>
                  <a:lnTo>
                    <a:pt x="4062" y="9749"/>
                  </a:lnTo>
                  <a:cubicBezTo>
                    <a:pt x="4062" y="9629"/>
                    <a:pt x="3966" y="9533"/>
                    <a:pt x="3850" y="9533"/>
                  </a:cubicBezTo>
                  <a:lnTo>
                    <a:pt x="3595" y="9533"/>
                  </a:lnTo>
                  <a:lnTo>
                    <a:pt x="3783" y="8830"/>
                  </a:lnTo>
                  <a:cubicBezTo>
                    <a:pt x="5395" y="8888"/>
                    <a:pt x="6732" y="9865"/>
                    <a:pt x="7579" y="10688"/>
                  </a:cubicBezTo>
                  <a:cubicBezTo>
                    <a:pt x="8152" y="11241"/>
                    <a:pt x="8652" y="11862"/>
                    <a:pt x="9085" y="12531"/>
                  </a:cubicBezTo>
                  <a:lnTo>
                    <a:pt x="9085" y="13377"/>
                  </a:lnTo>
                  <a:cubicBezTo>
                    <a:pt x="9085" y="13498"/>
                    <a:pt x="9177" y="13594"/>
                    <a:pt x="9297" y="13594"/>
                  </a:cubicBezTo>
                  <a:lnTo>
                    <a:pt x="10659" y="13594"/>
                  </a:lnTo>
                  <a:cubicBezTo>
                    <a:pt x="10774" y="13594"/>
                    <a:pt x="10870" y="13498"/>
                    <a:pt x="10870" y="13377"/>
                  </a:cubicBezTo>
                  <a:lnTo>
                    <a:pt x="10870" y="8585"/>
                  </a:lnTo>
                  <a:cubicBezTo>
                    <a:pt x="11770" y="8465"/>
                    <a:pt x="12439" y="7700"/>
                    <a:pt x="12439" y="6795"/>
                  </a:cubicBezTo>
                  <a:cubicBezTo>
                    <a:pt x="12439" y="5890"/>
                    <a:pt x="11770" y="5125"/>
                    <a:pt x="10870" y="5010"/>
                  </a:cubicBezTo>
                  <a:lnTo>
                    <a:pt x="10870" y="213"/>
                  </a:lnTo>
                  <a:cubicBezTo>
                    <a:pt x="10870" y="97"/>
                    <a:pt x="10774" y="1"/>
                    <a:pt x="10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656;p52">
              <a:extLst>
                <a:ext uri="{FF2B5EF4-FFF2-40B4-BE49-F238E27FC236}">
                  <a16:creationId xmlns:a16="http://schemas.microsoft.com/office/drawing/2014/main" id="{67289379-7AEC-4464-98E2-84E60D3DB961}"/>
                </a:ext>
              </a:extLst>
            </p:cNvPr>
            <p:cNvSpPr/>
            <p:nvPr/>
          </p:nvSpPr>
          <p:spPr>
            <a:xfrm>
              <a:off x="2096802" y="3535496"/>
              <a:ext cx="32706" cy="11120"/>
            </a:xfrm>
            <a:custGeom>
              <a:avLst/>
              <a:gdLst/>
              <a:ahLst/>
              <a:cxnLst/>
              <a:rect l="l" t="t" r="r" b="b"/>
              <a:pathLst>
                <a:path w="1247" h="424" extrusionOk="0">
                  <a:moveTo>
                    <a:pt x="284" y="0"/>
                  </a:moveTo>
                  <a:cubicBezTo>
                    <a:pt x="0" y="0"/>
                    <a:pt x="0" y="424"/>
                    <a:pt x="284" y="424"/>
                  </a:cubicBezTo>
                  <a:lnTo>
                    <a:pt x="963" y="424"/>
                  </a:lnTo>
                  <a:cubicBezTo>
                    <a:pt x="1247" y="424"/>
                    <a:pt x="1247" y="0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657;p52">
              <a:extLst>
                <a:ext uri="{FF2B5EF4-FFF2-40B4-BE49-F238E27FC236}">
                  <a16:creationId xmlns:a16="http://schemas.microsoft.com/office/drawing/2014/main" id="{B396646C-039D-4E0D-AFBB-166C7ACA868D}"/>
                </a:ext>
              </a:extLst>
            </p:cNvPr>
            <p:cNvSpPr/>
            <p:nvPr/>
          </p:nvSpPr>
          <p:spPr>
            <a:xfrm>
              <a:off x="2074325" y="3468327"/>
              <a:ext cx="27460" cy="23657"/>
            </a:xfrm>
            <a:custGeom>
              <a:avLst/>
              <a:gdLst/>
              <a:ahLst/>
              <a:cxnLst/>
              <a:rect l="l" t="t" r="r" b="b"/>
              <a:pathLst>
                <a:path w="1047" h="902" extrusionOk="0">
                  <a:moveTo>
                    <a:pt x="748" y="0"/>
                  </a:moveTo>
                  <a:cubicBezTo>
                    <a:pt x="701" y="0"/>
                    <a:pt x="652" y="18"/>
                    <a:pt x="607" y="59"/>
                  </a:cubicBezTo>
                  <a:lnTo>
                    <a:pt x="126" y="540"/>
                  </a:lnTo>
                  <a:cubicBezTo>
                    <a:pt x="1" y="675"/>
                    <a:pt x="92" y="892"/>
                    <a:pt x="275" y="901"/>
                  </a:cubicBezTo>
                  <a:cubicBezTo>
                    <a:pt x="333" y="901"/>
                    <a:pt x="386" y="877"/>
                    <a:pt x="424" y="839"/>
                  </a:cubicBezTo>
                  <a:lnTo>
                    <a:pt x="906" y="357"/>
                  </a:lnTo>
                  <a:cubicBezTo>
                    <a:pt x="1047" y="205"/>
                    <a:pt x="909" y="0"/>
                    <a:pt x="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658;p52">
              <a:extLst>
                <a:ext uri="{FF2B5EF4-FFF2-40B4-BE49-F238E27FC236}">
                  <a16:creationId xmlns:a16="http://schemas.microsoft.com/office/drawing/2014/main" id="{2C7BCD1F-B977-437D-9498-302963A0FAAF}"/>
                </a:ext>
              </a:extLst>
            </p:cNvPr>
            <p:cNvSpPr/>
            <p:nvPr/>
          </p:nvSpPr>
          <p:spPr>
            <a:xfrm>
              <a:off x="2073905" y="3590337"/>
              <a:ext cx="27880" cy="23579"/>
            </a:xfrm>
            <a:custGeom>
              <a:avLst/>
              <a:gdLst/>
              <a:ahLst/>
              <a:cxnLst/>
              <a:rect l="l" t="t" r="r" b="b"/>
              <a:pathLst>
                <a:path w="1063" h="899" extrusionOk="0">
                  <a:moveTo>
                    <a:pt x="298" y="1"/>
                  </a:moveTo>
                  <a:cubicBezTo>
                    <a:pt x="138" y="1"/>
                    <a:pt x="1" y="202"/>
                    <a:pt x="142" y="358"/>
                  </a:cubicBezTo>
                  <a:lnTo>
                    <a:pt x="623" y="840"/>
                  </a:lnTo>
                  <a:cubicBezTo>
                    <a:pt x="668" y="881"/>
                    <a:pt x="717" y="898"/>
                    <a:pt x="764" y="898"/>
                  </a:cubicBezTo>
                  <a:cubicBezTo>
                    <a:pt x="925" y="898"/>
                    <a:pt x="1063" y="694"/>
                    <a:pt x="922" y="541"/>
                  </a:cubicBezTo>
                  <a:lnTo>
                    <a:pt x="440" y="60"/>
                  </a:lnTo>
                  <a:cubicBezTo>
                    <a:pt x="395" y="18"/>
                    <a:pt x="346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Google Shape;1640;p52">
            <a:extLst>
              <a:ext uri="{FF2B5EF4-FFF2-40B4-BE49-F238E27FC236}">
                <a16:creationId xmlns:a16="http://schemas.microsoft.com/office/drawing/2014/main" id="{421A149E-930A-43A8-94B2-86984870B351}"/>
              </a:ext>
            </a:extLst>
          </p:cNvPr>
          <p:cNvSpPr/>
          <p:nvPr/>
        </p:nvSpPr>
        <p:spPr>
          <a:xfrm>
            <a:off x="1397137" y="2844980"/>
            <a:ext cx="5727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1644;p52">
            <a:extLst>
              <a:ext uri="{FF2B5EF4-FFF2-40B4-BE49-F238E27FC236}">
                <a16:creationId xmlns:a16="http://schemas.microsoft.com/office/drawing/2014/main" id="{4F92F0CF-CD57-426C-81A9-D4C15A4606BD}"/>
              </a:ext>
            </a:extLst>
          </p:cNvPr>
          <p:cNvGrpSpPr/>
          <p:nvPr/>
        </p:nvGrpSpPr>
        <p:grpSpPr>
          <a:xfrm>
            <a:off x="1525172" y="2981620"/>
            <a:ext cx="320939" cy="299419"/>
            <a:chOff x="1747347" y="3362840"/>
            <a:chExt cx="382161" cy="356537"/>
          </a:xfrm>
        </p:grpSpPr>
        <p:sp>
          <p:nvSpPr>
            <p:cNvPr id="278" name="Google Shape;1645;p52">
              <a:extLst>
                <a:ext uri="{FF2B5EF4-FFF2-40B4-BE49-F238E27FC236}">
                  <a16:creationId xmlns:a16="http://schemas.microsoft.com/office/drawing/2014/main" id="{EAF54F95-6292-4791-BC5C-3DA46CA4DDAC}"/>
                </a:ext>
              </a:extLst>
            </p:cNvPr>
            <p:cNvSpPr/>
            <p:nvPr/>
          </p:nvSpPr>
          <p:spPr>
            <a:xfrm>
              <a:off x="1985125" y="3499407"/>
              <a:ext cx="83430" cy="83299"/>
            </a:xfrm>
            <a:custGeom>
              <a:avLst/>
              <a:gdLst/>
              <a:ahLst/>
              <a:cxnLst/>
              <a:rect l="l" t="t" r="r" b="b"/>
              <a:pathLst>
                <a:path w="3181" h="3176" extrusionOk="0">
                  <a:moveTo>
                    <a:pt x="1593" y="0"/>
                  </a:moveTo>
                  <a:cubicBezTo>
                    <a:pt x="712" y="0"/>
                    <a:pt x="0" y="712"/>
                    <a:pt x="0" y="1588"/>
                  </a:cubicBezTo>
                  <a:cubicBezTo>
                    <a:pt x="0" y="2464"/>
                    <a:pt x="712" y="3176"/>
                    <a:pt x="1593" y="3176"/>
                  </a:cubicBezTo>
                  <a:cubicBezTo>
                    <a:pt x="2468" y="3176"/>
                    <a:pt x="3181" y="2464"/>
                    <a:pt x="3181" y="1588"/>
                  </a:cubicBezTo>
                  <a:cubicBezTo>
                    <a:pt x="3181" y="712"/>
                    <a:pt x="2468" y="0"/>
                    <a:pt x="1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646;p52">
              <a:extLst>
                <a:ext uri="{FF2B5EF4-FFF2-40B4-BE49-F238E27FC236}">
                  <a16:creationId xmlns:a16="http://schemas.microsoft.com/office/drawing/2014/main" id="{18CCF77E-510E-4DE7-8727-0D8C8685D8FC}"/>
                </a:ext>
              </a:extLst>
            </p:cNvPr>
            <p:cNvSpPr/>
            <p:nvPr/>
          </p:nvSpPr>
          <p:spPr>
            <a:xfrm>
              <a:off x="1980431" y="3532086"/>
              <a:ext cx="92793" cy="50619"/>
            </a:xfrm>
            <a:custGeom>
              <a:avLst/>
              <a:gdLst/>
              <a:ahLst/>
              <a:cxnLst/>
              <a:rect l="l" t="t" r="r" b="b"/>
              <a:pathLst>
                <a:path w="3538" h="1930" extrusionOk="0">
                  <a:moveTo>
                    <a:pt x="217" y="0"/>
                  </a:moveTo>
                  <a:lnTo>
                    <a:pt x="217" y="0"/>
                  </a:lnTo>
                  <a:cubicBezTo>
                    <a:pt x="1" y="992"/>
                    <a:pt x="752" y="1930"/>
                    <a:pt x="1767" y="1930"/>
                  </a:cubicBezTo>
                  <a:cubicBezTo>
                    <a:pt x="2782" y="1930"/>
                    <a:pt x="3538" y="992"/>
                    <a:pt x="3321" y="0"/>
                  </a:cubicBezTo>
                  <a:lnTo>
                    <a:pt x="3321" y="0"/>
                  </a:lnTo>
                  <a:cubicBezTo>
                    <a:pt x="3162" y="732"/>
                    <a:pt x="2518" y="1251"/>
                    <a:pt x="1772" y="1251"/>
                  </a:cubicBezTo>
                  <a:cubicBezTo>
                    <a:pt x="1021" y="1251"/>
                    <a:pt x="376" y="732"/>
                    <a:pt x="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647;p52">
              <a:extLst>
                <a:ext uri="{FF2B5EF4-FFF2-40B4-BE49-F238E27FC236}">
                  <a16:creationId xmlns:a16="http://schemas.microsoft.com/office/drawing/2014/main" id="{F48590E8-1DD0-4A74-B4BC-E3952AD6D08E}"/>
                </a:ext>
              </a:extLst>
            </p:cNvPr>
            <p:cNvSpPr/>
            <p:nvPr/>
          </p:nvSpPr>
          <p:spPr>
            <a:xfrm>
              <a:off x="1752907" y="3493453"/>
              <a:ext cx="89383" cy="95311"/>
            </a:xfrm>
            <a:custGeom>
              <a:avLst/>
              <a:gdLst/>
              <a:ahLst/>
              <a:cxnLst/>
              <a:rect l="l" t="t" r="r" b="b"/>
              <a:pathLst>
                <a:path w="3408" h="3634" extrusionOk="0">
                  <a:moveTo>
                    <a:pt x="910" y="1"/>
                  </a:moveTo>
                  <a:cubicBezTo>
                    <a:pt x="409" y="1"/>
                    <a:pt x="0" y="405"/>
                    <a:pt x="0" y="906"/>
                  </a:cubicBezTo>
                  <a:lnTo>
                    <a:pt x="0" y="2724"/>
                  </a:lnTo>
                  <a:cubicBezTo>
                    <a:pt x="0" y="3225"/>
                    <a:pt x="409" y="3634"/>
                    <a:pt x="910" y="3634"/>
                  </a:cubicBezTo>
                  <a:lnTo>
                    <a:pt x="3407" y="3634"/>
                  </a:lnTo>
                  <a:lnTo>
                    <a:pt x="34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648;p52">
              <a:extLst>
                <a:ext uri="{FF2B5EF4-FFF2-40B4-BE49-F238E27FC236}">
                  <a16:creationId xmlns:a16="http://schemas.microsoft.com/office/drawing/2014/main" id="{730B9D1A-2108-412B-99C0-B80AC11AD78F}"/>
                </a:ext>
              </a:extLst>
            </p:cNvPr>
            <p:cNvSpPr/>
            <p:nvPr/>
          </p:nvSpPr>
          <p:spPr>
            <a:xfrm>
              <a:off x="1752907" y="3493978"/>
              <a:ext cx="89383" cy="94655"/>
            </a:xfrm>
            <a:custGeom>
              <a:avLst/>
              <a:gdLst/>
              <a:ahLst/>
              <a:cxnLst/>
              <a:rect l="l" t="t" r="r" b="b"/>
              <a:pathLst>
                <a:path w="3408" h="3609" extrusionOk="0">
                  <a:moveTo>
                    <a:pt x="703" y="0"/>
                  </a:moveTo>
                  <a:cubicBezTo>
                    <a:pt x="294" y="96"/>
                    <a:pt x="0" y="462"/>
                    <a:pt x="0" y="886"/>
                  </a:cubicBezTo>
                  <a:lnTo>
                    <a:pt x="0" y="2704"/>
                  </a:lnTo>
                  <a:cubicBezTo>
                    <a:pt x="0" y="3205"/>
                    <a:pt x="409" y="3609"/>
                    <a:pt x="910" y="3609"/>
                  </a:cubicBezTo>
                  <a:lnTo>
                    <a:pt x="3407" y="3609"/>
                  </a:lnTo>
                  <a:lnTo>
                    <a:pt x="3407" y="2931"/>
                  </a:lnTo>
                  <a:lnTo>
                    <a:pt x="1136" y="2931"/>
                  </a:lnTo>
                  <a:cubicBezTo>
                    <a:pt x="886" y="2931"/>
                    <a:pt x="679" y="2724"/>
                    <a:pt x="684" y="2473"/>
                  </a:cubicBezTo>
                  <a:lnTo>
                    <a:pt x="684" y="207"/>
                  </a:lnTo>
                  <a:cubicBezTo>
                    <a:pt x="684" y="135"/>
                    <a:pt x="688" y="68"/>
                    <a:pt x="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649;p52">
              <a:extLst>
                <a:ext uri="{FF2B5EF4-FFF2-40B4-BE49-F238E27FC236}">
                  <a16:creationId xmlns:a16="http://schemas.microsoft.com/office/drawing/2014/main" id="{9F2DAE24-8A1E-49F6-9392-E703161FF629}"/>
                </a:ext>
              </a:extLst>
            </p:cNvPr>
            <p:cNvSpPr/>
            <p:nvPr/>
          </p:nvSpPr>
          <p:spPr>
            <a:xfrm>
              <a:off x="1842264" y="3392241"/>
              <a:ext cx="148815" cy="297735"/>
            </a:xfrm>
            <a:custGeom>
              <a:avLst/>
              <a:gdLst/>
              <a:ahLst/>
              <a:cxnLst/>
              <a:rect l="l" t="t" r="r" b="b"/>
              <a:pathLst>
                <a:path w="5674" h="11352" extrusionOk="0">
                  <a:moveTo>
                    <a:pt x="5673" y="1"/>
                  </a:moveTo>
                  <a:cubicBezTo>
                    <a:pt x="5673" y="1"/>
                    <a:pt x="3407" y="3860"/>
                    <a:pt x="0" y="3860"/>
                  </a:cubicBezTo>
                  <a:lnTo>
                    <a:pt x="0" y="7493"/>
                  </a:lnTo>
                  <a:cubicBezTo>
                    <a:pt x="3407" y="7493"/>
                    <a:pt x="5673" y="11352"/>
                    <a:pt x="5673" y="11352"/>
                  </a:cubicBezTo>
                  <a:lnTo>
                    <a:pt x="5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650;p52">
              <a:extLst>
                <a:ext uri="{FF2B5EF4-FFF2-40B4-BE49-F238E27FC236}">
                  <a16:creationId xmlns:a16="http://schemas.microsoft.com/office/drawing/2014/main" id="{EC45EFE6-CE8B-4172-B929-963E615DB4B7}"/>
                </a:ext>
              </a:extLst>
            </p:cNvPr>
            <p:cNvSpPr/>
            <p:nvPr/>
          </p:nvSpPr>
          <p:spPr>
            <a:xfrm>
              <a:off x="1842264" y="3570824"/>
              <a:ext cx="148815" cy="119020"/>
            </a:xfrm>
            <a:custGeom>
              <a:avLst/>
              <a:gdLst/>
              <a:ahLst/>
              <a:cxnLst/>
              <a:rect l="l" t="t" r="r" b="b"/>
              <a:pathLst>
                <a:path w="5674" h="4538" extrusionOk="0">
                  <a:moveTo>
                    <a:pt x="0" y="1"/>
                  </a:moveTo>
                  <a:lnTo>
                    <a:pt x="0" y="679"/>
                  </a:lnTo>
                  <a:cubicBezTo>
                    <a:pt x="3407" y="679"/>
                    <a:pt x="5673" y="4538"/>
                    <a:pt x="5673" y="4538"/>
                  </a:cubicBezTo>
                  <a:lnTo>
                    <a:pt x="5673" y="3176"/>
                  </a:lnTo>
                  <a:cubicBezTo>
                    <a:pt x="5673" y="3176"/>
                    <a:pt x="3407" y="1"/>
                    <a:pt x="0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651;p52">
              <a:extLst>
                <a:ext uri="{FF2B5EF4-FFF2-40B4-BE49-F238E27FC236}">
                  <a16:creationId xmlns:a16="http://schemas.microsoft.com/office/drawing/2014/main" id="{DC60974B-EFB9-4A7E-BCE7-0971C03DA45F}"/>
                </a:ext>
              </a:extLst>
            </p:cNvPr>
            <p:cNvSpPr/>
            <p:nvPr/>
          </p:nvSpPr>
          <p:spPr>
            <a:xfrm>
              <a:off x="1991053" y="3368400"/>
              <a:ext cx="35722" cy="345311"/>
            </a:xfrm>
            <a:custGeom>
              <a:avLst/>
              <a:gdLst/>
              <a:ahLst/>
              <a:cxnLst/>
              <a:rect l="l" t="t" r="r" b="b"/>
              <a:pathLst>
                <a:path w="1362" h="13166" extrusionOk="0">
                  <a:moveTo>
                    <a:pt x="0" y="1"/>
                  </a:moveTo>
                  <a:lnTo>
                    <a:pt x="0" y="13165"/>
                  </a:lnTo>
                  <a:lnTo>
                    <a:pt x="1362" y="13165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652;p52">
              <a:extLst>
                <a:ext uri="{FF2B5EF4-FFF2-40B4-BE49-F238E27FC236}">
                  <a16:creationId xmlns:a16="http://schemas.microsoft.com/office/drawing/2014/main" id="{315B5D81-BC66-49D1-A277-F25070CD9835}"/>
                </a:ext>
              </a:extLst>
            </p:cNvPr>
            <p:cNvSpPr/>
            <p:nvPr/>
          </p:nvSpPr>
          <p:spPr>
            <a:xfrm>
              <a:off x="1794556" y="3493453"/>
              <a:ext cx="47734" cy="95311"/>
            </a:xfrm>
            <a:custGeom>
              <a:avLst/>
              <a:gdLst/>
              <a:ahLst/>
              <a:cxnLst/>
              <a:rect l="l" t="t" r="r" b="b"/>
              <a:pathLst>
                <a:path w="1820" h="3634" extrusionOk="0">
                  <a:moveTo>
                    <a:pt x="0" y="1"/>
                  </a:moveTo>
                  <a:lnTo>
                    <a:pt x="0" y="3634"/>
                  </a:lnTo>
                  <a:lnTo>
                    <a:pt x="1819" y="36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653;p52">
              <a:extLst>
                <a:ext uri="{FF2B5EF4-FFF2-40B4-BE49-F238E27FC236}">
                  <a16:creationId xmlns:a16="http://schemas.microsoft.com/office/drawing/2014/main" id="{D0CC4AB3-A9F5-4E68-A2F2-CEBED9B8443F}"/>
                </a:ext>
              </a:extLst>
            </p:cNvPr>
            <p:cNvSpPr/>
            <p:nvPr/>
          </p:nvSpPr>
          <p:spPr>
            <a:xfrm>
              <a:off x="1812470" y="3618401"/>
              <a:ext cx="35748" cy="35879"/>
            </a:xfrm>
            <a:custGeom>
              <a:avLst/>
              <a:gdLst/>
              <a:ahLst/>
              <a:cxnLst/>
              <a:rect l="l" t="t" r="r" b="b"/>
              <a:pathLst>
                <a:path w="1363" h="1368" extrusionOk="0">
                  <a:moveTo>
                    <a:pt x="1" y="1"/>
                  </a:moveTo>
                  <a:lnTo>
                    <a:pt x="1" y="1367"/>
                  </a:lnTo>
                  <a:lnTo>
                    <a:pt x="1362" y="1367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654;p52">
              <a:extLst>
                <a:ext uri="{FF2B5EF4-FFF2-40B4-BE49-F238E27FC236}">
                  <a16:creationId xmlns:a16="http://schemas.microsoft.com/office/drawing/2014/main" id="{5AD210A5-1814-4C5C-811D-F723F1D4BB72}"/>
                </a:ext>
              </a:extLst>
            </p:cNvPr>
            <p:cNvSpPr/>
            <p:nvPr/>
          </p:nvSpPr>
          <p:spPr>
            <a:xfrm>
              <a:off x="1794687" y="3588738"/>
              <a:ext cx="47603" cy="89252"/>
            </a:xfrm>
            <a:custGeom>
              <a:avLst/>
              <a:gdLst/>
              <a:ahLst/>
              <a:cxnLst/>
              <a:rect l="l" t="t" r="r" b="b"/>
              <a:pathLst>
                <a:path w="1815" h="3403" extrusionOk="0">
                  <a:moveTo>
                    <a:pt x="0" y="1"/>
                  </a:moveTo>
                  <a:lnTo>
                    <a:pt x="0" y="3403"/>
                  </a:lnTo>
                  <a:lnTo>
                    <a:pt x="905" y="3403"/>
                  </a:lnTo>
                  <a:lnTo>
                    <a:pt x="18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655;p52">
              <a:extLst>
                <a:ext uri="{FF2B5EF4-FFF2-40B4-BE49-F238E27FC236}">
                  <a16:creationId xmlns:a16="http://schemas.microsoft.com/office/drawing/2014/main" id="{AF9ECBA8-97BA-4BB2-95E1-10F0C6410DF6}"/>
                </a:ext>
              </a:extLst>
            </p:cNvPr>
            <p:cNvSpPr/>
            <p:nvPr/>
          </p:nvSpPr>
          <p:spPr>
            <a:xfrm>
              <a:off x="1747347" y="3362840"/>
              <a:ext cx="326270" cy="356537"/>
            </a:xfrm>
            <a:custGeom>
              <a:avLst/>
              <a:gdLst/>
              <a:ahLst/>
              <a:cxnLst/>
              <a:rect l="l" t="t" r="r" b="b"/>
              <a:pathLst>
                <a:path w="12440" h="13594" extrusionOk="0">
                  <a:moveTo>
                    <a:pt x="10870" y="5433"/>
                  </a:moveTo>
                  <a:cubicBezTo>
                    <a:pt x="11539" y="5539"/>
                    <a:pt x="12035" y="6117"/>
                    <a:pt x="12035" y="6795"/>
                  </a:cubicBezTo>
                  <a:cubicBezTo>
                    <a:pt x="12035" y="7473"/>
                    <a:pt x="11539" y="8051"/>
                    <a:pt x="10870" y="8157"/>
                  </a:cubicBezTo>
                  <a:lnTo>
                    <a:pt x="10870" y="5433"/>
                  </a:lnTo>
                  <a:close/>
                  <a:moveTo>
                    <a:pt x="1589" y="5193"/>
                  </a:moveTo>
                  <a:lnTo>
                    <a:pt x="1589" y="8402"/>
                  </a:lnTo>
                  <a:lnTo>
                    <a:pt x="1122" y="8402"/>
                  </a:lnTo>
                  <a:cubicBezTo>
                    <a:pt x="737" y="8397"/>
                    <a:pt x="424" y="8089"/>
                    <a:pt x="429" y="7704"/>
                  </a:cubicBezTo>
                  <a:lnTo>
                    <a:pt x="424" y="7704"/>
                  </a:lnTo>
                  <a:lnTo>
                    <a:pt x="424" y="5890"/>
                  </a:lnTo>
                  <a:cubicBezTo>
                    <a:pt x="424" y="5505"/>
                    <a:pt x="737" y="5193"/>
                    <a:pt x="1122" y="5193"/>
                  </a:cubicBezTo>
                  <a:close/>
                  <a:moveTo>
                    <a:pt x="3407" y="5193"/>
                  </a:moveTo>
                  <a:lnTo>
                    <a:pt x="3407" y="8402"/>
                  </a:lnTo>
                  <a:lnTo>
                    <a:pt x="2017" y="8402"/>
                  </a:lnTo>
                  <a:lnTo>
                    <a:pt x="2017" y="5193"/>
                  </a:lnTo>
                  <a:close/>
                  <a:moveTo>
                    <a:pt x="3634" y="9961"/>
                  </a:moveTo>
                  <a:lnTo>
                    <a:pt x="3634" y="10895"/>
                  </a:lnTo>
                  <a:lnTo>
                    <a:pt x="3229" y="10895"/>
                  </a:lnTo>
                  <a:lnTo>
                    <a:pt x="3480" y="9961"/>
                  </a:lnTo>
                  <a:close/>
                  <a:moveTo>
                    <a:pt x="3340" y="8826"/>
                  </a:moveTo>
                  <a:lnTo>
                    <a:pt x="2546" y="11804"/>
                  </a:lnTo>
                  <a:lnTo>
                    <a:pt x="2017" y="11804"/>
                  </a:lnTo>
                  <a:lnTo>
                    <a:pt x="2017" y="8826"/>
                  </a:lnTo>
                  <a:close/>
                  <a:moveTo>
                    <a:pt x="10442" y="429"/>
                  </a:moveTo>
                  <a:lnTo>
                    <a:pt x="10442" y="13166"/>
                  </a:lnTo>
                  <a:lnTo>
                    <a:pt x="9509" y="13166"/>
                  </a:lnTo>
                  <a:lnTo>
                    <a:pt x="9509" y="4197"/>
                  </a:lnTo>
                  <a:cubicBezTo>
                    <a:pt x="9509" y="4055"/>
                    <a:pt x="9402" y="3984"/>
                    <a:pt x="9295" y="3984"/>
                  </a:cubicBezTo>
                  <a:cubicBezTo>
                    <a:pt x="9188" y="3984"/>
                    <a:pt x="9080" y="4055"/>
                    <a:pt x="9080" y="4197"/>
                  </a:cubicBezTo>
                  <a:lnTo>
                    <a:pt x="9080" y="11775"/>
                  </a:lnTo>
                  <a:cubicBezTo>
                    <a:pt x="8720" y="11280"/>
                    <a:pt x="8320" y="10818"/>
                    <a:pt x="7882" y="10389"/>
                  </a:cubicBezTo>
                  <a:cubicBezTo>
                    <a:pt x="7339" y="9850"/>
                    <a:pt x="6718" y="9389"/>
                    <a:pt x="6039" y="9028"/>
                  </a:cubicBezTo>
                  <a:cubicBezTo>
                    <a:pt x="5361" y="8662"/>
                    <a:pt x="4606" y="8445"/>
                    <a:pt x="3831" y="8407"/>
                  </a:cubicBezTo>
                  <a:lnTo>
                    <a:pt x="3831" y="5188"/>
                  </a:lnTo>
                  <a:cubicBezTo>
                    <a:pt x="4606" y="5145"/>
                    <a:pt x="5361" y="4933"/>
                    <a:pt x="6039" y="4567"/>
                  </a:cubicBezTo>
                  <a:cubicBezTo>
                    <a:pt x="6718" y="4201"/>
                    <a:pt x="7339" y="3744"/>
                    <a:pt x="7882" y="3205"/>
                  </a:cubicBezTo>
                  <a:cubicBezTo>
                    <a:pt x="8320" y="2777"/>
                    <a:pt x="8720" y="2315"/>
                    <a:pt x="9080" y="1820"/>
                  </a:cubicBezTo>
                  <a:lnTo>
                    <a:pt x="9080" y="3177"/>
                  </a:lnTo>
                  <a:cubicBezTo>
                    <a:pt x="9080" y="3319"/>
                    <a:pt x="9188" y="3389"/>
                    <a:pt x="9295" y="3389"/>
                  </a:cubicBezTo>
                  <a:cubicBezTo>
                    <a:pt x="9402" y="3389"/>
                    <a:pt x="9509" y="3319"/>
                    <a:pt x="9509" y="3177"/>
                  </a:cubicBezTo>
                  <a:lnTo>
                    <a:pt x="9509" y="429"/>
                  </a:lnTo>
                  <a:close/>
                  <a:moveTo>
                    <a:pt x="9292" y="1"/>
                  </a:moveTo>
                  <a:cubicBezTo>
                    <a:pt x="9177" y="1"/>
                    <a:pt x="9080" y="97"/>
                    <a:pt x="9080" y="213"/>
                  </a:cubicBezTo>
                  <a:lnTo>
                    <a:pt x="9080" y="1059"/>
                  </a:lnTo>
                  <a:cubicBezTo>
                    <a:pt x="8652" y="1733"/>
                    <a:pt x="8147" y="2349"/>
                    <a:pt x="7579" y="2907"/>
                  </a:cubicBezTo>
                  <a:cubicBezTo>
                    <a:pt x="6703" y="3754"/>
                    <a:pt x="5303" y="4769"/>
                    <a:pt x="3619" y="4769"/>
                  </a:cubicBezTo>
                  <a:lnTo>
                    <a:pt x="1122" y="4769"/>
                  </a:lnTo>
                  <a:cubicBezTo>
                    <a:pt x="501" y="4769"/>
                    <a:pt x="1" y="5270"/>
                    <a:pt x="1" y="5890"/>
                  </a:cubicBezTo>
                  <a:lnTo>
                    <a:pt x="1" y="7709"/>
                  </a:lnTo>
                  <a:cubicBezTo>
                    <a:pt x="1" y="8325"/>
                    <a:pt x="501" y="8826"/>
                    <a:pt x="1122" y="8826"/>
                  </a:cubicBezTo>
                  <a:lnTo>
                    <a:pt x="1589" y="8826"/>
                  </a:lnTo>
                  <a:lnTo>
                    <a:pt x="1589" y="12021"/>
                  </a:lnTo>
                  <a:cubicBezTo>
                    <a:pt x="1589" y="12136"/>
                    <a:pt x="1685" y="12232"/>
                    <a:pt x="1800" y="12232"/>
                  </a:cubicBezTo>
                  <a:lnTo>
                    <a:pt x="2710" y="12232"/>
                  </a:lnTo>
                  <a:cubicBezTo>
                    <a:pt x="2806" y="12232"/>
                    <a:pt x="2893" y="12170"/>
                    <a:pt x="2917" y="12073"/>
                  </a:cubicBezTo>
                  <a:lnTo>
                    <a:pt x="3119" y="11323"/>
                  </a:lnTo>
                  <a:lnTo>
                    <a:pt x="3850" y="11323"/>
                  </a:lnTo>
                  <a:cubicBezTo>
                    <a:pt x="3966" y="11323"/>
                    <a:pt x="4062" y="11227"/>
                    <a:pt x="4062" y="11111"/>
                  </a:cubicBezTo>
                  <a:lnTo>
                    <a:pt x="4062" y="9749"/>
                  </a:lnTo>
                  <a:cubicBezTo>
                    <a:pt x="4062" y="9629"/>
                    <a:pt x="3966" y="9533"/>
                    <a:pt x="3850" y="9533"/>
                  </a:cubicBezTo>
                  <a:lnTo>
                    <a:pt x="3595" y="9533"/>
                  </a:lnTo>
                  <a:lnTo>
                    <a:pt x="3783" y="8830"/>
                  </a:lnTo>
                  <a:cubicBezTo>
                    <a:pt x="5395" y="8888"/>
                    <a:pt x="6732" y="9865"/>
                    <a:pt x="7579" y="10688"/>
                  </a:cubicBezTo>
                  <a:cubicBezTo>
                    <a:pt x="8152" y="11241"/>
                    <a:pt x="8652" y="11862"/>
                    <a:pt x="9085" y="12531"/>
                  </a:cubicBezTo>
                  <a:lnTo>
                    <a:pt x="9085" y="13377"/>
                  </a:lnTo>
                  <a:cubicBezTo>
                    <a:pt x="9085" y="13498"/>
                    <a:pt x="9177" y="13594"/>
                    <a:pt x="9297" y="13594"/>
                  </a:cubicBezTo>
                  <a:lnTo>
                    <a:pt x="10659" y="13594"/>
                  </a:lnTo>
                  <a:cubicBezTo>
                    <a:pt x="10774" y="13594"/>
                    <a:pt x="10870" y="13498"/>
                    <a:pt x="10870" y="13377"/>
                  </a:cubicBezTo>
                  <a:lnTo>
                    <a:pt x="10870" y="8585"/>
                  </a:lnTo>
                  <a:cubicBezTo>
                    <a:pt x="11770" y="8465"/>
                    <a:pt x="12439" y="7700"/>
                    <a:pt x="12439" y="6795"/>
                  </a:cubicBezTo>
                  <a:cubicBezTo>
                    <a:pt x="12439" y="5890"/>
                    <a:pt x="11770" y="5125"/>
                    <a:pt x="10870" y="5010"/>
                  </a:cubicBezTo>
                  <a:lnTo>
                    <a:pt x="10870" y="213"/>
                  </a:lnTo>
                  <a:cubicBezTo>
                    <a:pt x="10870" y="97"/>
                    <a:pt x="10774" y="1"/>
                    <a:pt x="10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656;p52">
              <a:extLst>
                <a:ext uri="{FF2B5EF4-FFF2-40B4-BE49-F238E27FC236}">
                  <a16:creationId xmlns:a16="http://schemas.microsoft.com/office/drawing/2014/main" id="{9A2FD349-AA7E-4ABB-B54F-11CE7C8899F8}"/>
                </a:ext>
              </a:extLst>
            </p:cNvPr>
            <p:cNvSpPr/>
            <p:nvPr/>
          </p:nvSpPr>
          <p:spPr>
            <a:xfrm>
              <a:off x="2096802" y="3535496"/>
              <a:ext cx="32706" cy="11120"/>
            </a:xfrm>
            <a:custGeom>
              <a:avLst/>
              <a:gdLst/>
              <a:ahLst/>
              <a:cxnLst/>
              <a:rect l="l" t="t" r="r" b="b"/>
              <a:pathLst>
                <a:path w="1247" h="424" extrusionOk="0">
                  <a:moveTo>
                    <a:pt x="284" y="0"/>
                  </a:moveTo>
                  <a:cubicBezTo>
                    <a:pt x="0" y="0"/>
                    <a:pt x="0" y="424"/>
                    <a:pt x="284" y="424"/>
                  </a:cubicBezTo>
                  <a:lnTo>
                    <a:pt x="963" y="424"/>
                  </a:lnTo>
                  <a:cubicBezTo>
                    <a:pt x="1247" y="424"/>
                    <a:pt x="1247" y="0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657;p52">
              <a:extLst>
                <a:ext uri="{FF2B5EF4-FFF2-40B4-BE49-F238E27FC236}">
                  <a16:creationId xmlns:a16="http://schemas.microsoft.com/office/drawing/2014/main" id="{A48E0301-6973-47CA-B809-763152126E0C}"/>
                </a:ext>
              </a:extLst>
            </p:cNvPr>
            <p:cNvSpPr/>
            <p:nvPr/>
          </p:nvSpPr>
          <p:spPr>
            <a:xfrm>
              <a:off x="2074325" y="3468327"/>
              <a:ext cx="27460" cy="23657"/>
            </a:xfrm>
            <a:custGeom>
              <a:avLst/>
              <a:gdLst/>
              <a:ahLst/>
              <a:cxnLst/>
              <a:rect l="l" t="t" r="r" b="b"/>
              <a:pathLst>
                <a:path w="1047" h="902" extrusionOk="0">
                  <a:moveTo>
                    <a:pt x="748" y="0"/>
                  </a:moveTo>
                  <a:cubicBezTo>
                    <a:pt x="701" y="0"/>
                    <a:pt x="652" y="18"/>
                    <a:pt x="607" y="59"/>
                  </a:cubicBezTo>
                  <a:lnTo>
                    <a:pt x="126" y="540"/>
                  </a:lnTo>
                  <a:cubicBezTo>
                    <a:pt x="1" y="675"/>
                    <a:pt x="92" y="892"/>
                    <a:pt x="275" y="901"/>
                  </a:cubicBezTo>
                  <a:cubicBezTo>
                    <a:pt x="333" y="901"/>
                    <a:pt x="386" y="877"/>
                    <a:pt x="424" y="839"/>
                  </a:cubicBezTo>
                  <a:lnTo>
                    <a:pt x="906" y="357"/>
                  </a:lnTo>
                  <a:cubicBezTo>
                    <a:pt x="1047" y="205"/>
                    <a:pt x="909" y="0"/>
                    <a:pt x="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658;p52">
              <a:extLst>
                <a:ext uri="{FF2B5EF4-FFF2-40B4-BE49-F238E27FC236}">
                  <a16:creationId xmlns:a16="http://schemas.microsoft.com/office/drawing/2014/main" id="{86D56512-E7D8-4515-82DD-A29C4E77C6D0}"/>
                </a:ext>
              </a:extLst>
            </p:cNvPr>
            <p:cNvSpPr/>
            <p:nvPr/>
          </p:nvSpPr>
          <p:spPr>
            <a:xfrm>
              <a:off x="2073905" y="3590337"/>
              <a:ext cx="27880" cy="23579"/>
            </a:xfrm>
            <a:custGeom>
              <a:avLst/>
              <a:gdLst/>
              <a:ahLst/>
              <a:cxnLst/>
              <a:rect l="l" t="t" r="r" b="b"/>
              <a:pathLst>
                <a:path w="1063" h="899" extrusionOk="0">
                  <a:moveTo>
                    <a:pt x="298" y="1"/>
                  </a:moveTo>
                  <a:cubicBezTo>
                    <a:pt x="138" y="1"/>
                    <a:pt x="1" y="202"/>
                    <a:pt x="142" y="358"/>
                  </a:cubicBezTo>
                  <a:lnTo>
                    <a:pt x="623" y="840"/>
                  </a:lnTo>
                  <a:cubicBezTo>
                    <a:pt x="668" y="881"/>
                    <a:pt x="717" y="898"/>
                    <a:pt x="764" y="898"/>
                  </a:cubicBezTo>
                  <a:cubicBezTo>
                    <a:pt x="925" y="898"/>
                    <a:pt x="1063" y="694"/>
                    <a:pt x="922" y="541"/>
                  </a:cubicBezTo>
                  <a:lnTo>
                    <a:pt x="440" y="60"/>
                  </a:lnTo>
                  <a:cubicBezTo>
                    <a:pt x="395" y="18"/>
                    <a:pt x="346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" name="Google Shape;2747;p71">
            <a:extLst>
              <a:ext uri="{FF2B5EF4-FFF2-40B4-BE49-F238E27FC236}">
                <a16:creationId xmlns:a16="http://schemas.microsoft.com/office/drawing/2014/main" id="{F64ECB37-F786-4673-A174-25380F50480D}"/>
              </a:ext>
            </a:extLst>
          </p:cNvPr>
          <p:cNvSpPr txBox="1">
            <a:spLocks/>
          </p:cNvSpPr>
          <p:nvPr/>
        </p:nvSpPr>
        <p:spPr>
          <a:xfrm>
            <a:off x="2094767" y="2763284"/>
            <a:ext cx="4838589" cy="80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>
              <a:lnSpc>
                <a:spcPct val="100000"/>
              </a:lnSpc>
              <a:buFont typeface="Cairo"/>
              <a:buNone/>
            </a:pP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Roni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Andarsyah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Ayu Permata Sari</a:t>
            </a:r>
            <a:endParaRPr lang="en-US" b="1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0" indent="0" algn="just">
              <a:lnSpc>
                <a:spcPct val="100000"/>
              </a:lnSpc>
              <a:buFont typeface="Cairo"/>
              <a:buNone/>
            </a:pP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Implementasi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Metode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i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Extreme Programming 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pada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Aplikasi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Layanan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PT.POS Indonesia (2019)</a:t>
            </a:r>
            <a:endParaRPr lang="en-US" sz="1500" dirty="0">
              <a:solidFill>
                <a:schemeClr val="accent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293" name="Google Shape;1640;p52">
            <a:extLst>
              <a:ext uri="{FF2B5EF4-FFF2-40B4-BE49-F238E27FC236}">
                <a16:creationId xmlns:a16="http://schemas.microsoft.com/office/drawing/2014/main" id="{42A76344-6EA9-4019-A8D1-4C902BB9405B}"/>
              </a:ext>
            </a:extLst>
          </p:cNvPr>
          <p:cNvSpPr/>
          <p:nvPr/>
        </p:nvSpPr>
        <p:spPr>
          <a:xfrm>
            <a:off x="1397137" y="3936437"/>
            <a:ext cx="5727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" name="Google Shape;1644;p52">
            <a:extLst>
              <a:ext uri="{FF2B5EF4-FFF2-40B4-BE49-F238E27FC236}">
                <a16:creationId xmlns:a16="http://schemas.microsoft.com/office/drawing/2014/main" id="{30D496B1-C074-4648-9AEC-2A82586D4DC1}"/>
              </a:ext>
            </a:extLst>
          </p:cNvPr>
          <p:cNvGrpSpPr/>
          <p:nvPr/>
        </p:nvGrpSpPr>
        <p:grpSpPr>
          <a:xfrm>
            <a:off x="1523060" y="4073077"/>
            <a:ext cx="320939" cy="299419"/>
            <a:chOff x="1747347" y="3362840"/>
            <a:chExt cx="382161" cy="356537"/>
          </a:xfrm>
        </p:grpSpPr>
        <p:sp>
          <p:nvSpPr>
            <p:cNvPr id="295" name="Google Shape;1645;p52">
              <a:extLst>
                <a:ext uri="{FF2B5EF4-FFF2-40B4-BE49-F238E27FC236}">
                  <a16:creationId xmlns:a16="http://schemas.microsoft.com/office/drawing/2014/main" id="{D2138D56-AB98-49DF-9059-5C714E13764C}"/>
                </a:ext>
              </a:extLst>
            </p:cNvPr>
            <p:cNvSpPr/>
            <p:nvPr/>
          </p:nvSpPr>
          <p:spPr>
            <a:xfrm>
              <a:off x="1985125" y="3499407"/>
              <a:ext cx="83430" cy="83299"/>
            </a:xfrm>
            <a:custGeom>
              <a:avLst/>
              <a:gdLst/>
              <a:ahLst/>
              <a:cxnLst/>
              <a:rect l="l" t="t" r="r" b="b"/>
              <a:pathLst>
                <a:path w="3181" h="3176" extrusionOk="0">
                  <a:moveTo>
                    <a:pt x="1593" y="0"/>
                  </a:moveTo>
                  <a:cubicBezTo>
                    <a:pt x="712" y="0"/>
                    <a:pt x="0" y="712"/>
                    <a:pt x="0" y="1588"/>
                  </a:cubicBezTo>
                  <a:cubicBezTo>
                    <a:pt x="0" y="2464"/>
                    <a:pt x="712" y="3176"/>
                    <a:pt x="1593" y="3176"/>
                  </a:cubicBezTo>
                  <a:cubicBezTo>
                    <a:pt x="2468" y="3176"/>
                    <a:pt x="3181" y="2464"/>
                    <a:pt x="3181" y="1588"/>
                  </a:cubicBezTo>
                  <a:cubicBezTo>
                    <a:pt x="3181" y="712"/>
                    <a:pt x="2468" y="0"/>
                    <a:pt x="1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646;p52">
              <a:extLst>
                <a:ext uri="{FF2B5EF4-FFF2-40B4-BE49-F238E27FC236}">
                  <a16:creationId xmlns:a16="http://schemas.microsoft.com/office/drawing/2014/main" id="{6B3047B0-B880-4914-9B94-77C58C5948FD}"/>
                </a:ext>
              </a:extLst>
            </p:cNvPr>
            <p:cNvSpPr/>
            <p:nvPr/>
          </p:nvSpPr>
          <p:spPr>
            <a:xfrm>
              <a:off x="1980431" y="3532086"/>
              <a:ext cx="92793" cy="50619"/>
            </a:xfrm>
            <a:custGeom>
              <a:avLst/>
              <a:gdLst/>
              <a:ahLst/>
              <a:cxnLst/>
              <a:rect l="l" t="t" r="r" b="b"/>
              <a:pathLst>
                <a:path w="3538" h="1930" extrusionOk="0">
                  <a:moveTo>
                    <a:pt x="217" y="0"/>
                  </a:moveTo>
                  <a:lnTo>
                    <a:pt x="217" y="0"/>
                  </a:lnTo>
                  <a:cubicBezTo>
                    <a:pt x="1" y="992"/>
                    <a:pt x="752" y="1930"/>
                    <a:pt x="1767" y="1930"/>
                  </a:cubicBezTo>
                  <a:cubicBezTo>
                    <a:pt x="2782" y="1930"/>
                    <a:pt x="3538" y="992"/>
                    <a:pt x="3321" y="0"/>
                  </a:cubicBezTo>
                  <a:lnTo>
                    <a:pt x="3321" y="0"/>
                  </a:lnTo>
                  <a:cubicBezTo>
                    <a:pt x="3162" y="732"/>
                    <a:pt x="2518" y="1251"/>
                    <a:pt x="1772" y="1251"/>
                  </a:cubicBezTo>
                  <a:cubicBezTo>
                    <a:pt x="1021" y="1251"/>
                    <a:pt x="376" y="732"/>
                    <a:pt x="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647;p52">
              <a:extLst>
                <a:ext uri="{FF2B5EF4-FFF2-40B4-BE49-F238E27FC236}">
                  <a16:creationId xmlns:a16="http://schemas.microsoft.com/office/drawing/2014/main" id="{3ECB685F-4DE6-43A5-AC72-3BC31EDFED3E}"/>
                </a:ext>
              </a:extLst>
            </p:cNvPr>
            <p:cNvSpPr/>
            <p:nvPr/>
          </p:nvSpPr>
          <p:spPr>
            <a:xfrm>
              <a:off x="1752907" y="3493453"/>
              <a:ext cx="89383" cy="95311"/>
            </a:xfrm>
            <a:custGeom>
              <a:avLst/>
              <a:gdLst/>
              <a:ahLst/>
              <a:cxnLst/>
              <a:rect l="l" t="t" r="r" b="b"/>
              <a:pathLst>
                <a:path w="3408" h="3634" extrusionOk="0">
                  <a:moveTo>
                    <a:pt x="910" y="1"/>
                  </a:moveTo>
                  <a:cubicBezTo>
                    <a:pt x="409" y="1"/>
                    <a:pt x="0" y="405"/>
                    <a:pt x="0" y="906"/>
                  </a:cubicBezTo>
                  <a:lnTo>
                    <a:pt x="0" y="2724"/>
                  </a:lnTo>
                  <a:cubicBezTo>
                    <a:pt x="0" y="3225"/>
                    <a:pt x="409" y="3634"/>
                    <a:pt x="910" y="3634"/>
                  </a:cubicBezTo>
                  <a:lnTo>
                    <a:pt x="3407" y="3634"/>
                  </a:lnTo>
                  <a:lnTo>
                    <a:pt x="34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648;p52">
              <a:extLst>
                <a:ext uri="{FF2B5EF4-FFF2-40B4-BE49-F238E27FC236}">
                  <a16:creationId xmlns:a16="http://schemas.microsoft.com/office/drawing/2014/main" id="{201AE823-7BA7-4845-BA9B-A20EF0B796DD}"/>
                </a:ext>
              </a:extLst>
            </p:cNvPr>
            <p:cNvSpPr/>
            <p:nvPr/>
          </p:nvSpPr>
          <p:spPr>
            <a:xfrm>
              <a:off x="1752907" y="3493978"/>
              <a:ext cx="89383" cy="94655"/>
            </a:xfrm>
            <a:custGeom>
              <a:avLst/>
              <a:gdLst/>
              <a:ahLst/>
              <a:cxnLst/>
              <a:rect l="l" t="t" r="r" b="b"/>
              <a:pathLst>
                <a:path w="3408" h="3609" extrusionOk="0">
                  <a:moveTo>
                    <a:pt x="703" y="0"/>
                  </a:moveTo>
                  <a:cubicBezTo>
                    <a:pt x="294" y="96"/>
                    <a:pt x="0" y="462"/>
                    <a:pt x="0" y="886"/>
                  </a:cubicBezTo>
                  <a:lnTo>
                    <a:pt x="0" y="2704"/>
                  </a:lnTo>
                  <a:cubicBezTo>
                    <a:pt x="0" y="3205"/>
                    <a:pt x="409" y="3609"/>
                    <a:pt x="910" y="3609"/>
                  </a:cubicBezTo>
                  <a:lnTo>
                    <a:pt x="3407" y="3609"/>
                  </a:lnTo>
                  <a:lnTo>
                    <a:pt x="3407" y="2931"/>
                  </a:lnTo>
                  <a:lnTo>
                    <a:pt x="1136" y="2931"/>
                  </a:lnTo>
                  <a:cubicBezTo>
                    <a:pt x="886" y="2931"/>
                    <a:pt x="679" y="2724"/>
                    <a:pt x="684" y="2473"/>
                  </a:cubicBezTo>
                  <a:lnTo>
                    <a:pt x="684" y="207"/>
                  </a:lnTo>
                  <a:cubicBezTo>
                    <a:pt x="684" y="135"/>
                    <a:pt x="688" y="68"/>
                    <a:pt x="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649;p52">
              <a:extLst>
                <a:ext uri="{FF2B5EF4-FFF2-40B4-BE49-F238E27FC236}">
                  <a16:creationId xmlns:a16="http://schemas.microsoft.com/office/drawing/2014/main" id="{8C67664F-8237-4161-A57E-CA185C28B132}"/>
                </a:ext>
              </a:extLst>
            </p:cNvPr>
            <p:cNvSpPr/>
            <p:nvPr/>
          </p:nvSpPr>
          <p:spPr>
            <a:xfrm>
              <a:off x="1842264" y="3392241"/>
              <a:ext cx="148815" cy="297735"/>
            </a:xfrm>
            <a:custGeom>
              <a:avLst/>
              <a:gdLst/>
              <a:ahLst/>
              <a:cxnLst/>
              <a:rect l="l" t="t" r="r" b="b"/>
              <a:pathLst>
                <a:path w="5674" h="11352" extrusionOk="0">
                  <a:moveTo>
                    <a:pt x="5673" y="1"/>
                  </a:moveTo>
                  <a:cubicBezTo>
                    <a:pt x="5673" y="1"/>
                    <a:pt x="3407" y="3860"/>
                    <a:pt x="0" y="3860"/>
                  </a:cubicBezTo>
                  <a:lnTo>
                    <a:pt x="0" y="7493"/>
                  </a:lnTo>
                  <a:cubicBezTo>
                    <a:pt x="3407" y="7493"/>
                    <a:pt x="5673" y="11352"/>
                    <a:pt x="5673" y="11352"/>
                  </a:cubicBezTo>
                  <a:lnTo>
                    <a:pt x="5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650;p52">
              <a:extLst>
                <a:ext uri="{FF2B5EF4-FFF2-40B4-BE49-F238E27FC236}">
                  <a16:creationId xmlns:a16="http://schemas.microsoft.com/office/drawing/2014/main" id="{37160C75-6D6E-4E1C-8362-09B157D30E69}"/>
                </a:ext>
              </a:extLst>
            </p:cNvPr>
            <p:cNvSpPr/>
            <p:nvPr/>
          </p:nvSpPr>
          <p:spPr>
            <a:xfrm>
              <a:off x="1842264" y="3570824"/>
              <a:ext cx="148815" cy="119020"/>
            </a:xfrm>
            <a:custGeom>
              <a:avLst/>
              <a:gdLst/>
              <a:ahLst/>
              <a:cxnLst/>
              <a:rect l="l" t="t" r="r" b="b"/>
              <a:pathLst>
                <a:path w="5674" h="4538" extrusionOk="0">
                  <a:moveTo>
                    <a:pt x="0" y="1"/>
                  </a:moveTo>
                  <a:lnTo>
                    <a:pt x="0" y="679"/>
                  </a:lnTo>
                  <a:cubicBezTo>
                    <a:pt x="3407" y="679"/>
                    <a:pt x="5673" y="4538"/>
                    <a:pt x="5673" y="4538"/>
                  </a:cubicBezTo>
                  <a:lnTo>
                    <a:pt x="5673" y="3176"/>
                  </a:lnTo>
                  <a:cubicBezTo>
                    <a:pt x="5673" y="3176"/>
                    <a:pt x="3407" y="1"/>
                    <a:pt x="0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651;p52">
              <a:extLst>
                <a:ext uri="{FF2B5EF4-FFF2-40B4-BE49-F238E27FC236}">
                  <a16:creationId xmlns:a16="http://schemas.microsoft.com/office/drawing/2014/main" id="{0908B894-ABCD-4CA6-83E7-875DDA52A780}"/>
                </a:ext>
              </a:extLst>
            </p:cNvPr>
            <p:cNvSpPr/>
            <p:nvPr/>
          </p:nvSpPr>
          <p:spPr>
            <a:xfrm>
              <a:off x="1991053" y="3368400"/>
              <a:ext cx="35722" cy="345311"/>
            </a:xfrm>
            <a:custGeom>
              <a:avLst/>
              <a:gdLst/>
              <a:ahLst/>
              <a:cxnLst/>
              <a:rect l="l" t="t" r="r" b="b"/>
              <a:pathLst>
                <a:path w="1362" h="13166" extrusionOk="0">
                  <a:moveTo>
                    <a:pt x="0" y="1"/>
                  </a:moveTo>
                  <a:lnTo>
                    <a:pt x="0" y="13165"/>
                  </a:lnTo>
                  <a:lnTo>
                    <a:pt x="1362" y="13165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652;p52">
              <a:extLst>
                <a:ext uri="{FF2B5EF4-FFF2-40B4-BE49-F238E27FC236}">
                  <a16:creationId xmlns:a16="http://schemas.microsoft.com/office/drawing/2014/main" id="{E1258240-2BB2-468C-BD7D-55BAB116B2C8}"/>
                </a:ext>
              </a:extLst>
            </p:cNvPr>
            <p:cNvSpPr/>
            <p:nvPr/>
          </p:nvSpPr>
          <p:spPr>
            <a:xfrm>
              <a:off x="1794556" y="3493453"/>
              <a:ext cx="47734" cy="95311"/>
            </a:xfrm>
            <a:custGeom>
              <a:avLst/>
              <a:gdLst/>
              <a:ahLst/>
              <a:cxnLst/>
              <a:rect l="l" t="t" r="r" b="b"/>
              <a:pathLst>
                <a:path w="1820" h="3634" extrusionOk="0">
                  <a:moveTo>
                    <a:pt x="0" y="1"/>
                  </a:moveTo>
                  <a:lnTo>
                    <a:pt x="0" y="3634"/>
                  </a:lnTo>
                  <a:lnTo>
                    <a:pt x="1819" y="36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653;p52">
              <a:extLst>
                <a:ext uri="{FF2B5EF4-FFF2-40B4-BE49-F238E27FC236}">
                  <a16:creationId xmlns:a16="http://schemas.microsoft.com/office/drawing/2014/main" id="{DFE94455-5CCB-4961-A930-085F7A3D2AC3}"/>
                </a:ext>
              </a:extLst>
            </p:cNvPr>
            <p:cNvSpPr/>
            <p:nvPr/>
          </p:nvSpPr>
          <p:spPr>
            <a:xfrm>
              <a:off x="1812470" y="3618401"/>
              <a:ext cx="35748" cy="35879"/>
            </a:xfrm>
            <a:custGeom>
              <a:avLst/>
              <a:gdLst/>
              <a:ahLst/>
              <a:cxnLst/>
              <a:rect l="l" t="t" r="r" b="b"/>
              <a:pathLst>
                <a:path w="1363" h="1368" extrusionOk="0">
                  <a:moveTo>
                    <a:pt x="1" y="1"/>
                  </a:moveTo>
                  <a:lnTo>
                    <a:pt x="1" y="1367"/>
                  </a:lnTo>
                  <a:lnTo>
                    <a:pt x="1362" y="1367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654;p52">
              <a:extLst>
                <a:ext uri="{FF2B5EF4-FFF2-40B4-BE49-F238E27FC236}">
                  <a16:creationId xmlns:a16="http://schemas.microsoft.com/office/drawing/2014/main" id="{2AC84498-7755-43FF-93F5-D8379AAAE55B}"/>
                </a:ext>
              </a:extLst>
            </p:cNvPr>
            <p:cNvSpPr/>
            <p:nvPr/>
          </p:nvSpPr>
          <p:spPr>
            <a:xfrm>
              <a:off x="1794687" y="3588738"/>
              <a:ext cx="47603" cy="89252"/>
            </a:xfrm>
            <a:custGeom>
              <a:avLst/>
              <a:gdLst/>
              <a:ahLst/>
              <a:cxnLst/>
              <a:rect l="l" t="t" r="r" b="b"/>
              <a:pathLst>
                <a:path w="1815" h="3403" extrusionOk="0">
                  <a:moveTo>
                    <a:pt x="0" y="1"/>
                  </a:moveTo>
                  <a:lnTo>
                    <a:pt x="0" y="3403"/>
                  </a:lnTo>
                  <a:lnTo>
                    <a:pt x="905" y="3403"/>
                  </a:lnTo>
                  <a:lnTo>
                    <a:pt x="18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655;p52">
              <a:extLst>
                <a:ext uri="{FF2B5EF4-FFF2-40B4-BE49-F238E27FC236}">
                  <a16:creationId xmlns:a16="http://schemas.microsoft.com/office/drawing/2014/main" id="{57BEB079-F216-4C5E-B24D-D810CE9534A0}"/>
                </a:ext>
              </a:extLst>
            </p:cNvPr>
            <p:cNvSpPr/>
            <p:nvPr/>
          </p:nvSpPr>
          <p:spPr>
            <a:xfrm>
              <a:off x="1747347" y="3362840"/>
              <a:ext cx="326270" cy="356537"/>
            </a:xfrm>
            <a:custGeom>
              <a:avLst/>
              <a:gdLst/>
              <a:ahLst/>
              <a:cxnLst/>
              <a:rect l="l" t="t" r="r" b="b"/>
              <a:pathLst>
                <a:path w="12440" h="13594" extrusionOk="0">
                  <a:moveTo>
                    <a:pt x="10870" y="5433"/>
                  </a:moveTo>
                  <a:cubicBezTo>
                    <a:pt x="11539" y="5539"/>
                    <a:pt x="12035" y="6117"/>
                    <a:pt x="12035" y="6795"/>
                  </a:cubicBezTo>
                  <a:cubicBezTo>
                    <a:pt x="12035" y="7473"/>
                    <a:pt x="11539" y="8051"/>
                    <a:pt x="10870" y="8157"/>
                  </a:cubicBezTo>
                  <a:lnTo>
                    <a:pt x="10870" y="5433"/>
                  </a:lnTo>
                  <a:close/>
                  <a:moveTo>
                    <a:pt x="1589" y="5193"/>
                  </a:moveTo>
                  <a:lnTo>
                    <a:pt x="1589" y="8402"/>
                  </a:lnTo>
                  <a:lnTo>
                    <a:pt x="1122" y="8402"/>
                  </a:lnTo>
                  <a:cubicBezTo>
                    <a:pt x="737" y="8397"/>
                    <a:pt x="424" y="8089"/>
                    <a:pt x="429" y="7704"/>
                  </a:cubicBezTo>
                  <a:lnTo>
                    <a:pt x="424" y="7704"/>
                  </a:lnTo>
                  <a:lnTo>
                    <a:pt x="424" y="5890"/>
                  </a:lnTo>
                  <a:cubicBezTo>
                    <a:pt x="424" y="5505"/>
                    <a:pt x="737" y="5193"/>
                    <a:pt x="1122" y="5193"/>
                  </a:cubicBezTo>
                  <a:close/>
                  <a:moveTo>
                    <a:pt x="3407" y="5193"/>
                  </a:moveTo>
                  <a:lnTo>
                    <a:pt x="3407" y="8402"/>
                  </a:lnTo>
                  <a:lnTo>
                    <a:pt x="2017" y="8402"/>
                  </a:lnTo>
                  <a:lnTo>
                    <a:pt x="2017" y="5193"/>
                  </a:lnTo>
                  <a:close/>
                  <a:moveTo>
                    <a:pt x="3634" y="9961"/>
                  </a:moveTo>
                  <a:lnTo>
                    <a:pt x="3634" y="10895"/>
                  </a:lnTo>
                  <a:lnTo>
                    <a:pt x="3229" y="10895"/>
                  </a:lnTo>
                  <a:lnTo>
                    <a:pt x="3480" y="9961"/>
                  </a:lnTo>
                  <a:close/>
                  <a:moveTo>
                    <a:pt x="3340" y="8826"/>
                  </a:moveTo>
                  <a:lnTo>
                    <a:pt x="2546" y="11804"/>
                  </a:lnTo>
                  <a:lnTo>
                    <a:pt x="2017" y="11804"/>
                  </a:lnTo>
                  <a:lnTo>
                    <a:pt x="2017" y="8826"/>
                  </a:lnTo>
                  <a:close/>
                  <a:moveTo>
                    <a:pt x="10442" y="429"/>
                  </a:moveTo>
                  <a:lnTo>
                    <a:pt x="10442" y="13166"/>
                  </a:lnTo>
                  <a:lnTo>
                    <a:pt x="9509" y="13166"/>
                  </a:lnTo>
                  <a:lnTo>
                    <a:pt x="9509" y="4197"/>
                  </a:lnTo>
                  <a:cubicBezTo>
                    <a:pt x="9509" y="4055"/>
                    <a:pt x="9402" y="3984"/>
                    <a:pt x="9295" y="3984"/>
                  </a:cubicBezTo>
                  <a:cubicBezTo>
                    <a:pt x="9188" y="3984"/>
                    <a:pt x="9080" y="4055"/>
                    <a:pt x="9080" y="4197"/>
                  </a:cubicBezTo>
                  <a:lnTo>
                    <a:pt x="9080" y="11775"/>
                  </a:lnTo>
                  <a:cubicBezTo>
                    <a:pt x="8720" y="11280"/>
                    <a:pt x="8320" y="10818"/>
                    <a:pt x="7882" y="10389"/>
                  </a:cubicBezTo>
                  <a:cubicBezTo>
                    <a:pt x="7339" y="9850"/>
                    <a:pt x="6718" y="9389"/>
                    <a:pt x="6039" y="9028"/>
                  </a:cubicBezTo>
                  <a:cubicBezTo>
                    <a:pt x="5361" y="8662"/>
                    <a:pt x="4606" y="8445"/>
                    <a:pt x="3831" y="8407"/>
                  </a:cubicBezTo>
                  <a:lnTo>
                    <a:pt x="3831" y="5188"/>
                  </a:lnTo>
                  <a:cubicBezTo>
                    <a:pt x="4606" y="5145"/>
                    <a:pt x="5361" y="4933"/>
                    <a:pt x="6039" y="4567"/>
                  </a:cubicBezTo>
                  <a:cubicBezTo>
                    <a:pt x="6718" y="4201"/>
                    <a:pt x="7339" y="3744"/>
                    <a:pt x="7882" y="3205"/>
                  </a:cubicBezTo>
                  <a:cubicBezTo>
                    <a:pt x="8320" y="2777"/>
                    <a:pt x="8720" y="2315"/>
                    <a:pt x="9080" y="1820"/>
                  </a:cubicBezTo>
                  <a:lnTo>
                    <a:pt x="9080" y="3177"/>
                  </a:lnTo>
                  <a:cubicBezTo>
                    <a:pt x="9080" y="3319"/>
                    <a:pt x="9188" y="3389"/>
                    <a:pt x="9295" y="3389"/>
                  </a:cubicBezTo>
                  <a:cubicBezTo>
                    <a:pt x="9402" y="3389"/>
                    <a:pt x="9509" y="3319"/>
                    <a:pt x="9509" y="3177"/>
                  </a:cubicBezTo>
                  <a:lnTo>
                    <a:pt x="9509" y="429"/>
                  </a:lnTo>
                  <a:close/>
                  <a:moveTo>
                    <a:pt x="9292" y="1"/>
                  </a:moveTo>
                  <a:cubicBezTo>
                    <a:pt x="9177" y="1"/>
                    <a:pt x="9080" y="97"/>
                    <a:pt x="9080" y="213"/>
                  </a:cubicBezTo>
                  <a:lnTo>
                    <a:pt x="9080" y="1059"/>
                  </a:lnTo>
                  <a:cubicBezTo>
                    <a:pt x="8652" y="1733"/>
                    <a:pt x="8147" y="2349"/>
                    <a:pt x="7579" y="2907"/>
                  </a:cubicBezTo>
                  <a:cubicBezTo>
                    <a:pt x="6703" y="3754"/>
                    <a:pt x="5303" y="4769"/>
                    <a:pt x="3619" y="4769"/>
                  </a:cubicBezTo>
                  <a:lnTo>
                    <a:pt x="1122" y="4769"/>
                  </a:lnTo>
                  <a:cubicBezTo>
                    <a:pt x="501" y="4769"/>
                    <a:pt x="1" y="5270"/>
                    <a:pt x="1" y="5890"/>
                  </a:cubicBezTo>
                  <a:lnTo>
                    <a:pt x="1" y="7709"/>
                  </a:lnTo>
                  <a:cubicBezTo>
                    <a:pt x="1" y="8325"/>
                    <a:pt x="501" y="8826"/>
                    <a:pt x="1122" y="8826"/>
                  </a:cubicBezTo>
                  <a:lnTo>
                    <a:pt x="1589" y="8826"/>
                  </a:lnTo>
                  <a:lnTo>
                    <a:pt x="1589" y="12021"/>
                  </a:lnTo>
                  <a:cubicBezTo>
                    <a:pt x="1589" y="12136"/>
                    <a:pt x="1685" y="12232"/>
                    <a:pt x="1800" y="12232"/>
                  </a:cubicBezTo>
                  <a:lnTo>
                    <a:pt x="2710" y="12232"/>
                  </a:lnTo>
                  <a:cubicBezTo>
                    <a:pt x="2806" y="12232"/>
                    <a:pt x="2893" y="12170"/>
                    <a:pt x="2917" y="12073"/>
                  </a:cubicBezTo>
                  <a:lnTo>
                    <a:pt x="3119" y="11323"/>
                  </a:lnTo>
                  <a:lnTo>
                    <a:pt x="3850" y="11323"/>
                  </a:lnTo>
                  <a:cubicBezTo>
                    <a:pt x="3966" y="11323"/>
                    <a:pt x="4062" y="11227"/>
                    <a:pt x="4062" y="11111"/>
                  </a:cubicBezTo>
                  <a:lnTo>
                    <a:pt x="4062" y="9749"/>
                  </a:lnTo>
                  <a:cubicBezTo>
                    <a:pt x="4062" y="9629"/>
                    <a:pt x="3966" y="9533"/>
                    <a:pt x="3850" y="9533"/>
                  </a:cubicBezTo>
                  <a:lnTo>
                    <a:pt x="3595" y="9533"/>
                  </a:lnTo>
                  <a:lnTo>
                    <a:pt x="3783" y="8830"/>
                  </a:lnTo>
                  <a:cubicBezTo>
                    <a:pt x="5395" y="8888"/>
                    <a:pt x="6732" y="9865"/>
                    <a:pt x="7579" y="10688"/>
                  </a:cubicBezTo>
                  <a:cubicBezTo>
                    <a:pt x="8152" y="11241"/>
                    <a:pt x="8652" y="11862"/>
                    <a:pt x="9085" y="12531"/>
                  </a:cubicBezTo>
                  <a:lnTo>
                    <a:pt x="9085" y="13377"/>
                  </a:lnTo>
                  <a:cubicBezTo>
                    <a:pt x="9085" y="13498"/>
                    <a:pt x="9177" y="13594"/>
                    <a:pt x="9297" y="13594"/>
                  </a:cubicBezTo>
                  <a:lnTo>
                    <a:pt x="10659" y="13594"/>
                  </a:lnTo>
                  <a:cubicBezTo>
                    <a:pt x="10774" y="13594"/>
                    <a:pt x="10870" y="13498"/>
                    <a:pt x="10870" y="13377"/>
                  </a:cubicBezTo>
                  <a:lnTo>
                    <a:pt x="10870" y="8585"/>
                  </a:lnTo>
                  <a:cubicBezTo>
                    <a:pt x="11770" y="8465"/>
                    <a:pt x="12439" y="7700"/>
                    <a:pt x="12439" y="6795"/>
                  </a:cubicBezTo>
                  <a:cubicBezTo>
                    <a:pt x="12439" y="5890"/>
                    <a:pt x="11770" y="5125"/>
                    <a:pt x="10870" y="5010"/>
                  </a:cubicBezTo>
                  <a:lnTo>
                    <a:pt x="10870" y="213"/>
                  </a:lnTo>
                  <a:cubicBezTo>
                    <a:pt x="10870" y="97"/>
                    <a:pt x="10774" y="1"/>
                    <a:pt x="10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656;p52">
              <a:extLst>
                <a:ext uri="{FF2B5EF4-FFF2-40B4-BE49-F238E27FC236}">
                  <a16:creationId xmlns:a16="http://schemas.microsoft.com/office/drawing/2014/main" id="{D396FB3A-EC70-4264-92B7-73D279E2243C}"/>
                </a:ext>
              </a:extLst>
            </p:cNvPr>
            <p:cNvSpPr/>
            <p:nvPr/>
          </p:nvSpPr>
          <p:spPr>
            <a:xfrm>
              <a:off x="2096802" y="3535496"/>
              <a:ext cx="32706" cy="11120"/>
            </a:xfrm>
            <a:custGeom>
              <a:avLst/>
              <a:gdLst/>
              <a:ahLst/>
              <a:cxnLst/>
              <a:rect l="l" t="t" r="r" b="b"/>
              <a:pathLst>
                <a:path w="1247" h="424" extrusionOk="0">
                  <a:moveTo>
                    <a:pt x="284" y="0"/>
                  </a:moveTo>
                  <a:cubicBezTo>
                    <a:pt x="0" y="0"/>
                    <a:pt x="0" y="424"/>
                    <a:pt x="284" y="424"/>
                  </a:cubicBezTo>
                  <a:lnTo>
                    <a:pt x="963" y="424"/>
                  </a:lnTo>
                  <a:cubicBezTo>
                    <a:pt x="1247" y="424"/>
                    <a:pt x="1247" y="0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657;p52">
              <a:extLst>
                <a:ext uri="{FF2B5EF4-FFF2-40B4-BE49-F238E27FC236}">
                  <a16:creationId xmlns:a16="http://schemas.microsoft.com/office/drawing/2014/main" id="{2E99B394-1B25-4E3D-A4D9-49D08A842E87}"/>
                </a:ext>
              </a:extLst>
            </p:cNvPr>
            <p:cNvSpPr/>
            <p:nvPr/>
          </p:nvSpPr>
          <p:spPr>
            <a:xfrm>
              <a:off x="2074325" y="3468327"/>
              <a:ext cx="27460" cy="23657"/>
            </a:xfrm>
            <a:custGeom>
              <a:avLst/>
              <a:gdLst/>
              <a:ahLst/>
              <a:cxnLst/>
              <a:rect l="l" t="t" r="r" b="b"/>
              <a:pathLst>
                <a:path w="1047" h="902" extrusionOk="0">
                  <a:moveTo>
                    <a:pt x="748" y="0"/>
                  </a:moveTo>
                  <a:cubicBezTo>
                    <a:pt x="701" y="0"/>
                    <a:pt x="652" y="18"/>
                    <a:pt x="607" y="59"/>
                  </a:cubicBezTo>
                  <a:lnTo>
                    <a:pt x="126" y="540"/>
                  </a:lnTo>
                  <a:cubicBezTo>
                    <a:pt x="1" y="675"/>
                    <a:pt x="92" y="892"/>
                    <a:pt x="275" y="901"/>
                  </a:cubicBezTo>
                  <a:cubicBezTo>
                    <a:pt x="333" y="901"/>
                    <a:pt x="386" y="877"/>
                    <a:pt x="424" y="839"/>
                  </a:cubicBezTo>
                  <a:lnTo>
                    <a:pt x="906" y="357"/>
                  </a:lnTo>
                  <a:cubicBezTo>
                    <a:pt x="1047" y="205"/>
                    <a:pt x="909" y="0"/>
                    <a:pt x="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658;p52">
              <a:extLst>
                <a:ext uri="{FF2B5EF4-FFF2-40B4-BE49-F238E27FC236}">
                  <a16:creationId xmlns:a16="http://schemas.microsoft.com/office/drawing/2014/main" id="{2E4E1333-C938-4DC7-98A7-6F456679FDA9}"/>
                </a:ext>
              </a:extLst>
            </p:cNvPr>
            <p:cNvSpPr/>
            <p:nvPr/>
          </p:nvSpPr>
          <p:spPr>
            <a:xfrm>
              <a:off x="2073905" y="3590337"/>
              <a:ext cx="27880" cy="23579"/>
            </a:xfrm>
            <a:custGeom>
              <a:avLst/>
              <a:gdLst/>
              <a:ahLst/>
              <a:cxnLst/>
              <a:rect l="l" t="t" r="r" b="b"/>
              <a:pathLst>
                <a:path w="1063" h="899" extrusionOk="0">
                  <a:moveTo>
                    <a:pt x="298" y="1"/>
                  </a:moveTo>
                  <a:cubicBezTo>
                    <a:pt x="138" y="1"/>
                    <a:pt x="1" y="202"/>
                    <a:pt x="142" y="358"/>
                  </a:cubicBezTo>
                  <a:lnTo>
                    <a:pt x="623" y="840"/>
                  </a:lnTo>
                  <a:cubicBezTo>
                    <a:pt x="668" y="881"/>
                    <a:pt x="717" y="898"/>
                    <a:pt x="764" y="898"/>
                  </a:cubicBezTo>
                  <a:cubicBezTo>
                    <a:pt x="925" y="898"/>
                    <a:pt x="1063" y="694"/>
                    <a:pt x="922" y="541"/>
                  </a:cubicBezTo>
                  <a:lnTo>
                    <a:pt x="440" y="60"/>
                  </a:lnTo>
                  <a:cubicBezTo>
                    <a:pt x="395" y="18"/>
                    <a:pt x="346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Google Shape;2747;p71">
            <a:extLst>
              <a:ext uri="{FF2B5EF4-FFF2-40B4-BE49-F238E27FC236}">
                <a16:creationId xmlns:a16="http://schemas.microsoft.com/office/drawing/2014/main" id="{9D79AAC1-DC8C-4613-AB91-6C83FDC0CD9D}"/>
              </a:ext>
            </a:extLst>
          </p:cNvPr>
          <p:cNvSpPr txBox="1">
            <a:spLocks/>
          </p:cNvSpPr>
          <p:nvPr/>
        </p:nvSpPr>
        <p:spPr>
          <a:xfrm>
            <a:off x="2094767" y="3896809"/>
            <a:ext cx="4838589" cy="80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>
              <a:lnSpc>
                <a:spcPct val="100000"/>
              </a:lnSpc>
              <a:buFont typeface="Cairo"/>
              <a:buNone/>
            </a:pP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Nurlela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Wati</a:t>
            </a:r>
            <a:endParaRPr lang="en-US" b="1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0" indent="0" algn="just">
              <a:lnSpc>
                <a:spcPct val="100000"/>
              </a:lnSpc>
              <a:buFont typeface="Cairo"/>
              <a:buNone/>
            </a:pP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Sistem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Informasi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Masyarakat Pada Dinas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Kependudukan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dan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Catatan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Sipil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di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Kabupaten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Indragiri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Hilir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berbasis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Web (2020)</a:t>
            </a:r>
            <a:endParaRPr lang="en-US" sz="1500" dirty="0">
              <a:solidFill>
                <a:schemeClr val="accent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71"/>
          <p:cNvSpPr txBox="1">
            <a:spLocks noGrp="1"/>
          </p:cNvSpPr>
          <p:nvPr>
            <p:ph type="body" idx="4294967295"/>
          </p:nvPr>
        </p:nvSpPr>
        <p:spPr>
          <a:xfrm>
            <a:off x="832596" y="1129588"/>
            <a:ext cx="7704000" cy="99048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Secara</a:t>
            </a:r>
            <a:r>
              <a:rPr lang="en-US" sz="1400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garis </a:t>
            </a:r>
            <a:r>
              <a:rPr lang="en-US" sz="1400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besar</a:t>
            </a:r>
            <a:r>
              <a:rPr lang="en-US" sz="1400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penelitian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relevan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sudah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dibahas</a:t>
            </a:r>
            <a:r>
              <a:rPr lang="en-US" sz="140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menitik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beratkan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pada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secara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offline yang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diimplementasikan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persis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kedalam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sistem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dengan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tambahan-tambahan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fitur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mendukung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sistem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tersebut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seperti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login dan register. Hal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ini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terdapat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beberapa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perbedaan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dengan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penelitian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saya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yaitu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:</a:t>
            </a:r>
          </a:p>
        </p:txBody>
      </p:sp>
      <p:sp>
        <p:nvSpPr>
          <p:cNvPr id="2748" name="Google Shape;2748;p71"/>
          <p:cNvSpPr txBox="1">
            <a:spLocks noGrp="1"/>
          </p:cNvSpPr>
          <p:nvPr>
            <p:ph type="title"/>
          </p:nvPr>
        </p:nvSpPr>
        <p:spPr>
          <a:xfrm>
            <a:off x="1381972" y="514870"/>
            <a:ext cx="5002010" cy="33001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PENELITIAN RELEVAN</a:t>
            </a:r>
            <a:endParaRPr dirty="0"/>
          </a:p>
        </p:txBody>
      </p:sp>
      <p:grpSp>
        <p:nvGrpSpPr>
          <p:cNvPr id="2913" name="Google Shape;2913;p71"/>
          <p:cNvGrpSpPr/>
          <p:nvPr/>
        </p:nvGrpSpPr>
        <p:grpSpPr>
          <a:xfrm rot="5400000">
            <a:off x="160069" y="398029"/>
            <a:ext cx="1307197" cy="1125461"/>
            <a:chOff x="7561169" y="791588"/>
            <a:chExt cx="2063127" cy="1776015"/>
          </a:xfrm>
        </p:grpSpPr>
        <p:sp>
          <p:nvSpPr>
            <p:cNvPr id="2914" name="Google Shape;2914;p71"/>
            <p:cNvSpPr/>
            <p:nvPr/>
          </p:nvSpPr>
          <p:spPr>
            <a:xfrm flipH="1">
              <a:off x="8503103" y="1649727"/>
              <a:ext cx="499623" cy="427114"/>
            </a:xfrm>
            <a:custGeom>
              <a:avLst/>
              <a:gdLst/>
              <a:ahLst/>
              <a:cxnLst/>
              <a:rect l="l" t="t" r="r" b="b"/>
              <a:pathLst>
                <a:path w="5981" h="5113" extrusionOk="0">
                  <a:moveTo>
                    <a:pt x="5364" y="0"/>
                  </a:moveTo>
                  <a:lnTo>
                    <a:pt x="0" y="4268"/>
                  </a:lnTo>
                  <a:lnTo>
                    <a:pt x="685" y="5113"/>
                  </a:lnTo>
                  <a:lnTo>
                    <a:pt x="5981" y="890"/>
                  </a:lnTo>
                  <a:lnTo>
                    <a:pt x="536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71"/>
            <p:cNvSpPr/>
            <p:nvPr/>
          </p:nvSpPr>
          <p:spPr>
            <a:xfrm flipH="1">
              <a:off x="8928282" y="1987202"/>
              <a:ext cx="696014" cy="580401"/>
            </a:xfrm>
            <a:custGeom>
              <a:avLst/>
              <a:gdLst/>
              <a:ahLst/>
              <a:cxnLst/>
              <a:rect l="l" t="t" r="r" b="b"/>
              <a:pathLst>
                <a:path w="8332" h="6948" extrusionOk="0">
                  <a:moveTo>
                    <a:pt x="7533" y="0"/>
                  </a:moveTo>
                  <a:lnTo>
                    <a:pt x="411" y="5615"/>
                  </a:lnTo>
                  <a:cubicBezTo>
                    <a:pt x="92" y="5866"/>
                    <a:pt x="0" y="6254"/>
                    <a:pt x="183" y="6482"/>
                  </a:cubicBezTo>
                  <a:lnTo>
                    <a:pt x="411" y="6779"/>
                  </a:lnTo>
                  <a:cubicBezTo>
                    <a:pt x="500" y="6891"/>
                    <a:pt x="644" y="6948"/>
                    <a:pt x="804" y="6948"/>
                  </a:cubicBezTo>
                  <a:cubicBezTo>
                    <a:pt x="973" y="6948"/>
                    <a:pt x="1161" y="6885"/>
                    <a:pt x="1324" y="6756"/>
                  </a:cubicBezTo>
                  <a:lnTo>
                    <a:pt x="8331" y="1073"/>
                  </a:lnTo>
                  <a:lnTo>
                    <a:pt x="753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71"/>
            <p:cNvSpPr/>
            <p:nvPr/>
          </p:nvSpPr>
          <p:spPr>
            <a:xfrm flipH="1">
              <a:off x="7561169" y="791588"/>
              <a:ext cx="1123128" cy="1102411"/>
            </a:xfrm>
            <a:custGeom>
              <a:avLst/>
              <a:gdLst/>
              <a:ahLst/>
              <a:cxnLst/>
              <a:rect l="l" t="t" r="r" b="b"/>
              <a:pathLst>
                <a:path w="13445" h="13197" extrusionOk="0">
                  <a:moveTo>
                    <a:pt x="6825" y="1074"/>
                  </a:moveTo>
                  <a:cubicBezTo>
                    <a:pt x="7122" y="1074"/>
                    <a:pt x="7396" y="1120"/>
                    <a:pt x="7692" y="1166"/>
                  </a:cubicBezTo>
                  <a:cubicBezTo>
                    <a:pt x="7829" y="1189"/>
                    <a:pt x="7966" y="1211"/>
                    <a:pt x="8080" y="1234"/>
                  </a:cubicBezTo>
                  <a:cubicBezTo>
                    <a:pt x="8103" y="1234"/>
                    <a:pt x="8126" y="1257"/>
                    <a:pt x="8126" y="1257"/>
                  </a:cubicBezTo>
                  <a:cubicBezTo>
                    <a:pt x="8172" y="1257"/>
                    <a:pt x="8217" y="1280"/>
                    <a:pt x="8240" y="1280"/>
                  </a:cubicBezTo>
                  <a:cubicBezTo>
                    <a:pt x="8331" y="1303"/>
                    <a:pt x="8400" y="1326"/>
                    <a:pt x="8468" y="1348"/>
                  </a:cubicBezTo>
                  <a:cubicBezTo>
                    <a:pt x="8765" y="1440"/>
                    <a:pt x="9039" y="1577"/>
                    <a:pt x="9290" y="1691"/>
                  </a:cubicBezTo>
                  <a:cubicBezTo>
                    <a:pt x="9313" y="1714"/>
                    <a:pt x="9404" y="1759"/>
                    <a:pt x="9427" y="1759"/>
                  </a:cubicBezTo>
                  <a:cubicBezTo>
                    <a:pt x="9473" y="1805"/>
                    <a:pt x="9541" y="1828"/>
                    <a:pt x="9587" y="1873"/>
                  </a:cubicBezTo>
                  <a:cubicBezTo>
                    <a:pt x="9724" y="1942"/>
                    <a:pt x="9861" y="2033"/>
                    <a:pt x="9975" y="2124"/>
                  </a:cubicBezTo>
                  <a:cubicBezTo>
                    <a:pt x="10089" y="2216"/>
                    <a:pt x="10203" y="2307"/>
                    <a:pt x="10317" y="2398"/>
                  </a:cubicBezTo>
                  <a:cubicBezTo>
                    <a:pt x="10386" y="2444"/>
                    <a:pt x="10431" y="2490"/>
                    <a:pt x="10477" y="2535"/>
                  </a:cubicBezTo>
                  <a:cubicBezTo>
                    <a:pt x="10500" y="2558"/>
                    <a:pt x="10545" y="2581"/>
                    <a:pt x="10568" y="2604"/>
                  </a:cubicBezTo>
                  <a:cubicBezTo>
                    <a:pt x="10568" y="2604"/>
                    <a:pt x="10568" y="2604"/>
                    <a:pt x="10568" y="2627"/>
                  </a:cubicBezTo>
                  <a:cubicBezTo>
                    <a:pt x="10591" y="2627"/>
                    <a:pt x="10591" y="2627"/>
                    <a:pt x="10591" y="2649"/>
                  </a:cubicBezTo>
                  <a:cubicBezTo>
                    <a:pt x="10819" y="2878"/>
                    <a:pt x="11025" y="3106"/>
                    <a:pt x="11207" y="3357"/>
                  </a:cubicBezTo>
                  <a:cubicBezTo>
                    <a:pt x="11299" y="3494"/>
                    <a:pt x="11390" y="3608"/>
                    <a:pt x="11458" y="3745"/>
                  </a:cubicBezTo>
                  <a:lnTo>
                    <a:pt x="11481" y="3745"/>
                  </a:lnTo>
                  <a:cubicBezTo>
                    <a:pt x="11504" y="3791"/>
                    <a:pt x="11527" y="3813"/>
                    <a:pt x="11527" y="3836"/>
                  </a:cubicBezTo>
                  <a:cubicBezTo>
                    <a:pt x="11573" y="3928"/>
                    <a:pt x="11618" y="3996"/>
                    <a:pt x="11664" y="4087"/>
                  </a:cubicBezTo>
                  <a:cubicBezTo>
                    <a:pt x="11801" y="4338"/>
                    <a:pt x="11915" y="4612"/>
                    <a:pt x="12006" y="4909"/>
                  </a:cubicBezTo>
                  <a:cubicBezTo>
                    <a:pt x="12029" y="4955"/>
                    <a:pt x="12052" y="5023"/>
                    <a:pt x="12052" y="5092"/>
                  </a:cubicBezTo>
                  <a:cubicBezTo>
                    <a:pt x="12052" y="5090"/>
                    <a:pt x="12052" y="5089"/>
                    <a:pt x="12053" y="5089"/>
                  </a:cubicBezTo>
                  <a:cubicBezTo>
                    <a:pt x="12059" y="5089"/>
                    <a:pt x="12098" y="5208"/>
                    <a:pt x="12098" y="5229"/>
                  </a:cubicBezTo>
                  <a:cubicBezTo>
                    <a:pt x="12143" y="5366"/>
                    <a:pt x="12166" y="5525"/>
                    <a:pt x="12189" y="5662"/>
                  </a:cubicBezTo>
                  <a:cubicBezTo>
                    <a:pt x="12212" y="5822"/>
                    <a:pt x="12234" y="5959"/>
                    <a:pt x="12234" y="6096"/>
                  </a:cubicBezTo>
                  <a:cubicBezTo>
                    <a:pt x="12257" y="6165"/>
                    <a:pt x="12257" y="6233"/>
                    <a:pt x="12257" y="6301"/>
                  </a:cubicBezTo>
                  <a:cubicBezTo>
                    <a:pt x="12257" y="6347"/>
                    <a:pt x="12257" y="6393"/>
                    <a:pt x="12257" y="6416"/>
                  </a:cubicBezTo>
                  <a:cubicBezTo>
                    <a:pt x="12257" y="6438"/>
                    <a:pt x="12257" y="6484"/>
                    <a:pt x="12257" y="6507"/>
                  </a:cubicBezTo>
                  <a:cubicBezTo>
                    <a:pt x="12280" y="6781"/>
                    <a:pt x="12257" y="7055"/>
                    <a:pt x="12212" y="7351"/>
                  </a:cubicBezTo>
                  <a:cubicBezTo>
                    <a:pt x="12189" y="7488"/>
                    <a:pt x="12166" y="7625"/>
                    <a:pt x="12143" y="7762"/>
                  </a:cubicBezTo>
                  <a:cubicBezTo>
                    <a:pt x="12143" y="7831"/>
                    <a:pt x="12120" y="7876"/>
                    <a:pt x="12098" y="7945"/>
                  </a:cubicBezTo>
                  <a:cubicBezTo>
                    <a:pt x="12098" y="7945"/>
                    <a:pt x="12098" y="7968"/>
                    <a:pt x="12098" y="7968"/>
                  </a:cubicBezTo>
                  <a:cubicBezTo>
                    <a:pt x="12075" y="8013"/>
                    <a:pt x="12075" y="8059"/>
                    <a:pt x="12052" y="8105"/>
                  </a:cubicBezTo>
                  <a:cubicBezTo>
                    <a:pt x="11983" y="8401"/>
                    <a:pt x="11869" y="8675"/>
                    <a:pt x="11755" y="8949"/>
                  </a:cubicBezTo>
                  <a:cubicBezTo>
                    <a:pt x="11710" y="9018"/>
                    <a:pt x="11687" y="9086"/>
                    <a:pt x="11664" y="9132"/>
                  </a:cubicBezTo>
                  <a:cubicBezTo>
                    <a:pt x="11641" y="9155"/>
                    <a:pt x="11573" y="9269"/>
                    <a:pt x="11573" y="9269"/>
                  </a:cubicBezTo>
                  <a:cubicBezTo>
                    <a:pt x="11504" y="9406"/>
                    <a:pt x="11436" y="9543"/>
                    <a:pt x="11344" y="9657"/>
                  </a:cubicBezTo>
                  <a:cubicBezTo>
                    <a:pt x="11185" y="9908"/>
                    <a:pt x="11002" y="10136"/>
                    <a:pt x="10797" y="10364"/>
                  </a:cubicBezTo>
                  <a:cubicBezTo>
                    <a:pt x="10774" y="10387"/>
                    <a:pt x="10751" y="10410"/>
                    <a:pt x="10728" y="10433"/>
                  </a:cubicBezTo>
                  <a:cubicBezTo>
                    <a:pt x="10728" y="10456"/>
                    <a:pt x="10705" y="10456"/>
                    <a:pt x="10705" y="10456"/>
                  </a:cubicBezTo>
                  <a:cubicBezTo>
                    <a:pt x="10660" y="10501"/>
                    <a:pt x="10591" y="10570"/>
                    <a:pt x="10545" y="10615"/>
                  </a:cubicBezTo>
                  <a:cubicBezTo>
                    <a:pt x="10431" y="10730"/>
                    <a:pt x="10317" y="10821"/>
                    <a:pt x="10180" y="10935"/>
                  </a:cubicBezTo>
                  <a:cubicBezTo>
                    <a:pt x="10066" y="11026"/>
                    <a:pt x="9952" y="11118"/>
                    <a:pt x="9815" y="11186"/>
                  </a:cubicBezTo>
                  <a:cubicBezTo>
                    <a:pt x="9747" y="11232"/>
                    <a:pt x="9678" y="11277"/>
                    <a:pt x="9610" y="11323"/>
                  </a:cubicBezTo>
                  <a:cubicBezTo>
                    <a:pt x="9610" y="11323"/>
                    <a:pt x="9587" y="11346"/>
                    <a:pt x="9587" y="11346"/>
                  </a:cubicBezTo>
                  <a:cubicBezTo>
                    <a:pt x="9541" y="11369"/>
                    <a:pt x="9518" y="11391"/>
                    <a:pt x="9473" y="11414"/>
                  </a:cubicBezTo>
                  <a:cubicBezTo>
                    <a:pt x="9222" y="11551"/>
                    <a:pt x="8925" y="11688"/>
                    <a:pt x="8651" y="11802"/>
                  </a:cubicBezTo>
                  <a:cubicBezTo>
                    <a:pt x="8514" y="11848"/>
                    <a:pt x="8400" y="11871"/>
                    <a:pt x="8263" y="11916"/>
                  </a:cubicBezTo>
                  <a:cubicBezTo>
                    <a:pt x="8263" y="11916"/>
                    <a:pt x="8172" y="11939"/>
                    <a:pt x="8126" y="11962"/>
                  </a:cubicBezTo>
                  <a:cubicBezTo>
                    <a:pt x="8057" y="11962"/>
                    <a:pt x="7966" y="11985"/>
                    <a:pt x="7875" y="12008"/>
                  </a:cubicBezTo>
                  <a:cubicBezTo>
                    <a:pt x="7601" y="12076"/>
                    <a:pt x="7304" y="12099"/>
                    <a:pt x="7007" y="12122"/>
                  </a:cubicBezTo>
                  <a:lnTo>
                    <a:pt x="6688" y="12122"/>
                  </a:lnTo>
                  <a:cubicBezTo>
                    <a:pt x="6528" y="12122"/>
                    <a:pt x="6368" y="12122"/>
                    <a:pt x="6209" y="12099"/>
                  </a:cubicBezTo>
                  <a:cubicBezTo>
                    <a:pt x="6072" y="12076"/>
                    <a:pt x="5935" y="12076"/>
                    <a:pt x="5798" y="12053"/>
                  </a:cubicBezTo>
                  <a:cubicBezTo>
                    <a:pt x="5729" y="12031"/>
                    <a:pt x="5661" y="12031"/>
                    <a:pt x="5592" y="12008"/>
                  </a:cubicBezTo>
                  <a:cubicBezTo>
                    <a:pt x="5547" y="12008"/>
                    <a:pt x="5501" y="11985"/>
                    <a:pt x="5478" y="11985"/>
                  </a:cubicBezTo>
                  <a:cubicBezTo>
                    <a:pt x="5455" y="11985"/>
                    <a:pt x="5433" y="11962"/>
                    <a:pt x="5410" y="11962"/>
                  </a:cubicBezTo>
                  <a:cubicBezTo>
                    <a:pt x="5136" y="11894"/>
                    <a:pt x="4862" y="11802"/>
                    <a:pt x="4611" y="11711"/>
                  </a:cubicBezTo>
                  <a:cubicBezTo>
                    <a:pt x="4474" y="11643"/>
                    <a:pt x="4360" y="11597"/>
                    <a:pt x="4223" y="11528"/>
                  </a:cubicBezTo>
                  <a:cubicBezTo>
                    <a:pt x="4200" y="11506"/>
                    <a:pt x="4154" y="11483"/>
                    <a:pt x="4109" y="11460"/>
                  </a:cubicBezTo>
                  <a:lnTo>
                    <a:pt x="4086" y="11460"/>
                  </a:lnTo>
                  <a:cubicBezTo>
                    <a:pt x="4017" y="11414"/>
                    <a:pt x="3949" y="11369"/>
                    <a:pt x="3880" y="11346"/>
                  </a:cubicBezTo>
                  <a:cubicBezTo>
                    <a:pt x="3629" y="11186"/>
                    <a:pt x="3378" y="11003"/>
                    <a:pt x="3150" y="10798"/>
                  </a:cubicBezTo>
                  <a:cubicBezTo>
                    <a:pt x="3104" y="10752"/>
                    <a:pt x="3036" y="10707"/>
                    <a:pt x="2990" y="10661"/>
                  </a:cubicBezTo>
                  <a:cubicBezTo>
                    <a:pt x="2967" y="10638"/>
                    <a:pt x="2945" y="10615"/>
                    <a:pt x="2899" y="10593"/>
                  </a:cubicBezTo>
                  <a:cubicBezTo>
                    <a:pt x="2899" y="10570"/>
                    <a:pt x="2899" y="10570"/>
                    <a:pt x="2899" y="10570"/>
                  </a:cubicBezTo>
                  <a:cubicBezTo>
                    <a:pt x="2785" y="10456"/>
                    <a:pt x="2671" y="10342"/>
                    <a:pt x="2557" y="10227"/>
                  </a:cubicBezTo>
                  <a:cubicBezTo>
                    <a:pt x="2374" y="9976"/>
                    <a:pt x="2191" y="9725"/>
                    <a:pt x="2009" y="9474"/>
                  </a:cubicBezTo>
                  <a:cubicBezTo>
                    <a:pt x="2009" y="9451"/>
                    <a:pt x="2009" y="9451"/>
                    <a:pt x="2009" y="9451"/>
                  </a:cubicBezTo>
                  <a:cubicBezTo>
                    <a:pt x="1986" y="9406"/>
                    <a:pt x="1963" y="9383"/>
                    <a:pt x="1940" y="9337"/>
                  </a:cubicBezTo>
                  <a:cubicBezTo>
                    <a:pt x="1917" y="9292"/>
                    <a:pt x="1872" y="9223"/>
                    <a:pt x="1849" y="9177"/>
                  </a:cubicBezTo>
                  <a:cubicBezTo>
                    <a:pt x="1781" y="9018"/>
                    <a:pt x="1712" y="8881"/>
                    <a:pt x="1644" y="8721"/>
                  </a:cubicBezTo>
                  <a:cubicBezTo>
                    <a:pt x="1575" y="8584"/>
                    <a:pt x="1529" y="8447"/>
                    <a:pt x="1484" y="8310"/>
                  </a:cubicBezTo>
                  <a:cubicBezTo>
                    <a:pt x="1461" y="8242"/>
                    <a:pt x="1438" y="8173"/>
                    <a:pt x="1415" y="8105"/>
                  </a:cubicBezTo>
                  <a:cubicBezTo>
                    <a:pt x="1415" y="8105"/>
                    <a:pt x="1415" y="8105"/>
                    <a:pt x="1415" y="8082"/>
                  </a:cubicBezTo>
                  <a:cubicBezTo>
                    <a:pt x="1415" y="8036"/>
                    <a:pt x="1392" y="7991"/>
                    <a:pt x="1392" y="7945"/>
                  </a:cubicBezTo>
                  <a:cubicBezTo>
                    <a:pt x="1324" y="7671"/>
                    <a:pt x="1256" y="7374"/>
                    <a:pt x="1233" y="7078"/>
                  </a:cubicBezTo>
                  <a:cubicBezTo>
                    <a:pt x="1233" y="7009"/>
                    <a:pt x="1233" y="6941"/>
                    <a:pt x="1233" y="6872"/>
                  </a:cubicBezTo>
                  <a:cubicBezTo>
                    <a:pt x="1210" y="6849"/>
                    <a:pt x="1210" y="6804"/>
                    <a:pt x="1210" y="6781"/>
                  </a:cubicBezTo>
                  <a:cubicBezTo>
                    <a:pt x="1210" y="6781"/>
                    <a:pt x="1210" y="6735"/>
                    <a:pt x="1210" y="6712"/>
                  </a:cubicBezTo>
                  <a:cubicBezTo>
                    <a:pt x="1210" y="6689"/>
                    <a:pt x="1210" y="6644"/>
                    <a:pt x="1210" y="6644"/>
                  </a:cubicBezTo>
                  <a:cubicBezTo>
                    <a:pt x="1210" y="6598"/>
                    <a:pt x="1210" y="6575"/>
                    <a:pt x="1210" y="6553"/>
                  </a:cubicBezTo>
                  <a:cubicBezTo>
                    <a:pt x="1210" y="6461"/>
                    <a:pt x="1210" y="6393"/>
                    <a:pt x="1233" y="6301"/>
                  </a:cubicBezTo>
                  <a:cubicBezTo>
                    <a:pt x="1233" y="6005"/>
                    <a:pt x="1278" y="5708"/>
                    <a:pt x="1347" y="5411"/>
                  </a:cubicBezTo>
                  <a:cubicBezTo>
                    <a:pt x="1347" y="5388"/>
                    <a:pt x="1347" y="5366"/>
                    <a:pt x="1370" y="5320"/>
                  </a:cubicBezTo>
                  <a:cubicBezTo>
                    <a:pt x="1370" y="5308"/>
                    <a:pt x="1370" y="5280"/>
                    <a:pt x="1370" y="5251"/>
                  </a:cubicBezTo>
                  <a:cubicBezTo>
                    <a:pt x="1392" y="5229"/>
                    <a:pt x="1392" y="5183"/>
                    <a:pt x="1392" y="5183"/>
                  </a:cubicBezTo>
                  <a:cubicBezTo>
                    <a:pt x="1415" y="5160"/>
                    <a:pt x="1415" y="5137"/>
                    <a:pt x="1415" y="5092"/>
                  </a:cubicBezTo>
                  <a:cubicBezTo>
                    <a:pt x="1461" y="4955"/>
                    <a:pt x="1529" y="4795"/>
                    <a:pt x="1575" y="4658"/>
                  </a:cubicBezTo>
                  <a:cubicBezTo>
                    <a:pt x="1621" y="4521"/>
                    <a:pt x="1689" y="4384"/>
                    <a:pt x="1735" y="4247"/>
                  </a:cubicBezTo>
                  <a:cubicBezTo>
                    <a:pt x="1758" y="4202"/>
                    <a:pt x="1803" y="4133"/>
                    <a:pt x="1826" y="4087"/>
                  </a:cubicBezTo>
                  <a:cubicBezTo>
                    <a:pt x="1849" y="4042"/>
                    <a:pt x="1849" y="4019"/>
                    <a:pt x="1872" y="3973"/>
                  </a:cubicBezTo>
                  <a:cubicBezTo>
                    <a:pt x="1872" y="3973"/>
                    <a:pt x="1895" y="3950"/>
                    <a:pt x="1895" y="3950"/>
                  </a:cubicBezTo>
                  <a:cubicBezTo>
                    <a:pt x="1895" y="3950"/>
                    <a:pt x="1895" y="3950"/>
                    <a:pt x="1895" y="3928"/>
                  </a:cubicBezTo>
                  <a:cubicBezTo>
                    <a:pt x="2054" y="3677"/>
                    <a:pt x="2214" y="3425"/>
                    <a:pt x="2397" y="3197"/>
                  </a:cubicBezTo>
                  <a:cubicBezTo>
                    <a:pt x="2488" y="3083"/>
                    <a:pt x="2579" y="2969"/>
                    <a:pt x="2671" y="2855"/>
                  </a:cubicBezTo>
                  <a:cubicBezTo>
                    <a:pt x="2694" y="2832"/>
                    <a:pt x="2739" y="2786"/>
                    <a:pt x="2762" y="2764"/>
                  </a:cubicBezTo>
                  <a:cubicBezTo>
                    <a:pt x="2762" y="2764"/>
                    <a:pt x="2762" y="2764"/>
                    <a:pt x="2785" y="2741"/>
                  </a:cubicBezTo>
                  <a:cubicBezTo>
                    <a:pt x="2830" y="2695"/>
                    <a:pt x="2899" y="2627"/>
                    <a:pt x="2967" y="2581"/>
                  </a:cubicBezTo>
                  <a:cubicBezTo>
                    <a:pt x="3196" y="2376"/>
                    <a:pt x="3424" y="2170"/>
                    <a:pt x="3698" y="1987"/>
                  </a:cubicBezTo>
                  <a:cubicBezTo>
                    <a:pt x="3743" y="1965"/>
                    <a:pt x="3812" y="1919"/>
                    <a:pt x="3880" y="1873"/>
                  </a:cubicBezTo>
                  <a:lnTo>
                    <a:pt x="3903" y="1873"/>
                  </a:lnTo>
                  <a:cubicBezTo>
                    <a:pt x="3926" y="1851"/>
                    <a:pt x="3949" y="1828"/>
                    <a:pt x="3995" y="1805"/>
                  </a:cubicBezTo>
                  <a:cubicBezTo>
                    <a:pt x="4109" y="1736"/>
                    <a:pt x="4246" y="1668"/>
                    <a:pt x="4405" y="1599"/>
                  </a:cubicBezTo>
                  <a:cubicBezTo>
                    <a:pt x="4656" y="1485"/>
                    <a:pt x="4930" y="1371"/>
                    <a:pt x="5227" y="1280"/>
                  </a:cubicBezTo>
                  <a:cubicBezTo>
                    <a:pt x="5227" y="1280"/>
                    <a:pt x="5341" y="1257"/>
                    <a:pt x="5364" y="1257"/>
                  </a:cubicBezTo>
                  <a:cubicBezTo>
                    <a:pt x="5433" y="1234"/>
                    <a:pt x="5501" y="1211"/>
                    <a:pt x="5570" y="1189"/>
                  </a:cubicBezTo>
                  <a:cubicBezTo>
                    <a:pt x="5729" y="1166"/>
                    <a:pt x="5889" y="1143"/>
                    <a:pt x="6049" y="1120"/>
                  </a:cubicBezTo>
                  <a:cubicBezTo>
                    <a:pt x="6186" y="1097"/>
                    <a:pt x="6323" y="1097"/>
                    <a:pt x="6460" y="1074"/>
                  </a:cubicBezTo>
                  <a:close/>
                  <a:moveTo>
                    <a:pt x="6756" y="1"/>
                  </a:moveTo>
                  <a:cubicBezTo>
                    <a:pt x="5428" y="1"/>
                    <a:pt x="4145" y="388"/>
                    <a:pt x="3036" y="1143"/>
                  </a:cubicBezTo>
                  <a:cubicBezTo>
                    <a:pt x="1895" y="1896"/>
                    <a:pt x="1027" y="3037"/>
                    <a:pt x="548" y="4316"/>
                  </a:cubicBezTo>
                  <a:cubicBezTo>
                    <a:pt x="91" y="5525"/>
                    <a:pt x="0" y="6895"/>
                    <a:pt x="320" y="8173"/>
                  </a:cubicBezTo>
                  <a:cubicBezTo>
                    <a:pt x="685" y="9543"/>
                    <a:pt x="1438" y="10752"/>
                    <a:pt x="2511" y="11665"/>
                  </a:cubicBezTo>
                  <a:cubicBezTo>
                    <a:pt x="3693" y="12674"/>
                    <a:pt x="5230" y="13197"/>
                    <a:pt x="6767" y="13197"/>
                  </a:cubicBezTo>
                  <a:cubicBezTo>
                    <a:pt x="7872" y="13197"/>
                    <a:pt x="8978" y="12927"/>
                    <a:pt x="9952" y="12373"/>
                  </a:cubicBezTo>
                  <a:cubicBezTo>
                    <a:pt x="10272" y="12190"/>
                    <a:pt x="10568" y="11985"/>
                    <a:pt x="10865" y="11780"/>
                  </a:cubicBezTo>
                  <a:cubicBezTo>
                    <a:pt x="11915" y="10912"/>
                    <a:pt x="12714" y="9748"/>
                    <a:pt x="13079" y="8447"/>
                  </a:cubicBezTo>
                  <a:cubicBezTo>
                    <a:pt x="13444" y="7146"/>
                    <a:pt x="13421" y="5776"/>
                    <a:pt x="12988" y="4475"/>
                  </a:cubicBezTo>
                  <a:cubicBezTo>
                    <a:pt x="12143" y="1896"/>
                    <a:pt x="9610" y="47"/>
                    <a:pt x="6871" y="2"/>
                  </a:cubicBezTo>
                  <a:cubicBezTo>
                    <a:pt x="6832" y="1"/>
                    <a:pt x="6794" y="1"/>
                    <a:pt x="675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2A75B9DB-A0A2-4649-81E3-330E58DCFE5F}"/>
              </a:ext>
            </a:extLst>
          </p:cNvPr>
          <p:cNvSpPr txBox="1"/>
          <p:nvPr/>
        </p:nvSpPr>
        <p:spPr>
          <a:xfrm>
            <a:off x="590335" y="2108046"/>
            <a:ext cx="8188522" cy="2627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Adanya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fitur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notifikasi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email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menerima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kode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dan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sebagai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pemberitahuan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terkait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jalannya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diajukan</a:t>
            </a:r>
            <a:endParaRPr lang="en-US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masuk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tidak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langsung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diproses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karena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ada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petugas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sebagai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verifikator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mencegah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terjadinya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“human error”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saat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memberikan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pengaduannya</a:t>
            </a:r>
            <a:endParaRPr lang="en-US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Dikarenakan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ada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beberapa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tujuan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maka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dibuatkan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dashboard yang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berbeda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setiap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admin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sesuai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dengan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tugas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mereka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kerjakan</a:t>
            </a:r>
            <a:endParaRPr lang="en-US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Terdapat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fitur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rating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sehingga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bisa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memberikan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nilai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dalam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skala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1-5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kepada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para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petugas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.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Ini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berfungsi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mengetahui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kepuasan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dari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para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pengguna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aplikasi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ini</a:t>
            </a:r>
            <a:endParaRPr lang="en-US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Terdapat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fitur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Activity Log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membuat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jalannya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proses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menjadi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lebih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transparan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.</a:t>
            </a: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Seluruh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penyelesaian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dari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setiap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sudah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diselesaikan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disediakan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tampilan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berupa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grafik</a:t>
            </a:r>
            <a:endParaRPr lang="en-US" b="1" dirty="0">
              <a:latin typeface="Cairo" panose="020B0604020202020204" charset="-78"/>
              <a:cs typeface="Cairo" panose="020B0604020202020204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l Startup Business Plan by Slidesgo">
  <a:themeElements>
    <a:clrScheme name="Simple Light">
      <a:dk1>
        <a:srgbClr val="000000"/>
      </a:dk1>
      <a:lt1>
        <a:srgbClr val="FFFFFF"/>
      </a:lt1>
      <a:dk2>
        <a:srgbClr val="20DD2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</TotalTime>
  <Words>963</Words>
  <Application>Microsoft Office PowerPoint</Application>
  <PresentationFormat>On-screen Show (16:9)</PresentationFormat>
  <Paragraphs>83</Paragraphs>
  <Slides>16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Roboto Condensed Light</vt:lpstr>
      <vt:lpstr>Times New Roman</vt:lpstr>
      <vt:lpstr>Staatliches</vt:lpstr>
      <vt:lpstr>Bebas Neue</vt:lpstr>
      <vt:lpstr>Arial</vt:lpstr>
      <vt:lpstr>Wingdings</vt:lpstr>
      <vt:lpstr>Cairo</vt:lpstr>
      <vt:lpstr>Cool Startup Business Plan by Slidesgo</vt:lpstr>
      <vt:lpstr>BERBASIS WEB MENGGUNAKAN METODE AGILE Software development  DENGAN KERANGKA KERJA SCRUM</vt:lpstr>
      <vt:lpstr>INTRODUCTION</vt:lpstr>
      <vt:lpstr>Latar Belakang</vt:lpstr>
      <vt:lpstr>Pengaduan Layanan</vt:lpstr>
      <vt:lpstr>identifikasi &amp; Batasan</vt:lpstr>
      <vt:lpstr>Goals</vt:lpstr>
      <vt:lpstr>PowerPoint Presentation</vt:lpstr>
      <vt:lpstr>Metode</vt:lpstr>
      <vt:lpstr>AGILE</vt:lpstr>
      <vt:lpstr>Scrum</vt:lpstr>
      <vt:lpstr>PowerPoint Presentation</vt:lpstr>
      <vt:lpstr>Why Agile with framework scrum ?</vt:lpstr>
      <vt:lpstr>Koreksi dari penguji lain</vt:lpstr>
      <vt:lpstr>THANKS!</vt:lpstr>
      <vt:lpstr>Penelitian Relevan</vt:lpstr>
      <vt:lpstr>PENELITIAN RELEVAN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BERBASIS WEB MENGGUNAKAN METODE AGILE SOFTWARE DEVELOPMENT DENGAN KERANGKA KERJA SCRUM</dc:title>
  <cp:lastModifiedBy>Bubble -</cp:lastModifiedBy>
  <cp:revision>27</cp:revision>
  <dcterms:modified xsi:type="dcterms:W3CDTF">2022-04-29T01:47:06Z</dcterms:modified>
</cp:coreProperties>
</file>