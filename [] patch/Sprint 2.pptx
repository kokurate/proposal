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1"/>
  </p:notesMasterIdLst>
  <p:sldIdLst>
    <p:sldId id="349" r:id="rId2"/>
    <p:sldId id="347" r:id="rId3"/>
    <p:sldId id="351" r:id="rId4"/>
    <p:sldId id="352" r:id="rId5"/>
    <p:sldId id="353" r:id="rId6"/>
    <p:sldId id="354" r:id="rId7"/>
    <p:sldId id="350" r:id="rId8"/>
    <p:sldId id="355" r:id="rId9"/>
    <p:sldId id="356" r:id="rId10"/>
  </p:sldIdLst>
  <p:sldSz cx="9144000" cy="5143500" type="screen16x9"/>
  <p:notesSz cx="6858000" cy="9144000"/>
  <p:embeddedFontLst>
    <p:embeddedFont>
      <p:font typeface="Bree Serif" panose="020B0604020202020204" charset="0"/>
      <p:regular r:id="rId12"/>
    </p:embeddedFont>
    <p:embeddedFont>
      <p:font typeface="Impact" panose="020B0806030902050204" pitchFamily="34" charset="0"/>
      <p:regular r:id="rId13"/>
    </p:embeddedFont>
    <p:embeddedFont>
      <p:font typeface="Roboto Black" panose="02000000000000000000" pitchFamily="2" charset="0"/>
      <p:bold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  <p:embeddedFont>
      <p:font typeface="Roboto Mono Regular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139FDD-7E2B-432C-9B23-0D9BA3194AB1}">
  <a:tblStyle styleId="{47139FDD-7E2B-432C-9B23-0D9BA3194A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347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89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964057" y="1716818"/>
            <a:ext cx="5215886" cy="17098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PENGEMBANGAN</a:t>
            </a:r>
            <a:br>
              <a:rPr lang="es" sz="48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48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2.0</a:t>
            </a:r>
            <a:endParaRPr sz="48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1964057" y="2049491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133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872358" y="535230"/>
            <a:ext cx="3149579" cy="4909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Change logs 2.0</a:t>
            </a:r>
            <a:endParaRPr sz="3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536077" y="427843"/>
            <a:ext cx="500710" cy="490989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7" name="Google Shape;270;p24">
            <a:extLst>
              <a:ext uri="{FF2B5EF4-FFF2-40B4-BE49-F238E27FC236}">
                <a16:creationId xmlns:a16="http://schemas.microsoft.com/office/drawing/2014/main" id="{0CCA3930-496E-436F-BA8B-EE822144A113}"/>
              </a:ext>
            </a:extLst>
          </p:cNvPr>
          <p:cNvSpPr txBox="1">
            <a:spLocks/>
          </p:cNvSpPr>
          <p:nvPr/>
        </p:nvSpPr>
        <p:spPr>
          <a:xfrm>
            <a:off x="668354" y="1133606"/>
            <a:ext cx="8083760" cy="19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Perubahan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dan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Penambahan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GUI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Email yang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dimasukkan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harus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format @unima.ac.id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Penambahan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fitur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feedback user (rating &amp;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komentar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Implementasi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Metode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FIFO (First In First Out)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Penambahan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Fitur Activity Log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Pembuatan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hak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akses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setiap</a:t>
            </a:r>
            <a:r>
              <a:rPr lang="en-U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layanan</a:t>
            </a:r>
            <a:endParaRPr lang="en-US"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74591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C3CB-8A51-4DF6-B7E8-F4189CA05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327" y="561844"/>
            <a:ext cx="5675339" cy="606600"/>
          </a:xfrm>
        </p:spPr>
        <p:txBody>
          <a:bodyPr/>
          <a:lstStyle/>
          <a:p>
            <a:r>
              <a:rPr lang="en-US" sz="2000" dirty="0" err="1"/>
              <a:t>Perubahan</a:t>
            </a:r>
            <a:r>
              <a:rPr lang="en-US" sz="2000" dirty="0"/>
              <a:t> </a:t>
            </a:r>
            <a:r>
              <a:rPr lang="en-US" sz="2000" dirty="0" err="1"/>
              <a:t>tampilan</a:t>
            </a:r>
            <a:r>
              <a:rPr lang="en-US" sz="2000" dirty="0"/>
              <a:t> </a:t>
            </a:r>
            <a:r>
              <a:rPr lang="en-US" sz="2000" dirty="0" err="1"/>
              <a:t>pencarian</a:t>
            </a:r>
            <a:r>
              <a:rPr lang="en-US" sz="2000" dirty="0"/>
              <a:t> </a:t>
            </a:r>
            <a:r>
              <a:rPr lang="en-US" sz="2000" dirty="0" err="1"/>
              <a:t>pengaduan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2435D-1891-4A79-A6D2-087E17950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1293736"/>
            <a:ext cx="7585857" cy="345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2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307B1-1DE3-4D8A-8035-46D675DA5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883D3-9B58-48AF-80A3-FBCF569996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3BFCD-F1D2-4790-A8D9-282D2EBF2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51" y="976625"/>
            <a:ext cx="7794497" cy="354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9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2FA8-DDFC-4D63-9783-D836B647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AFCAB-9CDA-4B47-A954-6A9E7E9EC4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15AE9-535B-4178-A295-39EDDC07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2" y="831273"/>
            <a:ext cx="8913375" cy="407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7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7A3FC-53FF-481D-8A57-D684F6C314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AB6C2-D0D9-4308-86A8-665F6A8D3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CCE03D-DD41-4548-A832-A644792CF8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088"/>
          <a:stretch/>
        </p:blipFill>
        <p:spPr>
          <a:xfrm>
            <a:off x="570015" y="1091558"/>
            <a:ext cx="4001986" cy="3677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5332BE-4919-4FD3-BC5B-25C58641C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700" y="915399"/>
            <a:ext cx="3091095" cy="4051942"/>
          </a:xfrm>
          <a:prstGeom prst="rect">
            <a:avLst/>
          </a:prstGeom>
        </p:spPr>
      </p:pic>
      <p:sp>
        <p:nvSpPr>
          <p:cNvPr id="8" name="Google Shape;270;p24">
            <a:extLst>
              <a:ext uri="{FF2B5EF4-FFF2-40B4-BE49-F238E27FC236}">
                <a16:creationId xmlns:a16="http://schemas.microsoft.com/office/drawing/2014/main" id="{D1016DEE-F2E7-40E5-991A-B80399BDAE96}"/>
              </a:ext>
            </a:extLst>
          </p:cNvPr>
          <p:cNvSpPr txBox="1">
            <a:spLocks/>
          </p:cNvSpPr>
          <p:nvPr/>
        </p:nvSpPr>
        <p:spPr>
          <a:xfrm>
            <a:off x="-323121" y="176159"/>
            <a:ext cx="9790241" cy="641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fi-FI" sz="25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Penambahan fitur feedback user (tanggapan dan rating)</a:t>
            </a:r>
          </a:p>
        </p:txBody>
      </p:sp>
    </p:spTree>
    <p:extLst>
      <p:ext uri="{BB962C8B-B14F-4D97-AF65-F5344CB8AC3E}">
        <p14:creationId xmlns:p14="http://schemas.microsoft.com/office/powerpoint/2010/main" val="2576543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0F3459-B7D5-4509-A17E-5428BA801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58" y="1907711"/>
            <a:ext cx="6868484" cy="1019317"/>
          </a:xfrm>
          <a:prstGeom prst="rect">
            <a:avLst/>
          </a:prstGeom>
        </p:spPr>
      </p:pic>
      <p:sp>
        <p:nvSpPr>
          <p:cNvPr id="3" name="Google Shape;270;p24">
            <a:extLst>
              <a:ext uri="{FF2B5EF4-FFF2-40B4-BE49-F238E27FC236}">
                <a16:creationId xmlns:a16="http://schemas.microsoft.com/office/drawing/2014/main" id="{E3CF6F50-9B29-4A3F-A1AC-C841B904296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92554" y="1068778"/>
            <a:ext cx="7013688" cy="6410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Email yang </a:t>
            </a:r>
            <a:r>
              <a:rPr lang="en-US" sz="3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dimasukkan</a:t>
            </a:r>
            <a:r>
              <a:rPr lang="en-US" sz="3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30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harus</a:t>
            </a:r>
            <a:r>
              <a:rPr lang="en-US" sz="3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@unima.ac.id</a:t>
            </a:r>
            <a:endParaRPr sz="3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04531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B9FB-30F1-4377-8C56-0118C8199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184AE-1935-469A-85AD-7138E62F82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F8D1C-99AB-48A7-8F98-146571D2B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93" y="976625"/>
            <a:ext cx="8704613" cy="393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162FFC-9127-48E3-B918-FB8AC4951CDB}"/>
              </a:ext>
            </a:extLst>
          </p:cNvPr>
          <p:cNvSpPr txBox="1"/>
          <p:nvPr/>
        </p:nvSpPr>
        <p:spPr>
          <a:xfrm>
            <a:off x="1550243" y="298434"/>
            <a:ext cx="687385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Implementasi</a:t>
            </a:r>
            <a:r>
              <a:rPr lang="en-US" sz="25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5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Metode</a:t>
            </a:r>
            <a:r>
              <a:rPr lang="en-US" sz="25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FIFO (First In First Out)</a:t>
            </a:r>
          </a:p>
        </p:txBody>
      </p:sp>
    </p:spTree>
    <p:extLst>
      <p:ext uri="{BB962C8B-B14F-4D97-AF65-F5344CB8AC3E}">
        <p14:creationId xmlns:p14="http://schemas.microsoft.com/office/powerpoint/2010/main" val="116400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30B8-FBF0-4256-9610-5C2D1DB8D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4CABD-692D-4A8E-BBF4-D8E85B57CB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464FE-E144-4818-AB2B-0C8889F89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759" y="1187105"/>
            <a:ext cx="5058481" cy="3458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3BD6AC-4727-467B-B3C0-BD21A41D2CBA}"/>
              </a:ext>
            </a:extLst>
          </p:cNvPr>
          <p:cNvSpPr txBox="1"/>
          <p:nvPr/>
        </p:nvSpPr>
        <p:spPr>
          <a:xfrm>
            <a:off x="2285999" y="470290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 err="1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Penambahan</a:t>
            </a:r>
            <a:r>
              <a:rPr lang="en-US" sz="25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 Fitur Activity Log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1965741"/>
      </p:ext>
    </p:extLst>
  </p:cSld>
  <p:clrMapOvr>
    <a:masterClrMapping/>
  </p:clrMapOvr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84</Words>
  <Application>Microsoft Office PowerPoint</Application>
  <PresentationFormat>On-screen Show (16:9)</PresentationFormat>
  <Paragraphs>13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Roboto Light</vt:lpstr>
      <vt:lpstr>Bree Serif</vt:lpstr>
      <vt:lpstr>Roboto Mono Regular</vt:lpstr>
      <vt:lpstr>Impact</vt:lpstr>
      <vt:lpstr>Arial</vt:lpstr>
      <vt:lpstr>Roboto Black</vt:lpstr>
      <vt:lpstr>WEB PROPOSAL</vt:lpstr>
      <vt:lpstr>PENGEMBANGAN 2.0</vt:lpstr>
      <vt:lpstr>Change logs 2.0</vt:lpstr>
      <vt:lpstr>Perubahan tampilan pencarian pengaduan</vt:lpstr>
      <vt:lpstr>PowerPoint Presentation</vt:lpstr>
      <vt:lpstr>PowerPoint Presentation</vt:lpstr>
      <vt:lpstr>PowerPoint Presentation</vt:lpstr>
      <vt:lpstr>Email yang dimasukkan harus @unima.ac.id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SIPLAKOM</dc:title>
  <cp:lastModifiedBy>Bubble -</cp:lastModifiedBy>
  <cp:revision>55</cp:revision>
  <dcterms:modified xsi:type="dcterms:W3CDTF">2022-03-28T07:51:02Z</dcterms:modified>
</cp:coreProperties>
</file>