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6" r:id="rId1"/>
  </p:sldMasterIdLst>
  <p:notesMasterIdLst>
    <p:notesMasterId r:id="rId26"/>
  </p:notesMasterIdLst>
  <p:sldIdLst>
    <p:sldId id="349" r:id="rId2"/>
    <p:sldId id="350" r:id="rId3"/>
    <p:sldId id="326" r:id="rId4"/>
    <p:sldId id="327" r:id="rId5"/>
    <p:sldId id="328" r:id="rId6"/>
    <p:sldId id="329" r:id="rId7"/>
    <p:sldId id="330" r:id="rId8"/>
    <p:sldId id="331" r:id="rId9"/>
    <p:sldId id="332" r:id="rId10"/>
    <p:sldId id="333" r:id="rId11"/>
    <p:sldId id="334" r:id="rId12"/>
    <p:sldId id="335" r:id="rId13"/>
    <p:sldId id="336" r:id="rId14"/>
    <p:sldId id="337" r:id="rId15"/>
    <p:sldId id="338" r:id="rId16"/>
    <p:sldId id="339" r:id="rId17"/>
    <p:sldId id="340" r:id="rId18"/>
    <p:sldId id="341" r:id="rId19"/>
    <p:sldId id="342" r:id="rId20"/>
    <p:sldId id="343" r:id="rId21"/>
    <p:sldId id="344" r:id="rId22"/>
    <p:sldId id="345" r:id="rId23"/>
    <p:sldId id="346" r:id="rId24"/>
    <p:sldId id="347" r:id="rId25"/>
  </p:sldIdLst>
  <p:sldSz cx="9144000" cy="5143500" type="screen16x9"/>
  <p:notesSz cx="6858000" cy="9144000"/>
  <p:embeddedFontLst>
    <p:embeddedFont>
      <p:font typeface="Bree Serif" panose="020B0604020202020204" charset="0"/>
      <p:regular r:id="rId27"/>
    </p:embeddedFont>
    <p:embeddedFont>
      <p:font typeface="Impact" panose="020B0806030902050204" pitchFamily="34" charset="0"/>
      <p:regular r:id="rId28"/>
    </p:embeddedFont>
    <p:embeddedFont>
      <p:font typeface="Roboto Black" panose="02000000000000000000" pitchFamily="2" charset="0"/>
      <p:bold r:id="rId29"/>
      <p:boldItalic r:id="rId30"/>
    </p:embeddedFont>
    <p:embeddedFont>
      <p:font typeface="Roboto Light" panose="02000000000000000000" pitchFamily="2" charset="0"/>
      <p:regular r:id="rId31"/>
      <p:bold r:id="rId32"/>
      <p:italic r:id="rId33"/>
      <p:boldItalic r:id="rId34"/>
    </p:embeddedFont>
    <p:embeddedFont>
      <p:font typeface="Roboto Mono Regular" panose="020B0604020202020204" charset="0"/>
      <p:regular r:id="rId35"/>
      <p:bold r:id="rId36"/>
      <p:italic r:id="rId37"/>
      <p:boldItalic r:id="rId38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47139FDD-7E2B-432C-9B23-0D9BA3194AB1}">
  <a:tblStyle styleId="{47139FDD-7E2B-432C-9B23-0D9BA3194AB1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81" d="100"/>
          <a:sy n="81" d="100"/>
        </p:scale>
        <p:origin x="1002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9" Type="http://schemas.openxmlformats.org/officeDocument/2006/relationships/presProps" Target="presProps.xml"/><Relationship Id="rId21" Type="http://schemas.openxmlformats.org/officeDocument/2006/relationships/slide" Target="slides/slide20.xml"/><Relationship Id="rId34" Type="http://schemas.openxmlformats.org/officeDocument/2006/relationships/font" Target="fonts/font8.fntdata"/><Relationship Id="rId42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font" Target="fonts/font3.fntdata"/><Relationship Id="rId41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font" Target="fonts/font6.fntdata"/><Relationship Id="rId37" Type="http://schemas.openxmlformats.org/officeDocument/2006/relationships/font" Target="fonts/font11.fntdata"/><Relationship Id="rId40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font" Target="fonts/font2.fntdata"/><Relationship Id="rId36" Type="http://schemas.openxmlformats.org/officeDocument/2006/relationships/font" Target="fonts/font10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5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font" Target="fonts/font1.fntdata"/><Relationship Id="rId30" Type="http://schemas.openxmlformats.org/officeDocument/2006/relationships/font" Target="fonts/font4.fntdata"/><Relationship Id="rId35" Type="http://schemas.openxmlformats.org/officeDocument/2006/relationships/font" Target="fonts/font9.fntdata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font" Target="fonts/font7.fntdata"/><Relationship Id="rId38" Type="http://schemas.openxmlformats.org/officeDocument/2006/relationships/font" Target="fonts/font12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Google Shape;259;g5ba3f769e1_0_7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0" name="Google Shape;260;g5ba3f769e1_0_7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04347939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Google Shape;259;g5ba3f769e1_0_7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0" name="Google Shape;260;g5ba3f769e1_0_7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49368482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Google Shape;259;g5ba3f769e1_0_7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0" name="Google Shape;260;g5ba3f769e1_0_7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86191853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Google Shape;259;g5ba3f769e1_0_7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0" name="Google Shape;260;g5ba3f769e1_0_7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49104693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Google Shape;259;g5ba3f769e1_0_7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0" name="Google Shape;260;g5ba3f769e1_0_7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95430752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Google Shape;259;g5ba3f769e1_0_7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0" name="Google Shape;260;g5ba3f769e1_0_7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81398046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Google Shape;259;g5ba3f769e1_0_7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0" name="Google Shape;260;g5ba3f769e1_0_7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90505144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Google Shape;259;g5ba3f769e1_0_7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0" name="Google Shape;260;g5ba3f769e1_0_7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27813224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Google Shape;259;g5ba3f769e1_0_7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0" name="Google Shape;260;g5ba3f769e1_0_7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5530160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Google Shape;259;g5ba3f769e1_0_7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0" name="Google Shape;260;g5ba3f769e1_0_7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26927192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Google Shape;259;g5ba3f769e1_0_7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0" name="Google Shape;260;g5ba3f769e1_0_7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9681842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Google Shape;259;g5ba3f769e1_0_7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0" name="Google Shape;260;g5ba3f769e1_0_7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2379968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Google Shape;259;g5ba3f769e1_0_7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0" name="Google Shape;260;g5ba3f769e1_0_7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98038555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Google Shape;259;g5ba3f769e1_0_7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0" name="Google Shape;260;g5ba3f769e1_0_7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11071240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Google Shape;259;g5ba3f769e1_0_7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0" name="Google Shape;260;g5ba3f769e1_0_7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8767689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Google Shape;259;g5ba3f769e1_0_7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0" name="Google Shape;260;g5ba3f769e1_0_7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08599821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Google Shape;259;g5ba3f769e1_0_7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0" name="Google Shape;260;g5ba3f769e1_0_7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8444526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Google Shape;259;g5ba3f769e1_0_7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0" name="Google Shape;260;g5ba3f769e1_0_7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961173229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Google Shape;259;g5ba3f769e1_0_7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0" name="Google Shape;260;g5ba3f769e1_0_7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546984859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Google Shape;259;g5ba3f769e1_0_7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0" name="Google Shape;260;g5ba3f769e1_0_7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549877826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Google Shape;259;g5ba3f769e1_0_7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0" name="Google Shape;260;g5ba3f769e1_0_7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351736287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Google Shape;259;g5ba3f769e1_0_7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0" name="Google Shape;260;g5ba3f769e1_0_7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078155506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Google Shape;259;g5ba3f769e1_0_7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0" name="Google Shape;260;g5ba3f769e1_0_7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67944514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Google Shape;259;g5ba3f769e1_0_7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0" name="Google Shape;260;g5ba3f769e1_0_7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09189478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TEXT + IMAGE">
  <p:cSld name="TITLE_2">
    <p:bg>
      <p:bgPr>
        <a:gradFill>
          <a:gsLst>
            <a:gs pos="0">
              <a:srgbClr val="052643"/>
            </a:gs>
            <a:gs pos="100000">
              <a:srgbClr val="041523"/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4"/>
          <p:cNvSpPr txBox="1">
            <a:spLocks noGrp="1"/>
          </p:cNvSpPr>
          <p:nvPr>
            <p:ph type="ctrTitle"/>
          </p:nvPr>
        </p:nvSpPr>
        <p:spPr>
          <a:xfrm>
            <a:off x="4893700" y="1737500"/>
            <a:ext cx="3530400" cy="606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Roboto Black"/>
              <a:buNone/>
              <a:defRPr sz="3600" b="0">
                <a:solidFill>
                  <a:srgbClr val="FFFFFF"/>
                </a:solidFill>
                <a:latin typeface="Roboto Black"/>
                <a:ea typeface="Roboto Black"/>
                <a:cs typeface="Roboto Black"/>
                <a:sym typeface="Roboto Black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00"/>
              <a:buNone/>
              <a:defRPr sz="5200">
                <a:solidFill>
                  <a:srgbClr val="FFFFFF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00"/>
              <a:buNone/>
              <a:defRPr sz="5200">
                <a:solidFill>
                  <a:srgbClr val="FFFFFF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00"/>
              <a:buNone/>
              <a:defRPr sz="5200">
                <a:solidFill>
                  <a:srgbClr val="FFFFFF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00"/>
              <a:buNone/>
              <a:defRPr sz="5200">
                <a:solidFill>
                  <a:srgbClr val="FFFFFF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00"/>
              <a:buNone/>
              <a:defRPr sz="5200">
                <a:solidFill>
                  <a:srgbClr val="FFFFFF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00"/>
              <a:buNone/>
              <a:defRPr sz="5200">
                <a:solidFill>
                  <a:srgbClr val="FFFFFF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00"/>
              <a:buNone/>
              <a:defRPr sz="5200">
                <a:solidFill>
                  <a:srgbClr val="FFFFFF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00"/>
              <a:buNone/>
              <a:defRPr sz="5200">
                <a:solidFill>
                  <a:srgbClr val="FFFFFF"/>
                </a:solidFill>
              </a:defRPr>
            </a:lvl9pPr>
          </a:lstStyle>
          <a:p>
            <a:endParaRPr/>
          </a:p>
        </p:txBody>
      </p:sp>
      <p:sp>
        <p:nvSpPr>
          <p:cNvPr id="33" name="Google Shape;33;p4"/>
          <p:cNvSpPr txBox="1">
            <a:spLocks noGrp="1"/>
          </p:cNvSpPr>
          <p:nvPr>
            <p:ph type="subTitle" idx="1"/>
          </p:nvPr>
        </p:nvSpPr>
        <p:spPr>
          <a:xfrm>
            <a:off x="4893700" y="2746375"/>
            <a:ext cx="3457500" cy="1420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None/>
              <a:defRPr sz="1100">
                <a:solidFill>
                  <a:srgbClr val="FFFFFF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Roboto Mono Regular"/>
              <a:buNone/>
              <a:defRPr sz="1200">
                <a:solidFill>
                  <a:srgbClr val="FFFFFF"/>
                </a:solidFill>
                <a:latin typeface="Roboto Mono Regular"/>
                <a:ea typeface="Roboto Mono Regular"/>
                <a:cs typeface="Roboto Mono Regular"/>
                <a:sym typeface="Roboto Mono Regular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Roboto Mono Regular"/>
              <a:buNone/>
              <a:defRPr sz="1200">
                <a:solidFill>
                  <a:srgbClr val="FFFFFF"/>
                </a:solidFill>
                <a:latin typeface="Roboto Mono Regular"/>
                <a:ea typeface="Roboto Mono Regular"/>
                <a:cs typeface="Roboto Mono Regular"/>
                <a:sym typeface="Roboto Mono Regular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Roboto Mono Regular"/>
              <a:buNone/>
              <a:defRPr sz="1200">
                <a:solidFill>
                  <a:srgbClr val="FFFFFF"/>
                </a:solidFill>
                <a:latin typeface="Roboto Mono Regular"/>
                <a:ea typeface="Roboto Mono Regular"/>
                <a:cs typeface="Roboto Mono Regular"/>
                <a:sym typeface="Roboto Mono Regular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Roboto Mono Regular"/>
              <a:buNone/>
              <a:defRPr sz="1200">
                <a:solidFill>
                  <a:srgbClr val="FFFFFF"/>
                </a:solidFill>
                <a:latin typeface="Roboto Mono Regular"/>
                <a:ea typeface="Roboto Mono Regular"/>
                <a:cs typeface="Roboto Mono Regular"/>
                <a:sym typeface="Roboto Mono Regular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Roboto Mono Regular"/>
              <a:buNone/>
              <a:defRPr sz="1200">
                <a:solidFill>
                  <a:srgbClr val="FFFFFF"/>
                </a:solidFill>
                <a:latin typeface="Roboto Mono Regular"/>
                <a:ea typeface="Roboto Mono Regular"/>
                <a:cs typeface="Roboto Mono Regular"/>
                <a:sym typeface="Roboto Mono Regular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Roboto Mono Regular"/>
              <a:buNone/>
              <a:defRPr sz="1200">
                <a:solidFill>
                  <a:srgbClr val="FFFFFF"/>
                </a:solidFill>
                <a:latin typeface="Roboto Mono Regular"/>
                <a:ea typeface="Roboto Mono Regular"/>
                <a:cs typeface="Roboto Mono Regular"/>
                <a:sym typeface="Roboto Mono Regular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Roboto Mono Regular"/>
              <a:buNone/>
              <a:defRPr sz="1200">
                <a:solidFill>
                  <a:srgbClr val="FFFFFF"/>
                </a:solidFill>
                <a:latin typeface="Roboto Mono Regular"/>
                <a:ea typeface="Roboto Mono Regular"/>
                <a:cs typeface="Roboto Mono Regular"/>
                <a:sym typeface="Roboto Mono Regular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Roboto Mono Regular"/>
              <a:buNone/>
              <a:defRPr sz="1200">
                <a:solidFill>
                  <a:srgbClr val="FFFFFF"/>
                </a:solidFill>
                <a:latin typeface="Roboto Mono Regular"/>
                <a:ea typeface="Roboto Mono Regular"/>
                <a:cs typeface="Roboto Mono Regular"/>
                <a:sym typeface="Roboto Mono Regular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gradFill>
          <a:gsLst>
            <a:gs pos="0">
              <a:srgbClr val="052643"/>
            </a:gs>
            <a:gs pos="100000">
              <a:srgbClr val="041523"/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692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800"/>
              <a:buFont typeface="Roboto Black"/>
              <a:buNone/>
              <a:defRPr sz="2800">
                <a:solidFill>
                  <a:srgbClr val="FFFFFF"/>
                </a:solidFill>
                <a:latin typeface="Roboto Black"/>
                <a:ea typeface="Roboto Black"/>
                <a:cs typeface="Roboto Black"/>
                <a:sym typeface="Roboto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FBFBFB"/>
              </a:buClr>
              <a:buSzPts val="2800"/>
              <a:buFont typeface="Bree Serif"/>
              <a:buNone/>
              <a:defRPr sz="2800" b="1">
                <a:solidFill>
                  <a:srgbClr val="FBFBFB"/>
                </a:solidFill>
                <a:latin typeface="Bree Serif"/>
                <a:ea typeface="Bree Serif"/>
                <a:cs typeface="Bree Serif"/>
                <a:sym typeface="Bree Serif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FBFBFB"/>
              </a:buClr>
              <a:buSzPts val="2800"/>
              <a:buFont typeface="Bree Serif"/>
              <a:buNone/>
              <a:defRPr sz="2800" b="1">
                <a:solidFill>
                  <a:srgbClr val="FBFBFB"/>
                </a:solidFill>
                <a:latin typeface="Bree Serif"/>
                <a:ea typeface="Bree Serif"/>
                <a:cs typeface="Bree Serif"/>
                <a:sym typeface="Bree Serif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FBFBFB"/>
              </a:buClr>
              <a:buSzPts val="2800"/>
              <a:buFont typeface="Bree Serif"/>
              <a:buNone/>
              <a:defRPr sz="2800" b="1">
                <a:solidFill>
                  <a:srgbClr val="FBFBFB"/>
                </a:solidFill>
                <a:latin typeface="Bree Serif"/>
                <a:ea typeface="Bree Serif"/>
                <a:cs typeface="Bree Serif"/>
                <a:sym typeface="Bree Serif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FBFBFB"/>
              </a:buClr>
              <a:buSzPts val="2800"/>
              <a:buFont typeface="Bree Serif"/>
              <a:buNone/>
              <a:defRPr sz="2800" b="1">
                <a:solidFill>
                  <a:srgbClr val="FBFBFB"/>
                </a:solidFill>
                <a:latin typeface="Bree Serif"/>
                <a:ea typeface="Bree Serif"/>
                <a:cs typeface="Bree Serif"/>
                <a:sym typeface="Bree Serif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FBFBFB"/>
              </a:buClr>
              <a:buSzPts val="2800"/>
              <a:buFont typeface="Bree Serif"/>
              <a:buNone/>
              <a:defRPr sz="2800" b="1">
                <a:solidFill>
                  <a:srgbClr val="FBFBFB"/>
                </a:solidFill>
                <a:latin typeface="Bree Serif"/>
                <a:ea typeface="Bree Serif"/>
                <a:cs typeface="Bree Serif"/>
                <a:sym typeface="Bree Serif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FBFBFB"/>
              </a:buClr>
              <a:buSzPts val="2800"/>
              <a:buFont typeface="Bree Serif"/>
              <a:buNone/>
              <a:defRPr sz="2800" b="1">
                <a:solidFill>
                  <a:srgbClr val="FBFBFB"/>
                </a:solidFill>
                <a:latin typeface="Bree Serif"/>
                <a:ea typeface="Bree Serif"/>
                <a:cs typeface="Bree Serif"/>
                <a:sym typeface="Bree Serif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FBFBFB"/>
              </a:buClr>
              <a:buSzPts val="2800"/>
              <a:buFont typeface="Bree Serif"/>
              <a:buNone/>
              <a:defRPr sz="2800" b="1">
                <a:solidFill>
                  <a:srgbClr val="FBFBFB"/>
                </a:solidFill>
                <a:latin typeface="Bree Serif"/>
                <a:ea typeface="Bree Serif"/>
                <a:cs typeface="Bree Serif"/>
                <a:sym typeface="Bree Serif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FBFBFB"/>
              </a:buClr>
              <a:buSzPts val="2800"/>
              <a:buFont typeface="Bree Serif"/>
              <a:buNone/>
              <a:defRPr sz="2800" b="1">
                <a:solidFill>
                  <a:srgbClr val="FBFBFB"/>
                </a:solidFill>
                <a:latin typeface="Bree Serif"/>
                <a:ea typeface="Bree Serif"/>
                <a:cs typeface="Bree Serif"/>
                <a:sym typeface="Bree Serif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Roboto Light"/>
              <a:buChar char="●"/>
              <a:defRPr sz="1800">
                <a:solidFill>
                  <a:srgbClr val="FFFFFF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Roboto Light"/>
              <a:buChar char="○"/>
              <a:defRPr>
                <a:solidFill>
                  <a:srgbClr val="FFFFFF"/>
                </a:solidFill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Roboto Light"/>
              <a:buChar char="■"/>
              <a:defRPr>
                <a:solidFill>
                  <a:srgbClr val="FFFFFF"/>
                </a:solidFill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Roboto Light"/>
              <a:buChar char="●"/>
              <a:defRPr>
                <a:solidFill>
                  <a:srgbClr val="FFFFFF"/>
                </a:solidFill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Roboto Light"/>
              <a:buChar char="○"/>
              <a:defRPr>
                <a:solidFill>
                  <a:srgbClr val="FFFFFF"/>
                </a:solidFill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Roboto Light"/>
              <a:buChar char="■"/>
              <a:defRPr>
                <a:solidFill>
                  <a:srgbClr val="FFFFFF"/>
                </a:solidFill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Roboto Light"/>
              <a:buChar char="●"/>
              <a:defRPr>
                <a:solidFill>
                  <a:srgbClr val="FFFFFF"/>
                </a:solidFill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Roboto Light"/>
              <a:buChar char="○"/>
              <a:defRPr>
                <a:solidFill>
                  <a:srgbClr val="FFFFFF"/>
                </a:solidFill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1750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rgbClr val="FFFFFF"/>
              </a:buClr>
              <a:buSzPts val="1400"/>
              <a:buFont typeface="Roboto Light"/>
              <a:buChar char="■"/>
              <a:defRPr>
                <a:solidFill>
                  <a:srgbClr val="FFFFFF"/>
                </a:solidFill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50" r:id="rId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Google Shape;270;p24"/>
          <p:cNvSpPr txBox="1">
            <a:spLocks noGrp="1"/>
          </p:cNvSpPr>
          <p:nvPr>
            <p:ph type="ctrTitle"/>
          </p:nvPr>
        </p:nvSpPr>
        <p:spPr>
          <a:xfrm>
            <a:off x="1964057" y="1716818"/>
            <a:ext cx="5215886" cy="1709864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4800" dirty="0">
                <a:solidFill>
                  <a:srgbClr val="48FFD5"/>
                </a:solidFill>
                <a:latin typeface="Impact"/>
                <a:ea typeface="Impact"/>
                <a:cs typeface="Impact"/>
                <a:sym typeface="Impact"/>
              </a:rPr>
              <a:t>PENGEMBANGAN</a:t>
            </a:r>
            <a:br>
              <a:rPr lang="es" sz="4800" dirty="0">
                <a:solidFill>
                  <a:srgbClr val="48FFD5"/>
                </a:solidFill>
                <a:latin typeface="Impact"/>
                <a:ea typeface="Impact"/>
                <a:cs typeface="Impact"/>
                <a:sym typeface="Impact"/>
              </a:rPr>
            </a:br>
            <a:r>
              <a:rPr lang="es" sz="4800" dirty="0">
                <a:solidFill>
                  <a:srgbClr val="48FFD5"/>
                </a:solidFill>
                <a:latin typeface="Impact"/>
                <a:ea typeface="Impact"/>
                <a:cs typeface="Impact"/>
                <a:sym typeface="Impact"/>
              </a:rPr>
              <a:t>1.0</a:t>
            </a:r>
            <a:endParaRPr sz="4800" dirty="0">
              <a:solidFill>
                <a:srgbClr val="48FFD5"/>
              </a:solidFill>
              <a:latin typeface="Impact"/>
              <a:ea typeface="Impact"/>
              <a:cs typeface="Impact"/>
              <a:sym typeface="Impact"/>
            </a:endParaRPr>
          </a:p>
        </p:txBody>
      </p:sp>
      <p:grpSp>
        <p:nvGrpSpPr>
          <p:cNvPr id="30" name="Google Shape;6112;p52">
            <a:extLst>
              <a:ext uri="{FF2B5EF4-FFF2-40B4-BE49-F238E27FC236}">
                <a16:creationId xmlns:a16="http://schemas.microsoft.com/office/drawing/2014/main" id="{4242C9B3-416D-4F66-94F9-B3F98CC371D5}"/>
              </a:ext>
            </a:extLst>
          </p:cNvPr>
          <p:cNvGrpSpPr/>
          <p:nvPr/>
        </p:nvGrpSpPr>
        <p:grpSpPr>
          <a:xfrm>
            <a:off x="1964057" y="2049491"/>
            <a:ext cx="346347" cy="339623"/>
            <a:chOff x="1490050" y="3805975"/>
            <a:chExt cx="491900" cy="482350"/>
          </a:xfrm>
          <a:solidFill>
            <a:schemeClr val="accent6"/>
          </a:solidFill>
        </p:grpSpPr>
        <p:sp>
          <p:nvSpPr>
            <p:cNvPr id="31" name="Google Shape;6113;p52">
              <a:extLst>
                <a:ext uri="{FF2B5EF4-FFF2-40B4-BE49-F238E27FC236}">
                  <a16:creationId xmlns:a16="http://schemas.microsoft.com/office/drawing/2014/main" id="{11609D5E-D4DF-47AE-85C3-093C27A5AC44}"/>
                </a:ext>
              </a:extLst>
            </p:cNvPr>
            <p:cNvSpPr/>
            <p:nvPr/>
          </p:nvSpPr>
          <p:spPr>
            <a:xfrm>
              <a:off x="1541775" y="3877050"/>
              <a:ext cx="302500" cy="277225"/>
            </a:xfrm>
            <a:custGeom>
              <a:avLst/>
              <a:gdLst/>
              <a:ahLst/>
              <a:cxnLst/>
              <a:rect l="l" t="t" r="r" b="b"/>
              <a:pathLst>
                <a:path w="12100" h="11089" extrusionOk="0">
                  <a:moveTo>
                    <a:pt x="10512" y="1"/>
                  </a:moveTo>
                  <a:lnTo>
                    <a:pt x="0" y="10513"/>
                  </a:lnTo>
                  <a:cubicBezTo>
                    <a:pt x="207" y="10475"/>
                    <a:pt x="415" y="10456"/>
                    <a:pt x="622" y="10456"/>
                  </a:cubicBezTo>
                  <a:cubicBezTo>
                    <a:pt x="1327" y="10456"/>
                    <a:pt x="2020" y="10674"/>
                    <a:pt x="2602" y="11088"/>
                  </a:cubicBezTo>
                  <a:lnTo>
                    <a:pt x="12099" y="1588"/>
                  </a:lnTo>
                  <a:lnTo>
                    <a:pt x="10512" y="1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2" name="Google Shape;6114;p52">
              <a:extLst>
                <a:ext uri="{FF2B5EF4-FFF2-40B4-BE49-F238E27FC236}">
                  <a16:creationId xmlns:a16="http://schemas.microsoft.com/office/drawing/2014/main" id="{59ED7026-E90B-4C60-BA0D-9CA344A6C55D}"/>
                </a:ext>
              </a:extLst>
            </p:cNvPr>
            <p:cNvSpPr/>
            <p:nvPr/>
          </p:nvSpPr>
          <p:spPr>
            <a:xfrm>
              <a:off x="1824450" y="3805975"/>
              <a:ext cx="157500" cy="150525"/>
            </a:xfrm>
            <a:custGeom>
              <a:avLst/>
              <a:gdLst/>
              <a:ahLst/>
              <a:cxnLst/>
              <a:rect l="l" t="t" r="r" b="b"/>
              <a:pathLst>
                <a:path w="6300" h="6021" extrusionOk="0">
                  <a:moveTo>
                    <a:pt x="3211" y="0"/>
                  </a:moveTo>
                  <a:cubicBezTo>
                    <a:pt x="2484" y="0"/>
                    <a:pt x="1758" y="281"/>
                    <a:pt x="1208" y="841"/>
                  </a:cubicBezTo>
                  <a:lnTo>
                    <a:pt x="0" y="2049"/>
                  </a:lnTo>
                  <a:lnTo>
                    <a:pt x="3972" y="6021"/>
                  </a:lnTo>
                  <a:lnTo>
                    <a:pt x="5180" y="4813"/>
                  </a:lnTo>
                  <a:cubicBezTo>
                    <a:pt x="6294" y="3717"/>
                    <a:pt x="6300" y="1925"/>
                    <a:pt x="5198" y="823"/>
                  </a:cubicBezTo>
                  <a:cubicBezTo>
                    <a:pt x="4649" y="274"/>
                    <a:pt x="3930" y="0"/>
                    <a:pt x="321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3" name="Google Shape;6115;p52">
              <a:extLst>
                <a:ext uri="{FF2B5EF4-FFF2-40B4-BE49-F238E27FC236}">
                  <a16:creationId xmlns:a16="http://schemas.microsoft.com/office/drawing/2014/main" id="{A35A982C-2D4F-4CB8-B29F-2E416F5AFF55}"/>
                </a:ext>
              </a:extLst>
            </p:cNvPr>
            <p:cNvSpPr/>
            <p:nvPr/>
          </p:nvSpPr>
          <p:spPr>
            <a:xfrm>
              <a:off x="1626675" y="3936600"/>
              <a:ext cx="277225" cy="302600"/>
            </a:xfrm>
            <a:custGeom>
              <a:avLst/>
              <a:gdLst/>
              <a:ahLst/>
              <a:cxnLst/>
              <a:rect l="l" t="t" r="r" b="b"/>
              <a:pathLst>
                <a:path w="11089" h="12104" extrusionOk="0">
                  <a:moveTo>
                    <a:pt x="9501" y="1"/>
                  </a:moveTo>
                  <a:lnTo>
                    <a:pt x="1" y="9501"/>
                  </a:lnTo>
                  <a:cubicBezTo>
                    <a:pt x="537" y="10254"/>
                    <a:pt x="745" y="11194"/>
                    <a:pt x="576" y="12103"/>
                  </a:cubicBezTo>
                  <a:lnTo>
                    <a:pt x="11088" y="1591"/>
                  </a:lnTo>
                  <a:lnTo>
                    <a:pt x="9501" y="1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4" name="Google Shape;6116;p52">
              <a:extLst>
                <a:ext uri="{FF2B5EF4-FFF2-40B4-BE49-F238E27FC236}">
                  <a16:creationId xmlns:a16="http://schemas.microsoft.com/office/drawing/2014/main" id="{196F6B18-F506-4B4E-A071-E20ACFB5D390}"/>
                </a:ext>
              </a:extLst>
            </p:cNvPr>
            <p:cNvSpPr/>
            <p:nvPr/>
          </p:nvSpPr>
          <p:spPr>
            <a:xfrm>
              <a:off x="1490050" y="4166500"/>
              <a:ext cx="129950" cy="121825"/>
            </a:xfrm>
            <a:custGeom>
              <a:avLst/>
              <a:gdLst/>
              <a:ahLst/>
              <a:cxnLst/>
              <a:rect l="l" t="t" r="r" b="b"/>
              <a:pathLst>
                <a:path w="5198" h="4873" extrusionOk="0">
                  <a:moveTo>
                    <a:pt x="2693" y="0"/>
                  </a:moveTo>
                  <a:cubicBezTo>
                    <a:pt x="2243" y="0"/>
                    <a:pt x="1790" y="133"/>
                    <a:pt x="1398" y="405"/>
                  </a:cubicBezTo>
                  <a:lnTo>
                    <a:pt x="1398" y="402"/>
                  </a:lnTo>
                  <a:lnTo>
                    <a:pt x="741" y="2446"/>
                  </a:lnTo>
                  <a:lnTo>
                    <a:pt x="139" y="4118"/>
                  </a:lnTo>
                  <a:cubicBezTo>
                    <a:pt x="0" y="4500"/>
                    <a:pt x="295" y="4872"/>
                    <a:pt x="664" y="4872"/>
                  </a:cubicBezTo>
                  <a:cubicBezTo>
                    <a:pt x="727" y="4872"/>
                    <a:pt x="793" y="4861"/>
                    <a:pt x="859" y="4837"/>
                  </a:cubicBezTo>
                  <a:lnTo>
                    <a:pt x="2530" y="4235"/>
                  </a:lnTo>
                  <a:lnTo>
                    <a:pt x="4574" y="3579"/>
                  </a:lnTo>
                  <a:cubicBezTo>
                    <a:pt x="5198" y="2672"/>
                    <a:pt x="5086" y="1450"/>
                    <a:pt x="4306" y="670"/>
                  </a:cubicBezTo>
                  <a:cubicBezTo>
                    <a:pt x="3866" y="228"/>
                    <a:pt x="3282" y="0"/>
                    <a:pt x="269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07133982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Google Shape;6112;p52">
            <a:extLst>
              <a:ext uri="{FF2B5EF4-FFF2-40B4-BE49-F238E27FC236}">
                <a16:creationId xmlns:a16="http://schemas.microsoft.com/office/drawing/2014/main" id="{4242C9B3-416D-4F66-94F9-B3F98CC371D5}"/>
              </a:ext>
            </a:extLst>
          </p:cNvPr>
          <p:cNvGrpSpPr/>
          <p:nvPr/>
        </p:nvGrpSpPr>
        <p:grpSpPr>
          <a:xfrm>
            <a:off x="655837" y="398821"/>
            <a:ext cx="346347" cy="339623"/>
            <a:chOff x="1490050" y="3805975"/>
            <a:chExt cx="491900" cy="482350"/>
          </a:xfrm>
          <a:solidFill>
            <a:schemeClr val="accent6"/>
          </a:solidFill>
        </p:grpSpPr>
        <p:sp>
          <p:nvSpPr>
            <p:cNvPr id="31" name="Google Shape;6113;p52">
              <a:extLst>
                <a:ext uri="{FF2B5EF4-FFF2-40B4-BE49-F238E27FC236}">
                  <a16:creationId xmlns:a16="http://schemas.microsoft.com/office/drawing/2014/main" id="{11609D5E-D4DF-47AE-85C3-093C27A5AC44}"/>
                </a:ext>
              </a:extLst>
            </p:cNvPr>
            <p:cNvSpPr/>
            <p:nvPr/>
          </p:nvSpPr>
          <p:spPr>
            <a:xfrm>
              <a:off x="1541775" y="3877050"/>
              <a:ext cx="302500" cy="277225"/>
            </a:xfrm>
            <a:custGeom>
              <a:avLst/>
              <a:gdLst/>
              <a:ahLst/>
              <a:cxnLst/>
              <a:rect l="l" t="t" r="r" b="b"/>
              <a:pathLst>
                <a:path w="12100" h="11089" extrusionOk="0">
                  <a:moveTo>
                    <a:pt x="10512" y="1"/>
                  </a:moveTo>
                  <a:lnTo>
                    <a:pt x="0" y="10513"/>
                  </a:lnTo>
                  <a:cubicBezTo>
                    <a:pt x="207" y="10475"/>
                    <a:pt x="415" y="10456"/>
                    <a:pt x="622" y="10456"/>
                  </a:cubicBezTo>
                  <a:cubicBezTo>
                    <a:pt x="1327" y="10456"/>
                    <a:pt x="2020" y="10674"/>
                    <a:pt x="2602" y="11088"/>
                  </a:cubicBezTo>
                  <a:lnTo>
                    <a:pt x="12099" y="1588"/>
                  </a:lnTo>
                  <a:lnTo>
                    <a:pt x="10512" y="1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2" name="Google Shape;6114;p52">
              <a:extLst>
                <a:ext uri="{FF2B5EF4-FFF2-40B4-BE49-F238E27FC236}">
                  <a16:creationId xmlns:a16="http://schemas.microsoft.com/office/drawing/2014/main" id="{59ED7026-E90B-4C60-BA0D-9CA344A6C55D}"/>
                </a:ext>
              </a:extLst>
            </p:cNvPr>
            <p:cNvSpPr/>
            <p:nvPr/>
          </p:nvSpPr>
          <p:spPr>
            <a:xfrm>
              <a:off x="1824450" y="3805975"/>
              <a:ext cx="157500" cy="150525"/>
            </a:xfrm>
            <a:custGeom>
              <a:avLst/>
              <a:gdLst/>
              <a:ahLst/>
              <a:cxnLst/>
              <a:rect l="l" t="t" r="r" b="b"/>
              <a:pathLst>
                <a:path w="6300" h="6021" extrusionOk="0">
                  <a:moveTo>
                    <a:pt x="3211" y="0"/>
                  </a:moveTo>
                  <a:cubicBezTo>
                    <a:pt x="2484" y="0"/>
                    <a:pt x="1758" y="281"/>
                    <a:pt x="1208" y="841"/>
                  </a:cubicBezTo>
                  <a:lnTo>
                    <a:pt x="0" y="2049"/>
                  </a:lnTo>
                  <a:lnTo>
                    <a:pt x="3972" y="6021"/>
                  </a:lnTo>
                  <a:lnTo>
                    <a:pt x="5180" y="4813"/>
                  </a:lnTo>
                  <a:cubicBezTo>
                    <a:pt x="6294" y="3717"/>
                    <a:pt x="6300" y="1925"/>
                    <a:pt x="5198" y="823"/>
                  </a:cubicBezTo>
                  <a:cubicBezTo>
                    <a:pt x="4649" y="274"/>
                    <a:pt x="3930" y="0"/>
                    <a:pt x="321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3" name="Google Shape;6115;p52">
              <a:extLst>
                <a:ext uri="{FF2B5EF4-FFF2-40B4-BE49-F238E27FC236}">
                  <a16:creationId xmlns:a16="http://schemas.microsoft.com/office/drawing/2014/main" id="{A35A982C-2D4F-4CB8-B29F-2E416F5AFF55}"/>
                </a:ext>
              </a:extLst>
            </p:cNvPr>
            <p:cNvSpPr/>
            <p:nvPr/>
          </p:nvSpPr>
          <p:spPr>
            <a:xfrm>
              <a:off x="1626675" y="3936600"/>
              <a:ext cx="277225" cy="302600"/>
            </a:xfrm>
            <a:custGeom>
              <a:avLst/>
              <a:gdLst/>
              <a:ahLst/>
              <a:cxnLst/>
              <a:rect l="l" t="t" r="r" b="b"/>
              <a:pathLst>
                <a:path w="11089" h="12104" extrusionOk="0">
                  <a:moveTo>
                    <a:pt x="9501" y="1"/>
                  </a:moveTo>
                  <a:lnTo>
                    <a:pt x="1" y="9501"/>
                  </a:lnTo>
                  <a:cubicBezTo>
                    <a:pt x="537" y="10254"/>
                    <a:pt x="745" y="11194"/>
                    <a:pt x="576" y="12103"/>
                  </a:cubicBezTo>
                  <a:lnTo>
                    <a:pt x="11088" y="1591"/>
                  </a:lnTo>
                  <a:lnTo>
                    <a:pt x="9501" y="1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4" name="Google Shape;6116;p52">
              <a:extLst>
                <a:ext uri="{FF2B5EF4-FFF2-40B4-BE49-F238E27FC236}">
                  <a16:creationId xmlns:a16="http://schemas.microsoft.com/office/drawing/2014/main" id="{196F6B18-F506-4B4E-A071-E20ACFB5D390}"/>
                </a:ext>
              </a:extLst>
            </p:cNvPr>
            <p:cNvSpPr/>
            <p:nvPr/>
          </p:nvSpPr>
          <p:spPr>
            <a:xfrm>
              <a:off x="1490050" y="4166500"/>
              <a:ext cx="129950" cy="121825"/>
            </a:xfrm>
            <a:custGeom>
              <a:avLst/>
              <a:gdLst/>
              <a:ahLst/>
              <a:cxnLst/>
              <a:rect l="l" t="t" r="r" b="b"/>
              <a:pathLst>
                <a:path w="5198" h="4873" extrusionOk="0">
                  <a:moveTo>
                    <a:pt x="2693" y="0"/>
                  </a:moveTo>
                  <a:cubicBezTo>
                    <a:pt x="2243" y="0"/>
                    <a:pt x="1790" y="133"/>
                    <a:pt x="1398" y="405"/>
                  </a:cubicBezTo>
                  <a:lnTo>
                    <a:pt x="1398" y="402"/>
                  </a:lnTo>
                  <a:lnTo>
                    <a:pt x="741" y="2446"/>
                  </a:lnTo>
                  <a:lnTo>
                    <a:pt x="139" y="4118"/>
                  </a:lnTo>
                  <a:cubicBezTo>
                    <a:pt x="0" y="4500"/>
                    <a:pt x="295" y="4872"/>
                    <a:pt x="664" y="4872"/>
                  </a:cubicBezTo>
                  <a:cubicBezTo>
                    <a:pt x="727" y="4872"/>
                    <a:pt x="793" y="4861"/>
                    <a:pt x="859" y="4837"/>
                  </a:cubicBezTo>
                  <a:lnTo>
                    <a:pt x="2530" y="4235"/>
                  </a:lnTo>
                  <a:lnTo>
                    <a:pt x="4574" y="3579"/>
                  </a:lnTo>
                  <a:cubicBezTo>
                    <a:pt x="5198" y="2672"/>
                    <a:pt x="5086" y="1450"/>
                    <a:pt x="4306" y="670"/>
                  </a:cubicBezTo>
                  <a:cubicBezTo>
                    <a:pt x="3866" y="228"/>
                    <a:pt x="3282" y="0"/>
                    <a:pt x="269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sp>
        <p:nvSpPr>
          <p:cNvPr id="8" name="Google Shape;270;p24">
            <a:extLst>
              <a:ext uri="{FF2B5EF4-FFF2-40B4-BE49-F238E27FC236}">
                <a16:creationId xmlns:a16="http://schemas.microsoft.com/office/drawing/2014/main" id="{3908B1C9-7446-49DE-97BA-A7B18B19C0E9}"/>
              </a:ext>
            </a:extLst>
          </p:cNvPr>
          <p:cNvSpPr txBox="1">
            <a:spLocks/>
          </p:cNvSpPr>
          <p:nvPr/>
        </p:nvSpPr>
        <p:spPr>
          <a:xfrm>
            <a:off x="747335" y="321639"/>
            <a:ext cx="1622291" cy="5513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Roboto Black"/>
              <a:buNone/>
              <a:defRPr sz="3600" b="0" i="0" u="none" strike="noStrike" cap="none">
                <a:solidFill>
                  <a:srgbClr val="FFFFFF"/>
                </a:solidFill>
                <a:latin typeface="Roboto Black"/>
                <a:ea typeface="Roboto Black"/>
                <a:cs typeface="Roboto Black"/>
                <a:sym typeface="Roboto Black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00"/>
              <a:buFont typeface="Bree Serif"/>
              <a:buNone/>
              <a:defRPr sz="5200" b="1" i="0" u="none" strike="noStrike" cap="none">
                <a:solidFill>
                  <a:srgbClr val="FFFFFF"/>
                </a:solidFill>
                <a:latin typeface="Bree Serif"/>
                <a:ea typeface="Bree Serif"/>
                <a:cs typeface="Bree Serif"/>
                <a:sym typeface="Bree Serif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00"/>
              <a:buFont typeface="Bree Serif"/>
              <a:buNone/>
              <a:defRPr sz="5200" b="1" i="0" u="none" strike="noStrike" cap="none">
                <a:solidFill>
                  <a:srgbClr val="FFFFFF"/>
                </a:solidFill>
                <a:latin typeface="Bree Serif"/>
                <a:ea typeface="Bree Serif"/>
                <a:cs typeface="Bree Serif"/>
                <a:sym typeface="Bree Serif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00"/>
              <a:buFont typeface="Bree Serif"/>
              <a:buNone/>
              <a:defRPr sz="5200" b="1" i="0" u="none" strike="noStrike" cap="none">
                <a:solidFill>
                  <a:srgbClr val="FFFFFF"/>
                </a:solidFill>
                <a:latin typeface="Bree Serif"/>
                <a:ea typeface="Bree Serif"/>
                <a:cs typeface="Bree Serif"/>
                <a:sym typeface="Bree Serif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00"/>
              <a:buFont typeface="Bree Serif"/>
              <a:buNone/>
              <a:defRPr sz="5200" b="1" i="0" u="none" strike="noStrike" cap="none">
                <a:solidFill>
                  <a:srgbClr val="FFFFFF"/>
                </a:solidFill>
                <a:latin typeface="Bree Serif"/>
                <a:ea typeface="Bree Serif"/>
                <a:cs typeface="Bree Serif"/>
                <a:sym typeface="Bree Serif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00"/>
              <a:buFont typeface="Bree Serif"/>
              <a:buNone/>
              <a:defRPr sz="5200" b="1" i="0" u="none" strike="noStrike" cap="none">
                <a:solidFill>
                  <a:srgbClr val="FFFFFF"/>
                </a:solidFill>
                <a:latin typeface="Bree Serif"/>
                <a:ea typeface="Bree Serif"/>
                <a:cs typeface="Bree Serif"/>
                <a:sym typeface="Bree Serif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00"/>
              <a:buFont typeface="Bree Serif"/>
              <a:buNone/>
              <a:defRPr sz="5200" b="1" i="0" u="none" strike="noStrike" cap="none">
                <a:solidFill>
                  <a:srgbClr val="FFFFFF"/>
                </a:solidFill>
                <a:latin typeface="Bree Serif"/>
                <a:ea typeface="Bree Serif"/>
                <a:cs typeface="Bree Serif"/>
                <a:sym typeface="Bree Serif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00"/>
              <a:buFont typeface="Bree Serif"/>
              <a:buNone/>
              <a:defRPr sz="5200" b="1" i="0" u="none" strike="noStrike" cap="none">
                <a:solidFill>
                  <a:srgbClr val="FFFFFF"/>
                </a:solidFill>
                <a:latin typeface="Bree Serif"/>
                <a:ea typeface="Bree Serif"/>
                <a:cs typeface="Bree Serif"/>
                <a:sym typeface="Bree Serif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00"/>
              <a:buFont typeface="Bree Serif"/>
              <a:buNone/>
              <a:defRPr sz="5200" b="1" i="0" u="none" strike="noStrike" cap="none">
                <a:solidFill>
                  <a:srgbClr val="FFFFFF"/>
                </a:solidFill>
                <a:latin typeface="Bree Serif"/>
                <a:ea typeface="Bree Serif"/>
                <a:cs typeface="Bree Serif"/>
                <a:sym typeface="Bree Serif"/>
              </a:defRPr>
            </a:lvl9pPr>
          </a:lstStyle>
          <a:p>
            <a:pPr algn="ctr"/>
            <a:r>
              <a:rPr lang="en-US" sz="2500" dirty="0">
                <a:solidFill>
                  <a:srgbClr val="48FFD5"/>
                </a:solidFill>
                <a:latin typeface="Impact"/>
                <a:ea typeface="Impact"/>
                <a:cs typeface="Impact"/>
                <a:sym typeface="Impact"/>
              </a:rPr>
              <a:t>Goals</a:t>
            </a:r>
          </a:p>
        </p:txBody>
      </p:sp>
      <p:sp>
        <p:nvSpPr>
          <p:cNvPr id="11" name="Google Shape;270;p24">
            <a:extLst>
              <a:ext uri="{FF2B5EF4-FFF2-40B4-BE49-F238E27FC236}">
                <a16:creationId xmlns:a16="http://schemas.microsoft.com/office/drawing/2014/main" id="{4C15E8AD-3EF5-4176-900E-E7B6EC7F6AF9}"/>
              </a:ext>
            </a:extLst>
          </p:cNvPr>
          <p:cNvSpPr txBox="1">
            <a:spLocks/>
          </p:cNvSpPr>
          <p:nvPr/>
        </p:nvSpPr>
        <p:spPr>
          <a:xfrm>
            <a:off x="285123" y="321639"/>
            <a:ext cx="8573754" cy="42538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Roboto Black"/>
              <a:buNone/>
              <a:defRPr sz="3600" b="0" i="0" u="none" strike="noStrike" cap="none">
                <a:solidFill>
                  <a:srgbClr val="FFFFFF"/>
                </a:solidFill>
                <a:latin typeface="Roboto Black"/>
                <a:ea typeface="Roboto Black"/>
                <a:cs typeface="Roboto Black"/>
                <a:sym typeface="Roboto Black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00"/>
              <a:buFont typeface="Bree Serif"/>
              <a:buNone/>
              <a:defRPr sz="5200" b="1" i="0" u="none" strike="noStrike" cap="none">
                <a:solidFill>
                  <a:srgbClr val="FFFFFF"/>
                </a:solidFill>
                <a:latin typeface="Bree Serif"/>
                <a:ea typeface="Bree Serif"/>
                <a:cs typeface="Bree Serif"/>
                <a:sym typeface="Bree Serif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00"/>
              <a:buFont typeface="Bree Serif"/>
              <a:buNone/>
              <a:defRPr sz="5200" b="1" i="0" u="none" strike="noStrike" cap="none">
                <a:solidFill>
                  <a:srgbClr val="FFFFFF"/>
                </a:solidFill>
                <a:latin typeface="Bree Serif"/>
                <a:ea typeface="Bree Serif"/>
                <a:cs typeface="Bree Serif"/>
                <a:sym typeface="Bree Serif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00"/>
              <a:buFont typeface="Bree Serif"/>
              <a:buNone/>
              <a:defRPr sz="5200" b="1" i="0" u="none" strike="noStrike" cap="none">
                <a:solidFill>
                  <a:srgbClr val="FFFFFF"/>
                </a:solidFill>
                <a:latin typeface="Bree Serif"/>
                <a:ea typeface="Bree Serif"/>
                <a:cs typeface="Bree Serif"/>
                <a:sym typeface="Bree Serif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00"/>
              <a:buFont typeface="Bree Serif"/>
              <a:buNone/>
              <a:defRPr sz="5200" b="1" i="0" u="none" strike="noStrike" cap="none">
                <a:solidFill>
                  <a:srgbClr val="FFFFFF"/>
                </a:solidFill>
                <a:latin typeface="Bree Serif"/>
                <a:ea typeface="Bree Serif"/>
                <a:cs typeface="Bree Serif"/>
                <a:sym typeface="Bree Serif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00"/>
              <a:buFont typeface="Bree Serif"/>
              <a:buNone/>
              <a:defRPr sz="5200" b="1" i="0" u="none" strike="noStrike" cap="none">
                <a:solidFill>
                  <a:srgbClr val="FFFFFF"/>
                </a:solidFill>
                <a:latin typeface="Bree Serif"/>
                <a:ea typeface="Bree Serif"/>
                <a:cs typeface="Bree Serif"/>
                <a:sym typeface="Bree Serif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00"/>
              <a:buFont typeface="Bree Serif"/>
              <a:buNone/>
              <a:defRPr sz="5200" b="1" i="0" u="none" strike="noStrike" cap="none">
                <a:solidFill>
                  <a:srgbClr val="FFFFFF"/>
                </a:solidFill>
                <a:latin typeface="Bree Serif"/>
                <a:ea typeface="Bree Serif"/>
                <a:cs typeface="Bree Serif"/>
                <a:sym typeface="Bree Serif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00"/>
              <a:buFont typeface="Bree Serif"/>
              <a:buNone/>
              <a:defRPr sz="5200" b="1" i="0" u="none" strike="noStrike" cap="none">
                <a:solidFill>
                  <a:srgbClr val="FFFFFF"/>
                </a:solidFill>
                <a:latin typeface="Bree Serif"/>
                <a:ea typeface="Bree Serif"/>
                <a:cs typeface="Bree Serif"/>
                <a:sym typeface="Bree Serif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00"/>
              <a:buFont typeface="Bree Serif"/>
              <a:buNone/>
              <a:defRPr sz="5200" b="1" i="0" u="none" strike="noStrike" cap="none">
                <a:solidFill>
                  <a:srgbClr val="FFFFFF"/>
                </a:solidFill>
                <a:latin typeface="Bree Serif"/>
                <a:ea typeface="Bree Serif"/>
                <a:cs typeface="Bree Serif"/>
                <a:sym typeface="Bree Serif"/>
              </a:defRPr>
            </a:lvl9pPr>
          </a:lstStyle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1500" dirty="0" err="1">
                <a:solidFill>
                  <a:srgbClr val="48FFD5"/>
                </a:solidFill>
                <a:latin typeface="Impact"/>
                <a:ea typeface="Impact"/>
                <a:cs typeface="Impact"/>
                <a:sym typeface="Impact"/>
              </a:rPr>
              <a:t>Membuat</a:t>
            </a:r>
            <a:r>
              <a:rPr lang="en-US" sz="1500" dirty="0">
                <a:solidFill>
                  <a:srgbClr val="48FFD5"/>
                </a:solidFill>
                <a:latin typeface="Impact"/>
                <a:ea typeface="Impact"/>
                <a:cs typeface="Impact"/>
                <a:sym typeface="Impact"/>
              </a:rPr>
              <a:t> </a:t>
            </a:r>
            <a:r>
              <a:rPr lang="en-US" sz="1500" dirty="0" err="1">
                <a:solidFill>
                  <a:srgbClr val="48FFD5"/>
                </a:solidFill>
                <a:latin typeface="Impact"/>
                <a:ea typeface="Impact"/>
                <a:cs typeface="Impact"/>
                <a:sym typeface="Impact"/>
              </a:rPr>
              <a:t>aplikasi</a:t>
            </a:r>
            <a:r>
              <a:rPr lang="en-US" sz="1500" dirty="0">
                <a:solidFill>
                  <a:srgbClr val="48FFD5"/>
                </a:solidFill>
                <a:latin typeface="Impact"/>
                <a:ea typeface="Impact"/>
                <a:cs typeface="Impact"/>
                <a:sym typeface="Impact"/>
              </a:rPr>
              <a:t> </a:t>
            </a:r>
            <a:r>
              <a:rPr lang="en-US" sz="1500" dirty="0" err="1">
                <a:solidFill>
                  <a:srgbClr val="48FFD5"/>
                </a:solidFill>
                <a:latin typeface="Impact"/>
                <a:ea typeface="Impact"/>
                <a:cs typeface="Impact"/>
                <a:sym typeface="Impact"/>
              </a:rPr>
              <a:t>pengaduan</a:t>
            </a:r>
            <a:r>
              <a:rPr lang="en-US" sz="1500" dirty="0">
                <a:solidFill>
                  <a:srgbClr val="48FFD5"/>
                </a:solidFill>
                <a:latin typeface="Impact"/>
                <a:ea typeface="Impact"/>
                <a:cs typeface="Impact"/>
                <a:sym typeface="Impact"/>
              </a:rPr>
              <a:t> </a:t>
            </a:r>
            <a:r>
              <a:rPr lang="en-US" sz="1500" dirty="0" err="1">
                <a:solidFill>
                  <a:srgbClr val="48FFD5"/>
                </a:solidFill>
                <a:latin typeface="Impact"/>
                <a:ea typeface="Impact"/>
                <a:cs typeface="Impact"/>
                <a:sym typeface="Impact"/>
              </a:rPr>
              <a:t>layanan</a:t>
            </a:r>
            <a:r>
              <a:rPr lang="en-US" sz="1500" dirty="0">
                <a:solidFill>
                  <a:srgbClr val="48FFD5"/>
                </a:solidFill>
                <a:latin typeface="Impact"/>
                <a:ea typeface="Impact"/>
                <a:cs typeface="Impact"/>
                <a:sym typeface="Impact"/>
              </a:rPr>
              <a:t> </a:t>
            </a:r>
            <a:r>
              <a:rPr lang="en-US" sz="1500" dirty="0" err="1">
                <a:solidFill>
                  <a:srgbClr val="48FFD5"/>
                </a:solidFill>
                <a:latin typeface="Impact"/>
                <a:ea typeface="Impact"/>
                <a:cs typeface="Impact"/>
                <a:sym typeface="Impact"/>
              </a:rPr>
              <a:t>dimana</a:t>
            </a:r>
            <a:r>
              <a:rPr lang="en-US" sz="1500" dirty="0">
                <a:solidFill>
                  <a:srgbClr val="48FFD5"/>
                </a:solidFill>
                <a:latin typeface="Impact"/>
                <a:ea typeface="Impact"/>
                <a:cs typeface="Impact"/>
                <a:sym typeface="Impact"/>
              </a:rPr>
              <a:t> </a:t>
            </a:r>
            <a:r>
              <a:rPr lang="en-US" sz="1500" dirty="0" err="1">
                <a:solidFill>
                  <a:srgbClr val="48FFD5"/>
                </a:solidFill>
                <a:latin typeface="Impact"/>
                <a:ea typeface="Impact"/>
                <a:cs typeface="Impact"/>
                <a:sym typeface="Impact"/>
              </a:rPr>
              <a:t>terdapat</a:t>
            </a:r>
            <a:r>
              <a:rPr lang="en-US" sz="1500" dirty="0">
                <a:solidFill>
                  <a:srgbClr val="48FFD5"/>
                </a:solidFill>
                <a:latin typeface="Impact"/>
                <a:ea typeface="Impact"/>
                <a:cs typeface="Impact"/>
                <a:sym typeface="Impact"/>
              </a:rPr>
              <a:t> 3 actor </a:t>
            </a:r>
            <a:r>
              <a:rPr lang="en-US" sz="1500" dirty="0" err="1">
                <a:solidFill>
                  <a:srgbClr val="48FFD5"/>
                </a:solidFill>
                <a:latin typeface="Impact"/>
                <a:ea typeface="Impact"/>
                <a:cs typeface="Impact"/>
                <a:sym typeface="Impact"/>
              </a:rPr>
              <a:t>yaitu</a:t>
            </a:r>
            <a:r>
              <a:rPr lang="en-US" sz="1500" dirty="0">
                <a:solidFill>
                  <a:srgbClr val="48FFD5"/>
                </a:solidFill>
                <a:latin typeface="Impact"/>
                <a:ea typeface="Impact"/>
                <a:cs typeface="Impact"/>
                <a:sym typeface="Impact"/>
              </a:rPr>
              <a:t> admin, </a:t>
            </a:r>
            <a:r>
              <a:rPr lang="en-US" sz="1500" dirty="0" err="1">
                <a:solidFill>
                  <a:srgbClr val="48FFD5"/>
                </a:solidFill>
                <a:latin typeface="Impact"/>
                <a:ea typeface="Impact"/>
                <a:cs typeface="Impact"/>
                <a:sym typeface="Impact"/>
              </a:rPr>
              <a:t>petugas</a:t>
            </a:r>
            <a:r>
              <a:rPr lang="en-US" sz="1500" dirty="0">
                <a:solidFill>
                  <a:srgbClr val="48FFD5"/>
                </a:solidFill>
                <a:latin typeface="Impact"/>
                <a:ea typeface="Impact"/>
                <a:cs typeface="Impact"/>
                <a:sym typeface="Impact"/>
              </a:rPr>
              <a:t> dan juga </a:t>
            </a:r>
            <a:r>
              <a:rPr lang="en-US" sz="1500" dirty="0" err="1">
                <a:solidFill>
                  <a:srgbClr val="48FFD5"/>
                </a:solidFill>
                <a:latin typeface="Impact"/>
                <a:ea typeface="Impact"/>
                <a:cs typeface="Impact"/>
                <a:sym typeface="Impact"/>
              </a:rPr>
              <a:t>pengguna</a:t>
            </a:r>
            <a:r>
              <a:rPr lang="en-US" sz="1500" dirty="0">
                <a:solidFill>
                  <a:srgbClr val="48FFD5"/>
                </a:solidFill>
                <a:latin typeface="Impact"/>
                <a:ea typeface="Impact"/>
                <a:cs typeface="Impact"/>
                <a:sym typeface="Impact"/>
              </a:rPr>
              <a:t> </a:t>
            </a:r>
            <a:r>
              <a:rPr lang="en-US" sz="1500" dirty="0" err="1">
                <a:solidFill>
                  <a:srgbClr val="48FFD5"/>
                </a:solidFill>
                <a:latin typeface="Impact"/>
                <a:ea typeface="Impact"/>
                <a:cs typeface="Impact"/>
                <a:sym typeface="Impact"/>
              </a:rPr>
              <a:t>sehingga</a:t>
            </a:r>
            <a:r>
              <a:rPr lang="en-US" sz="1500" dirty="0">
                <a:solidFill>
                  <a:srgbClr val="48FFD5"/>
                </a:solidFill>
                <a:latin typeface="Impact"/>
                <a:ea typeface="Impact"/>
                <a:cs typeface="Impact"/>
                <a:sym typeface="Impact"/>
              </a:rPr>
              <a:t> </a:t>
            </a:r>
            <a:r>
              <a:rPr lang="en-US" sz="1500" dirty="0" err="1">
                <a:solidFill>
                  <a:srgbClr val="48FFD5"/>
                </a:solidFill>
                <a:latin typeface="Impact"/>
                <a:ea typeface="Impact"/>
                <a:cs typeface="Impact"/>
                <a:sym typeface="Impact"/>
              </a:rPr>
              <a:t>bisa</a:t>
            </a:r>
            <a:r>
              <a:rPr lang="en-US" sz="1500" dirty="0">
                <a:solidFill>
                  <a:srgbClr val="48FFD5"/>
                </a:solidFill>
                <a:latin typeface="Impact"/>
                <a:ea typeface="Impact"/>
                <a:cs typeface="Impact"/>
                <a:sym typeface="Impact"/>
              </a:rPr>
              <a:t> </a:t>
            </a:r>
            <a:r>
              <a:rPr lang="en-US" sz="1500" dirty="0" err="1">
                <a:solidFill>
                  <a:srgbClr val="48FFD5"/>
                </a:solidFill>
                <a:latin typeface="Impact"/>
                <a:ea typeface="Impact"/>
                <a:cs typeface="Impact"/>
                <a:sym typeface="Impact"/>
              </a:rPr>
              <a:t>berinteraksi</a:t>
            </a:r>
            <a:r>
              <a:rPr lang="en-US" sz="1500" dirty="0">
                <a:solidFill>
                  <a:srgbClr val="48FFD5"/>
                </a:solidFill>
                <a:latin typeface="Impact"/>
                <a:ea typeface="Impact"/>
                <a:cs typeface="Impact"/>
                <a:sym typeface="Impact"/>
              </a:rPr>
              <a:t> </a:t>
            </a:r>
            <a:r>
              <a:rPr lang="en-US" sz="1500" dirty="0" err="1">
                <a:solidFill>
                  <a:srgbClr val="48FFD5"/>
                </a:solidFill>
                <a:latin typeface="Impact"/>
                <a:ea typeface="Impact"/>
                <a:cs typeface="Impact"/>
                <a:sym typeface="Impact"/>
              </a:rPr>
              <a:t>secara</a:t>
            </a:r>
            <a:r>
              <a:rPr lang="en-US" sz="1500" dirty="0">
                <a:solidFill>
                  <a:srgbClr val="48FFD5"/>
                </a:solidFill>
                <a:latin typeface="Impact"/>
                <a:ea typeface="Impact"/>
                <a:cs typeface="Impact"/>
                <a:sym typeface="Impact"/>
              </a:rPr>
              <a:t> </a:t>
            </a:r>
            <a:r>
              <a:rPr lang="en-US" sz="1500" dirty="0" err="1">
                <a:solidFill>
                  <a:srgbClr val="48FFD5"/>
                </a:solidFill>
                <a:latin typeface="Impact"/>
                <a:ea typeface="Impact"/>
                <a:cs typeface="Impact"/>
                <a:sym typeface="Impact"/>
              </a:rPr>
              <a:t>langsung</a:t>
            </a:r>
            <a:r>
              <a:rPr lang="en-US" sz="1500" dirty="0">
                <a:solidFill>
                  <a:srgbClr val="48FFD5"/>
                </a:solidFill>
                <a:latin typeface="Impact"/>
                <a:ea typeface="Impact"/>
                <a:cs typeface="Impact"/>
                <a:sym typeface="Impact"/>
              </a:rPr>
              <a:t> </a:t>
            </a:r>
            <a:r>
              <a:rPr lang="en-US" sz="1500" dirty="0" err="1">
                <a:solidFill>
                  <a:srgbClr val="48FFD5"/>
                </a:solidFill>
                <a:latin typeface="Impact"/>
                <a:ea typeface="Impact"/>
                <a:cs typeface="Impact"/>
                <a:sym typeface="Impact"/>
              </a:rPr>
              <a:t>terkait</a:t>
            </a:r>
            <a:r>
              <a:rPr lang="en-US" sz="1500" dirty="0">
                <a:solidFill>
                  <a:srgbClr val="48FFD5"/>
                </a:solidFill>
                <a:latin typeface="Impact"/>
                <a:ea typeface="Impact"/>
                <a:cs typeface="Impact"/>
                <a:sym typeface="Impact"/>
              </a:rPr>
              <a:t> </a:t>
            </a:r>
            <a:r>
              <a:rPr lang="en-US" sz="1500" dirty="0" err="1">
                <a:solidFill>
                  <a:srgbClr val="48FFD5"/>
                </a:solidFill>
                <a:latin typeface="Impact"/>
                <a:ea typeface="Impact"/>
                <a:cs typeface="Impact"/>
                <a:sym typeface="Impact"/>
              </a:rPr>
              <a:t>jalannya</a:t>
            </a:r>
            <a:r>
              <a:rPr lang="en-US" sz="1500" dirty="0">
                <a:solidFill>
                  <a:srgbClr val="48FFD5"/>
                </a:solidFill>
                <a:latin typeface="Impact"/>
                <a:ea typeface="Impact"/>
                <a:cs typeface="Impact"/>
                <a:sym typeface="Impact"/>
              </a:rPr>
              <a:t> </a:t>
            </a:r>
            <a:r>
              <a:rPr lang="en-US" sz="1500" dirty="0" err="1">
                <a:solidFill>
                  <a:srgbClr val="48FFD5"/>
                </a:solidFill>
                <a:latin typeface="Impact"/>
                <a:ea typeface="Impact"/>
                <a:cs typeface="Impact"/>
                <a:sym typeface="Impact"/>
              </a:rPr>
              <a:t>pengaduan</a:t>
            </a:r>
            <a:r>
              <a:rPr lang="en-US" sz="1500" dirty="0">
                <a:solidFill>
                  <a:srgbClr val="48FFD5"/>
                </a:solidFill>
                <a:latin typeface="Impact"/>
                <a:ea typeface="Impact"/>
                <a:cs typeface="Impact"/>
                <a:sym typeface="Impact"/>
              </a:rPr>
              <a:t>, </a:t>
            </a:r>
            <a:r>
              <a:rPr lang="en-US" sz="1500" dirty="0" err="1">
                <a:solidFill>
                  <a:srgbClr val="48FFD5"/>
                </a:solidFill>
                <a:latin typeface="Impact"/>
                <a:ea typeface="Impact"/>
                <a:cs typeface="Impact"/>
                <a:sym typeface="Impact"/>
              </a:rPr>
              <a:t>mulai</a:t>
            </a:r>
            <a:r>
              <a:rPr lang="en-US" sz="1500" dirty="0">
                <a:solidFill>
                  <a:srgbClr val="48FFD5"/>
                </a:solidFill>
                <a:latin typeface="Impact"/>
                <a:ea typeface="Impact"/>
                <a:cs typeface="Impact"/>
                <a:sym typeface="Impact"/>
              </a:rPr>
              <a:t> </a:t>
            </a:r>
            <a:r>
              <a:rPr lang="en-US" sz="1500" dirty="0" err="1">
                <a:solidFill>
                  <a:srgbClr val="48FFD5"/>
                </a:solidFill>
                <a:latin typeface="Impact"/>
                <a:ea typeface="Impact"/>
                <a:cs typeface="Impact"/>
                <a:sym typeface="Impact"/>
              </a:rPr>
              <a:t>dari</a:t>
            </a:r>
            <a:r>
              <a:rPr lang="en-US" sz="1500" dirty="0">
                <a:solidFill>
                  <a:srgbClr val="48FFD5"/>
                </a:solidFill>
                <a:latin typeface="Impact"/>
                <a:ea typeface="Impact"/>
                <a:cs typeface="Impact"/>
                <a:sym typeface="Impact"/>
              </a:rPr>
              <a:t> </a:t>
            </a:r>
            <a:r>
              <a:rPr lang="en-US" sz="1500" dirty="0" err="1">
                <a:solidFill>
                  <a:srgbClr val="48FFD5"/>
                </a:solidFill>
                <a:latin typeface="Impact"/>
                <a:ea typeface="Impact"/>
                <a:cs typeface="Impact"/>
                <a:sym typeface="Impact"/>
              </a:rPr>
              <a:t>pengaduan</a:t>
            </a:r>
            <a:r>
              <a:rPr lang="en-US" sz="1500" dirty="0">
                <a:solidFill>
                  <a:srgbClr val="48FFD5"/>
                </a:solidFill>
                <a:latin typeface="Impact"/>
                <a:ea typeface="Impact"/>
                <a:cs typeface="Impact"/>
                <a:sym typeface="Impact"/>
              </a:rPr>
              <a:t> </a:t>
            </a:r>
            <a:r>
              <a:rPr lang="en-US" sz="1500" dirty="0" err="1">
                <a:solidFill>
                  <a:srgbClr val="48FFD5"/>
                </a:solidFill>
                <a:latin typeface="Impact"/>
                <a:ea typeface="Impact"/>
                <a:cs typeface="Impact"/>
                <a:sym typeface="Impact"/>
              </a:rPr>
              <a:t>itu</a:t>
            </a:r>
            <a:r>
              <a:rPr lang="en-US" sz="1500" dirty="0">
                <a:solidFill>
                  <a:srgbClr val="48FFD5"/>
                </a:solidFill>
                <a:latin typeface="Impact"/>
                <a:ea typeface="Impact"/>
                <a:cs typeface="Impact"/>
                <a:sym typeface="Impact"/>
              </a:rPr>
              <a:t> </a:t>
            </a:r>
            <a:r>
              <a:rPr lang="en-US" sz="1500" dirty="0" err="1">
                <a:solidFill>
                  <a:srgbClr val="48FFD5"/>
                </a:solidFill>
                <a:latin typeface="Impact"/>
                <a:ea typeface="Impact"/>
                <a:cs typeface="Impact"/>
                <a:sym typeface="Impact"/>
              </a:rPr>
              <a:t>diajukan</a:t>
            </a:r>
            <a:r>
              <a:rPr lang="en-US" sz="1500" dirty="0">
                <a:solidFill>
                  <a:srgbClr val="48FFD5"/>
                </a:solidFill>
                <a:latin typeface="Impact"/>
                <a:ea typeface="Impact"/>
                <a:cs typeface="Impact"/>
                <a:sym typeface="Impact"/>
              </a:rPr>
              <a:t> </a:t>
            </a:r>
            <a:r>
              <a:rPr lang="en-US" sz="1500" dirty="0" err="1">
                <a:solidFill>
                  <a:srgbClr val="48FFD5"/>
                </a:solidFill>
                <a:latin typeface="Impact"/>
                <a:ea typeface="Impact"/>
                <a:cs typeface="Impact"/>
                <a:sym typeface="Impact"/>
              </a:rPr>
              <a:t>sampai</a:t>
            </a:r>
            <a:r>
              <a:rPr lang="en-US" sz="1500" dirty="0">
                <a:solidFill>
                  <a:srgbClr val="48FFD5"/>
                </a:solidFill>
                <a:latin typeface="Impact"/>
                <a:ea typeface="Impact"/>
                <a:cs typeface="Impact"/>
                <a:sym typeface="Impact"/>
              </a:rPr>
              <a:t> </a:t>
            </a:r>
            <a:r>
              <a:rPr lang="en-US" sz="1500" dirty="0" err="1">
                <a:solidFill>
                  <a:srgbClr val="48FFD5"/>
                </a:solidFill>
                <a:latin typeface="Impact"/>
                <a:ea typeface="Impact"/>
                <a:cs typeface="Impact"/>
                <a:sym typeface="Impact"/>
              </a:rPr>
              <a:t>pengaduan</a:t>
            </a:r>
            <a:r>
              <a:rPr lang="en-US" sz="1500" dirty="0">
                <a:solidFill>
                  <a:srgbClr val="48FFD5"/>
                </a:solidFill>
                <a:latin typeface="Impact"/>
                <a:ea typeface="Impact"/>
                <a:cs typeface="Impact"/>
                <a:sym typeface="Impact"/>
              </a:rPr>
              <a:t> </a:t>
            </a:r>
            <a:r>
              <a:rPr lang="en-US" sz="1500" dirty="0" err="1">
                <a:solidFill>
                  <a:srgbClr val="48FFD5"/>
                </a:solidFill>
                <a:latin typeface="Impact"/>
                <a:ea typeface="Impact"/>
                <a:cs typeface="Impact"/>
                <a:sym typeface="Impact"/>
              </a:rPr>
              <a:t>itu</a:t>
            </a:r>
            <a:r>
              <a:rPr lang="en-US" sz="1500" dirty="0">
                <a:solidFill>
                  <a:srgbClr val="48FFD5"/>
                </a:solidFill>
                <a:latin typeface="Impact"/>
                <a:ea typeface="Impact"/>
                <a:cs typeface="Impact"/>
                <a:sym typeface="Impact"/>
              </a:rPr>
              <a:t> </a:t>
            </a:r>
            <a:r>
              <a:rPr lang="en-US" sz="1500" dirty="0" err="1">
                <a:solidFill>
                  <a:srgbClr val="48FFD5"/>
                </a:solidFill>
                <a:latin typeface="Impact"/>
                <a:ea typeface="Impact"/>
                <a:cs typeface="Impact"/>
                <a:sym typeface="Impact"/>
              </a:rPr>
              <a:t>selesai</a:t>
            </a:r>
            <a:endParaRPr lang="en-US" sz="1500" dirty="0">
              <a:solidFill>
                <a:srgbClr val="48FFD5"/>
              </a:solidFill>
              <a:latin typeface="Impact"/>
              <a:ea typeface="Impact"/>
              <a:cs typeface="Impact"/>
              <a:sym typeface="Impact"/>
            </a:endParaRP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1500" dirty="0" err="1">
                <a:solidFill>
                  <a:srgbClr val="48FFD5"/>
                </a:solidFill>
                <a:latin typeface="Impact"/>
                <a:ea typeface="Impact"/>
                <a:cs typeface="Impact"/>
                <a:sym typeface="Impact"/>
              </a:rPr>
              <a:t>Untuk</a:t>
            </a:r>
            <a:r>
              <a:rPr lang="en-US" sz="1500" dirty="0">
                <a:solidFill>
                  <a:srgbClr val="48FFD5"/>
                </a:solidFill>
                <a:latin typeface="Impact"/>
                <a:ea typeface="Impact"/>
                <a:cs typeface="Impact"/>
                <a:sym typeface="Impact"/>
              </a:rPr>
              <a:t> </a:t>
            </a:r>
            <a:r>
              <a:rPr lang="en-US" sz="1500" dirty="0" err="1">
                <a:solidFill>
                  <a:srgbClr val="48FFD5"/>
                </a:solidFill>
                <a:latin typeface="Impact"/>
                <a:ea typeface="Impact"/>
                <a:cs typeface="Impact"/>
                <a:sym typeface="Impact"/>
              </a:rPr>
              <a:t>membuat</a:t>
            </a:r>
            <a:r>
              <a:rPr lang="en-US" sz="1500" dirty="0">
                <a:solidFill>
                  <a:srgbClr val="48FFD5"/>
                </a:solidFill>
                <a:latin typeface="Impact"/>
                <a:ea typeface="Impact"/>
                <a:cs typeface="Impact"/>
                <a:sym typeface="Impact"/>
              </a:rPr>
              <a:t> </a:t>
            </a:r>
            <a:r>
              <a:rPr lang="en-US" sz="1500" dirty="0" err="1">
                <a:solidFill>
                  <a:srgbClr val="48FFD5"/>
                </a:solidFill>
                <a:latin typeface="Impact"/>
                <a:ea typeface="Impact"/>
                <a:cs typeface="Impact"/>
                <a:sym typeface="Impact"/>
              </a:rPr>
              <a:t>pengaduan</a:t>
            </a:r>
            <a:r>
              <a:rPr lang="en-US" sz="1500" dirty="0">
                <a:solidFill>
                  <a:srgbClr val="48FFD5"/>
                </a:solidFill>
                <a:latin typeface="Impact"/>
                <a:ea typeface="Impact"/>
                <a:cs typeface="Impact"/>
                <a:sym typeface="Impact"/>
              </a:rPr>
              <a:t>, </a:t>
            </a:r>
            <a:r>
              <a:rPr lang="en-US" sz="1500" dirty="0" err="1">
                <a:solidFill>
                  <a:srgbClr val="48FFD5"/>
                </a:solidFill>
                <a:latin typeface="Impact"/>
                <a:ea typeface="Impact"/>
                <a:cs typeface="Impact"/>
                <a:sym typeface="Impact"/>
              </a:rPr>
              <a:t>pengguna</a:t>
            </a:r>
            <a:r>
              <a:rPr lang="en-US" sz="1500" dirty="0">
                <a:solidFill>
                  <a:srgbClr val="48FFD5"/>
                </a:solidFill>
                <a:latin typeface="Impact"/>
                <a:ea typeface="Impact"/>
                <a:cs typeface="Impact"/>
                <a:sym typeface="Impact"/>
              </a:rPr>
              <a:t> </a:t>
            </a:r>
            <a:r>
              <a:rPr lang="en-US" sz="1500" dirty="0" err="1">
                <a:solidFill>
                  <a:srgbClr val="48FFD5"/>
                </a:solidFill>
                <a:latin typeface="Impact"/>
                <a:ea typeface="Impact"/>
                <a:cs typeface="Impact"/>
                <a:sym typeface="Impact"/>
              </a:rPr>
              <a:t>harus</a:t>
            </a:r>
            <a:r>
              <a:rPr lang="en-US" sz="1500" dirty="0">
                <a:solidFill>
                  <a:srgbClr val="48FFD5"/>
                </a:solidFill>
                <a:latin typeface="Impact"/>
                <a:ea typeface="Impact"/>
                <a:cs typeface="Impact"/>
                <a:sym typeface="Impact"/>
              </a:rPr>
              <a:t> </a:t>
            </a:r>
            <a:r>
              <a:rPr lang="en-US" sz="1500" dirty="0" err="1">
                <a:solidFill>
                  <a:srgbClr val="48FFD5"/>
                </a:solidFill>
                <a:latin typeface="Impact"/>
                <a:ea typeface="Impact"/>
                <a:cs typeface="Impact"/>
                <a:sym typeface="Impact"/>
              </a:rPr>
              <a:t>mengisi</a:t>
            </a:r>
            <a:r>
              <a:rPr lang="en-US" sz="1500" dirty="0">
                <a:solidFill>
                  <a:srgbClr val="48FFD5"/>
                </a:solidFill>
                <a:latin typeface="Impact"/>
                <a:ea typeface="Impact"/>
                <a:cs typeface="Impact"/>
                <a:sym typeface="Impact"/>
              </a:rPr>
              <a:t> data </a:t>
            </a:r>
            <a:r>
              <a:rPr lang="en-US" sz="1500" dirty="0" err="1">
                <a:solidFill>
                  <a:srgbClr val="48FFD5"/>
                </a:solidFill>
                <a:latin typeface="Impact"/>
                <a:ea typeface="Impact"/>
                <a:cs typeface="Impact"/>
                <a:sym typeface="Impact"/>
              </a:rPr>
              <a:t>diri</a:t>
            </a:r>
            <a:r>
              <a:rPr lang="en-US" sz="1500" dirty="0">
                <a:solidFill>
                  <a:srgbClr val="48FFD5"/>
                </a:solidFill>
                <a:latin typeface="Impact"/>
                <a:ea typeface="Impact"/>
                <a:cs typeface="Impact"/>
                <a:sym typeface="Impact"/>
              </a:rPr>
              <a:t> dan </a:t>
            </a:r>
            <a:r>
              <a:rPr lang="en-US" sz="1500" dirty="0" err="1">
                <a:solidFill>
                  <a:srgbClr val="48FFD5"/>
                </a:solidFill>
                <a:latin typeface="Impact"/>
                <a:ea typeface="Impact"/>
                <a:cs typeface="Impact"/>
                <a:sym typeface="Impact"/>
              </a:rPr>
              <a:t>pengaduan</a:t>
            </a:r>
            <a:r>
              <a:rPr lang="en-US" sz="1500" dirty="0">
                <a:solidFill>
                  <a:srgbClr val="48FFD5"/>
                </a:solidFill>
                <a:latin typeface="Impact"/>
                <a:ea typeface="Impact"/>
                <a:cs typeface="Impact"/>
                <a:sym typeface="Impact"/>
              </a:rPr>
              <a:t> </a:t>
            </a:r>
            <a:r>
              <a:rPr lang="en-US" sz="1500" dirty="0" err="1">
                <a:solidFill>
                  <a:srgbClr val="48FFD5"/>
                </a:solidFill>
                <a:latin typeface="Impact"/>
                <a:ea typeface="Impact"/>
                <a:cs typeface="Impact"/>
                <a:sym typeface="Impact"/>
              </a:rPr>
              <a:t>mereka</a:t>
            </a:r>
            <a:r>
              <a:rPr lang="en-US" sz="1500" dirty="0">
                <a:solidFill>
                  <a:srgbClr val="48FFD5"/>
                </a:solidFill>
                <a:latin typeface="Impact"/>
                <a:ea typeface="Impact"/>
                <a:cs typeface="Impact"/>
                <a:sym typeface="Impact"/>
              </a:rPr>
              <a:t> </a:t>
            </a:r>
            <a:r>
              <a:rPr lang="en-US" sz="1500" dirty="0" err="1">
                <a:solidFill>
                  <a:srgbClr val="48FFD5"/>
                </a:solidFill>
                <a:latin typeface="Impact"/>
                <a:ea typeface="Impact"/>
                <a:cs typeface="Impact"/>
                <a:sym typeface="Impact"/>
              </a:rPr>
              <a:t>dalam</a:t>
            </a:r>
            <a:r>
              <a:rPr lang="en-US" sz="1500" dirty="0">
                <a:solidFill>
                  <a:srgbClr val="48FFD5"/>
                </a:solidFill>
                <a:latin typeface="Impact"/>
                <a:ea typeface="Impact"/>
                <a:cs typeface="Impact"/>
                <a:sym typeface="Impact"/>
              </a:rPr>
              <a:t> </a:t>
            </a:r>
            <a:r>
              <a:rPr lang="en-US" sz="1500" dirty="0" err="1">
                <a:solidFill>
                  <a:srgbClr val="48FFD5"/>
                </a:solidFill>
                <a:latin typeface="Impact"/>
                <a:ea typeface="Impact"/>
                <a:cs typeface="Impact"/>
                <a:sym typeface="Impact"/>
              </a:rPr>
              <a:t>sebuah</a:t>
            </a:r>
            <a:r>
              <a:rPr lang="en-US" sz="1500" dirty="0">
                <a:solidFill>
                  <a:srgbClr val="48FFD5"/>
                </a:solidFill>
                <a:latin typeface="Impact"/>
                <a:ea typeface="Impact"/>
                <a:cs typeface="Impact"/>
                <a:sym typeface="Impact"/>
              </a:rPr>
              <a:t> form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1500" dirty="0" err="1">
                <a:solidFill>
                  <a:srgbClr val="48FFD5"/>
                </a:solidFill>
                <a:latin typeface="Impact"/>
                <a:ea typeface="Impact"/>
                <a:cs typeface="Impact"/>
                <a:sym typeface="Impact"/>
              </a:rPr>
              <a:t>Pengguna</a:t>
            </a:r>
            <a:r>
              <a:rPr lang="en-US" sz="1500" dirty="0">
                <a:solidFill>
                  <a:srgbClr val="48FFD5"/>
                </a:solidFill>
                <a:latin typeface="Impact"/>
                <a:ea typeface="Impact"/>
                <a:cs typeface="Impact"/>
                <a:sym typeface="Impact"/>
              </a:rPr>
              <a:t> </a:t>
            </a:r>
            <a:r>
              <a:rPr lang="en-US" sz="1500" dirty="0" err="1">
                <a:solidFill>
                  <a:srgbClr val="48FFD5"/>
                </a:solidFill>
                <a:latin typeface="Impact"/>
                <a:ea typeface="Impact"/>
                <a:cs typeface="Impact"/>
                <a:sym typeface="Impact"/>
              </a:rPr>
              <a:t>tidak</a:t>
            </a:r>
            <a:r>
              <a:rPr lang="en-US" sz="1500" dirty="0">
                <a:solidFill>
                  <a:srgbClr val="48FFD5"/>
                </a:solidFill>
                <a:latin typeface="Impact"/>
                <a:ea typeface="Impact"/>
                <a:cs typeface="Impact"/>
                <a:sym typeface="Impact"/>
              </a:rPr>
              <a:t> </a:t>
            </a:r>
            <a:r>
              <a:rPr lang="en-US" sz="1500" dirty="0" err="1">
                <a:solidFill>
                  <a:srgbClr val="48FFD5"/>
                </a:solidFill>
                <a:latin typeface="Impact"/>
                <a:ea typeface="Impact"/>
                <a:cs typeface="Impact"/>
                <a:sym typeface="Impact"/>
              </a:rPr>
              <a:t>akan</a:t>
            </a:r>
            <a:r>
              <a:rPr lang="en-US" sz="1500" dirty="0">
                <a:solidFill>
                  <a:srgbClr val="48FFD5"/>
                </a:solidFill>
                <a:latin typeface="Impact"/>
                <a:ea typeface="Impact"/>
                <a:cs typeface="Impact"/>
                <a:sym typeface="Impact"/>
              </a:rPr>
              <a:t> login </a:t>
            </a:r>
            <a:r>
              <a:rPr lang="en-US" sz="1500" dirty="0" err="1">
                <a:solidFill>
                  <a:srgbClr val="48FFD5"/>
                </a:solidFill>
                <a:latin typeface="Impact"/>
                <a:ea typeface="Impact"/>
                <a:cs typeface="Impact"/>
                <a:sym typeface="Impact"/>
              </a:rPr>
              <a:t>ke</a:t>
            </a:r>
            <a:r>
              <a:rPr lang="en-US" sz="1500" dirty="0">
                <a:solidFill>
                  <a:srgbClr val="48FFD5"/>
                </a:solidFill>
                <a:latin typeface="Impact"/>
                <a:ea typeface="Impact"/>
                <a:cs typeface="Impact"/>
                <a:sym typeface="Impact"/>
              </a:rPr>
              <a:t> </a:t>
            </a:r>
            <a:r>
              <a:rPr lang="en-US" sz="1500" dirty="0" err="1">
                <a:solidFill>
                  <a:srgbClr val="48FFD5"/>
                </a:solidFill>
                <a:latin typeface="Impact"/>
                <a:ea typeface="Impact"/>
                <a:cs typeface="Impact"/>
                <a:sym typeface="Impact"/>
              </a:rPr>
              <a:t>dalam</a:t>
            </a:r>
            <a:r>
              <a:rPr lang="en-US" sz="1500" dirty="0">
                <a:solidFill>
                  <a:srgbClr val="48FFD5"/>
                </a:solidFill>
                <a:latin typeface="Impact"/>
                <a:ea typeface="Impact"/>
                <a:cs typeface="Impact"/>
                <a:sym typeface="Impact"/>
              </a:rPr>
              <a:t> </a:t>
            </a:r>
            <a:r>
              <a:rPr lang="en-US" sz="1500" dirty="0" err="1">
                <a:solidFill>
                  <a:srgbClr val="48FFD5"/>
                </a:solidFill>
                <a:latin typeface="Impact"/>
                <a:ea typeface="Impact"/>
                <a:cs typeface="Impact"/>
                <a:sym typeface="Impact"/>
              </a:rPr>
              <a:t>aplikasi</a:t>
            </a:r>
            <a:endParaRPr lang="en-US" sz="1500" dirty="0">
              <a:solidFill>
                <a:srgbClr val="48FFD5"/>
              </a:solidFill>
              <a:latin typeface="Impact"/>
              <a:ea typeface="Impact"/>
              <a:cs typeface="Impact"/>
              <a:sym typeface="Impact"/>
            </a:endParaRP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1500" dirty="0" err="1">
                <a:solidFill>
                  <a:srgbClr val="48FFD5"/>
                </a:solidFill>
                <a:latin typeface="Impact"/>
                <a:ea typeface="Impact"/>
                <a:cs typeface="Impact"/>
                <a:sym typeface="Impact"/>
              </a:rPr>
              <a:t>Pengguna</a:t>
            </a:r>
            <a:r>
              <a:rPr lang="en-US" sz="1500" dirty="0">
                <a:solidFill>
                  <a:srgbClr val="48FFD5"/>
                </a:solidFill>
                <a:latin typeface="Impact"/>
                <a:ea typeface="Impact"/>
                <a:cs typeface="Impact"/>
                <a:sym typeface="Impact"/>
              </a:rPr>
              <a:t> </a:t>
            </a:r>
            <a:r>
              <a:rPr lang="en-US" sz="1500" dirty="0" err="1">
                <a:solidFill>
                  <a:srgbClr val="48FFD5"/>
                </a:solidFill>
                <a:latin typeface="Impact"/>
                <a:ea typeface="Impact"/>
                <a:cs typeface="Impact"/>
                <a:sym typeface="Impact"/>
              </a:rPr>
              <a:t>akan</a:t>
            </a:r>
            <a:r>
              <a:rPr lang="en-US" sz="1500" dirty="0">
                <a:solidFill>
                  <a:srgbClr val="48FFD5"/>
                </a:solidFill>
                <a:latin typeface="Impact"/>
                <a:ea typeface="Impact"/>
                <a:cs typeface="Impact"/>
                <a:sym typeface="Impact"/>
              </a:rPr>
              <a:t> </a:t>
            </a:r>
            <a:r>
              <a:rPr lang="en-US" sz="1500" dirty="0" err="1">
                <a:solidFill>
                  <a:srgbClr val="48FFD5"/>
                </a:solidFill>
                <a:latin typeface="Impact"/>
                <a:ea typeface="Impact"/>
                <a:cs typeface="Impact"/>
                <a:sym typeface="Impact"/>
              </a:rPr>
              <a:t>mendapatkan</a:t>
            </a:r>
            <a:r>
              <a:rPr lang="en-US" sz="1500" dirty="0">
                <a:solidFill>
                  <a:srgbClr val="48FFD5"/>
                </a:solidFill>
                <a:latin typeface="Impact"/>
                <a:ea typeface="Impact"/>
                <a:cs typeface="Impact"/>
                <a:sym typeface="Impact"/>
              </a:rPr>
              <a:t> </a:t>
            </a:r>
            <a:r>
              <a:rPr lang="en-US" sz="1500" dirty="0" err="1">
                <a:solidFill>
                  <a:srgbClr val="48FFD5"/>
                </a:solidFill>
                <a:latin typeface="Impact"/>
                <a:ea typeface="Impact"/>
                <a:cs typeface="Impact"/>
                <a:sym typeface="Impact"/>
              </a:rPr>
              <a:t>kode</a:t>
            </a:r>
            <a:r>
              <a:rPr lang="en-US" sz="1500" dirty="0">
                <a:solidFill>
                  <a:srgbClr val="48FFD5"/>
                </a:solidFill>
                <a:latin typeface="Impact"/>
                <a:ea typeface="Impact"/>
                <a:cs typeface="Impact"/>
                <a:sym typeface="Impact"/>
              </a:rPr>
              <a:t> </a:t>
            </a:r>
            <a:r>
              <a:rPr lang="en-US" sz="1500" dirty="0" err="1">
                <a:solidFill>
                  <a:srgbClr val="48FFD5"/>
                </a:solidFill>
                <a:latin typeface="Impact"/>
                <a:ea typeface="Impact"/>
                <a:cs typeface="Impact"/>
                <a:sym typeface="Impact"/>
              </a:rPr>
              <a:t>pengaduan</a:t>
            </a:r>
            <a:r>
              <a:rPr lang="en-US" sz="1500" dirty="0">
                <a:solidFill>
                  <a:srgbClr val="48FFD5"/>
                </a:solidFill>
                <a:latin typeface="Impact"/>
                <a:ea typeface="Impact"/>
                <a:cs typeface="Impact"/>
                <a:sym typeface="Impact"/>
              </a:rPr>
              <a:t> yang </a:t>
            </a:r>
            <a:r>
              <a:rPr lang="en-US" sz="1500" dirty="0" err="1">
                <a:solidFill>
                  <a:srgbClr val="48FFD5"/>
                </a:solidFill>
                <a:latin typeface="Impact"/>
                <a:ea typeface="Impact"/>
                <a:cs typeface="Impact"/>
                <a:sym typeface="Impact"/>
              </a:rPr>
              <a:t>akan</a:t>
            </a:r>
            <a:r>
              <a:rPr lang="en-US" sz="1500" dirty="0">
                <a:solidFill>
                  <a:srgbClr val="48FFD5"/>
                </a:solidFill>
                <a:latin typeface="Impact"/>
                <a:ea typeface="Impact"/>
                <a:cs typeface="Impact"/>
                <a:sym typeface="Impact"/>
              </a:rPr>
              <a:t> </a:t>
            </a:r>
            <a:r>
              <a:rPr lang="en-US" sz="1500" dirty="0" err="1">
                <a:solidFill>
                  <a:srgbClr val="48FFD5"/>
                </a:solidFill>
                <a:latin typeface="Impact"/>
                <a:ea typeface="Impact"/>
                <a:cs typeface="Impact"/>
                <a:sym typeface="Impact"/>
              </a:rPr>
              <a:t>dikirimkan</a:t>
            </a:r>
            <a:r>
              <a:rPr lang="en-US" sz="1500" dirty="0">
                <a:solidFill>
                  <a:srgbClr val="48FFD5"/>
                </a:solidFill>
                <a:latin typeface="Impact"/>
                <a:ea typeface="Impact"/>
                <a:cs typeface="Impact"/>
                <a:sym typeface="Impact"/>
              </a:rPr>
              <a:t> </a:t>
            </a:r>
            <a:r>
              <a:rPr lang="en-US" sz="1500" dirty="0" err="1">
                <a:solidFill>
                  <a:srgbClr val="48FFD5"/>
                </a:solidFill>
                <a:latin typeface="Impact"/>
                <a:ea typeface="Impact"/>
                <a:cs typeface="Impact"/>
                <a:sym typeface="Impact"/>
              </a:rPr>
              <a:t>melalui</a:t>
            </a:r>
            <a:r>
              <a:rPr lang="en-US" sz="1500" dirty="0">
                <a:solidFill>
                  <a:srgbClr val="48FFD5"/>
                </a:solidFill>
                <a:latin typeface="Impact"/>
                <a:ea typeface="Impact"/>
                <a:cs typeface="Impact"/>
                <a:sym typeface="Impact"/>
              </a:rPr>
              <a:t> E-Mail yang </a:t>
            </a:r>
            <a:r>
              <a:rPr lang="en-US" sz="1500" dirty="0" err="1">
                <a:solidFill>
                  <a:srgbClr val="48FFD5"/>
                </a:solidFill>
                <a:latin typeface="Impact"/>
                <a:ea typeface="Impact"/>
                <a:cs typeface="Impact"/>
                <a:sym typeface="Impact"/>
              </a:rPr>
              <a:t>sudah</a:t>
            </a:r>
            <a:r>
              <a:rPr lang="en-US" sz="1500" dirty="0">
                <a:solidFill>
                  <a:srgbClr val="48FFD5"/>
                </a:solidFill>
                <a:latin typeface="Impact"/>
                <a:ea typeface="Impact"/>
                <a:cs typeface="Impact"/>
                <a:sym typeface="Impact"/>
              </a:rPr>
              <a:t> </a:t>
            </a:r>
            <a:r>
              <a:rPr lang="en-US" sz="1500" dirty="0" err="1">
                <a:solidFill>
                  <a:srgbClr val="48FFD5"/>
                </a:solidFill>
                <a:latin typeface="Impact"/>
                <a:ea typeface="Impact"/>
                <a:cs typeface="Impact"/>
                <a:sym typeface="Impact"/>
              </a:rPr>
              <a:t>mereka</a:t>
            </a:r>
            <a:r>
              <a:rPr lang="en-US" sz="1500" dirty="0">
                <a:solidFill>
                  <a:srgbClr val="48FFD5"/>
                </a:solidFill>
                <a:latin typeface="Impact"/>
                <a:ea typeface="Impact"/>
                <a:cs typeface="Impact"/>
                <a:sym typeface="Impact"/>
              </a:rPr>
              <a:t> </a:t>
            </a:r>
            <a:r>
              <a:rPr lang="en-US" sz="1500" dirty="0" err="1">
                <a:solidFill>
                  <a:srgbClr val="48FFD5"/>
                </a:solidFill>
                <a:latin typeface="Impact"/>
                <a:ea typeface="Impact"/>
                <a:cs typeface="Impact"/>
                <a:sym typeface="Impact"/>
              </a:rPr>
              <a:t>isi</a:t>
            </a:r>
            <a:endParaRPr lang="en-US" sz="1500" dirty="0">
              <a:solidFill>
                <a:srgbClr val="48FFD5"/>
              </a:solidFill>
              <a:latin typeface="Impact"/>
              <a:ea typeface="Impact"/>
              <a:cs typeface="Impact"/>
              <a:sym typeface="Impact"/>
            </a:endParaRP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1500" dirty="0" err="1">
                <a:solidFill>
                  <a:srgbClr val="48FFD5"/>
                </a:solidFill>
                <a:latin typeface="Impact"/>
                <a:ea typeface="Impact"/>
                <a:cs typeface="Impact"/>
                <a:sym typeface="Impact"/>
              </a:rPr>
              <a:t>Tugas</a:t>
            </a:r>
            <a:r>
              <a:rPr lang="en-US" sz="1500" dirty="0">
                <a:solidFill>
                  <a:srgbClr val="48FFD5"/>
                </a:solidFill>
                <a:latin typeface="Impact"/>
                <a:ea typeface="Impact"/>
                <a:cs typeface="Impact"/>
                <a:sym typeface="Impact"/>
              </a:rPr>
              <a:t> admin </a:t>
            </a:r>
            <a:r>
              <a:rPr lang="en-US" sz="1500" dirty="0" err="1">
                <a:solidFill>
                  <a:srgbClr val="48FFD5"/>
                </a:solidFill>
                <a:latin typeface="Impact"/>
                <a:ea typeface="Impact"/>
                <a:cs typeface="Impact"/>
                <a:sym typeface="Impact"/>
              </a:rPr>
              <a:t>yaitu</a:t>
            </a:r>
            <a:r>
              <a:rPr lang="en-US" sz="1500" dirty="0">
                <a:solidFill>
                  <a:srgbClr val="48FFD5"/>
                </a:solidFill>
                <a:latin typeface="Impact"/>
                <a:ea typeface="Impact"/>
                <a:cs typeface="Impact"/>
                <a:sym typeface="Impact"/>
              </a:rPr>
              <a:t> </a:t>
            </a:r>
            <a:r>
              <a:rPr lang="en-US" sz="1500" dirty="0" err="1">
                <a:solidFill>
                  <a:srgbClr val="48FFD5"/>
                </a:solidFill>
                <a:latin typeface="Impact"/>
                <a:ea typeface="Impact"/>
                <a:cs typeface="Impact"/>
                <a:sym typeface="Impact"/>
              </a:rPr>
              <a:t>menambahkan</a:t>
            </a:r>
            <a:r>
              <a:rPr lang="en-US" sz="1500" dirty="0">
                <a:solidFill>
                  <a:srgbClr val="48FFD5"/>
                </a:solidFill>
                <a:latin typeface="Impact"/>
                <a:ea typeface="Impact"/>
                <a:cs typeface="Impact"/>
                <a:sym typeface="Impact"/>
              </a:rPr>
              <a:t> dan </a:t>
            </a:r>
            <a:r>
              <a:rPr lang="en-US" sz="1500" dirty="0" err="1">
                <a:solidFill>
                  <a:srgbClr val="48FFD5"/>
                </a:solidFill>
                <a:latin typeface="Impact"/>
                <a:ea typeface="Impact"/>
                <a:cs typeface="Impact"/>
                <a:sym typeface="Impact"/>
              </a:rPr>
              <a:t>menghapus</a:t>
            </a:r>
            <a:r>
              <a:rPr lang="en-US" sz="1500" dirty="0">
                <a:solidFill>
                  <a:srgbClr val="48FFD5"/>
                </a:solidFill>
                <a:latin typeface="Impact"/>
                <a:ea typeface="Impact"/>
                <a:cs typeface="Impact"/>
                <a:sym typeface="Impact"/>
              </a:rPr>
              <a:t> </a:t>
            </a:r>
            <a:r>
              <a:rPr lang="en-US" sz="1500" dirty="0" err="1">
                <a:solidFill>
                  <a:srgbClr val="48FFD5"/>
                </a:solidFill>
                <a:latin typeface="Impact"/>
                <a:ea typeface="Impact"/>
                <a:cs typeface="Impact"/>
                <a:sym typeface="Impact"/>
              </a:rPr>
              <a:t>petugas</a:t>
            </a:r>
            <a:r>
              <a:rPr lang="en-US" sz="1500" dirty="0">
                <a:solidFill>
                  <a:srgbClr val="48FFD5"/>
                </a:solidFill>
                <a:latin typeface="Impact"/>
                <a:ea typeface="Impact"/>
                <a:cs typeface="Impact"/>
                <a:sym typeface="Impact"/>
              </a:rPr>
              <a:t> 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1500" dirty="0" err="1">
                <a:solidFill>
                  <a:srgbClr val="48FFD5"/>
                </a:solidFill>
                <a:latin typeface="Impact"/>
                <a:ea typeface="Impact"/>
                <a:cs typeface="Impact"/>
                <a:sym typeface="Impact"/>
              </a:rPr>
              <a:t>Tugas</a:t>
            </a:r>
            <a:r>
              <a:rPr lang="en-US" sz="1500" dirty="0">
                <a:solidFill>
                  <a:srgbClr val="48FFD5"/>
                </a:solidFill>
                <a:latin typeface="Impact"/>
                <a:ea typeface="Impact"/>
                <a:cs typeface="Impact"/>
                <a:sym typeface="Impact"/>
              </a:rPr>
              <a:t> </a:t>
            </a:r>
            <a:r>
              <a:rPr lang="en-US" sz="1500" dirty="0" err="1">
                <a:solidFill>
                  <a:srgbClr val="48FFD5"/>
                </a:solidFill>
                <a:latin typeface="Impact"/>
                <a:ea typeface="Impact"/>
                <a:cs typeface="Impact"/>
                <a:sym typeface="Impact"/>
              </a:rPr>
              <a:t>petugas</a:t>
            </a:r>
            <a:r>
              <a:rPr lang="en-US" sz="1500" dirty="0">
                <a:solidFill>
                  <a:srgbClr val="48FFD5"/>
                </a:solidFill>
                <a:latin typeface="Impact"/>
                <a:ea typeface="Impact"/>
                <a:cs typeface="Impact"/>
                <a:sym typeface="Impact"/>
              </a:rPr>
              <a:t> </a:t>
            </a:r>
            <a:r>
              <a:rPr lang="en-US" sz="1500" dirty="0" err="1">
                <a:solidFill>
                  <a:srgbClr val="48FFD5"/>
                </a:solidFill>
                <a:latin typeface="Impact"/>
                <a:ea typeface="Impact"/>
                <a:cs typeface="Impact"/>
                <a:sym typeface="Impact"/>
              </a:rPr>
              <a:t>yaitu</a:t>
            </a:r>
            <a:r>
              <a:rPr lang="en-US" sz="1500" dirty="0">
                <a:solidFill>
                  <a:srgbClr val="48FFD5"/>
                </a:solidFill>
                <a:latin typeface="Impact"/>
                <a:ea typeface="Impact"/>
                <a:cs typeface="Impact"/>
                <a:sym typeface="Impact"/>
              </a:rPr>
              <a:t> </a:t>
            </a:r>
            <a:r>
              <a:rPr lang="en-US" sz="1500" dirty="0" err="1">
                <a:solidFill>
                  <a:srgbClr val="48FFD5"/>
                </a:solidFill>
                <a:latin typeface="Impact"/>
                <a:ea typeface="Impact"/>
                <a:cs typeface="Impact"/>
                <a:sym typeface="Impact"/>
              </a:rPr>
              <a:t>menangani</a:t>
            </a:r>
            <a:r>
              <a:rPr lang="en-US" sz="1500" dirty="0">
                <a:solidFill>
                  <a:srgbClr val="48FFD5"/>
                </a:solidFill>
                <a:latin typeface="Impact"/>
                <a:ea typeface="Impact"/>
                <a:cs typeface="Impact"/>
                <a:sym typeface="Impact"/>
              </a:rPr>
              <a:t> </a:t>
            </a:r>
            <a:r>
              <a:rPr lang="en-US" sz="1500" dirty="0" err="1">
                <a:solidFill>
                  <a:srgbClr val="48FFD5"/>
                </a:solidFill>
                <a:latin typeface="Impact"/>
                <a:ea typeface="Impact"/>
                <a:cs typeface="Impact"/>
                <a:sym typeface="Impact"/>
              </a:rPr>
              <a:t>semua</a:t>
            </a:r>
            <a:r>
              <a:rPr lang="en-US" sz="1500" dirty="0">
                <a:solidFill>
                  <a:srgbClr val="48FFD5"/>
                </a:solidFill>
                <a:latin typeface="Impact"/>
                <a:ea typeface="Impact"/>
                <a:cs typeface="Impact"/>
                <a:sym typeface="Impact"/>
              </a:rPr>
              <a:t> </a:t>
            </a:r>
            <a:r>
              <a:rPr lang="en-US" sz="1500" dirty="0" err="1">
                <a:solidFill>
                  <a:srgbClr val="48FFD5"/>
                </a:solidFill>
                <a:latin typeface="Impact"/>
                <a:ea typeface="Impact"/>
                <a:cs typeface="Impact"/>
                <a:sym typeface="Impact"/>
              </a:rPr>
              <a:t>laporan</a:t>
            </a:r>
            <a:r>
              <a:rPr lang="en-US" sz="1500" dirty="0">
                <a:solidFill>
                  <a:srgbClr val="48FFD5"/>
                </a:solidFill>
                <a:latin typeface="Impact"/>
                <a:ea typeface="Impact"/>
                <a:cs typeface="Impact"/>
                <a:sym typeface="Impact"/>
              </a:rPr>
              <a:t> </a:t>
            </a:r>
            <a:r>
              <a:rPr lang="en-US" sz="1500" dirty="0" err="1">
                <a:solidFill>
                  <a:srgbClr val="48FFD5"/>
                </a:solidFill>
                <a:latin typeface="Impact"/>
                <a:ea typeface="Impact"/>
                <a:cs typeface="Impact"/>
                <a:sym typeface="Impact"/>
              </a:rPr>
              <a:t>pengaduan</a:t>
            </a:r>
            <a:r>
              <a:rPr lang="en-US" sz="1500" dirty="0">
                <a:solidFill>
                  <a:srgbClr val="48FFD5"/>
                </a:solidFill>
                <a:latin typeface="Impact"/>
                <a:ea typeface="Impact"/>
                <a:cs typeface="Impact"/>
                <a:sym typeface="Impact"/>
              </a:rPr>
              <a:t> yang </a:t>
            </a:r>
            <a:r>
              <a:rPr lang="en-US" sz="1500" dirty="0" err="1">
                <a:solidFill>
                  <a:srgbClr val="48FFD5"/>
                </a:solidFill>
                <a:latin typeface="Impact"/>
                <a:ea typeface="Impact"/>
                <a:cs typeface="Impact"/>
                <a:sym typeface="Impact"/>
              </a:rPr>
              <a:t>masuk</a:t>
            </a:r>
            <a:endParaRPr lang="en-US" sz="1500" dirty="0">
              <a:solidFill>
                <a:srgbClr val="48FFD5"/>
              </a:solidFill>
              <a:latin typeface="Impact"/>
              <a:ea typeface="Impact"/>
              <a:cs typeface="Impact"/>
              <a:sym typeface="Impact"/>
            </a:endParaRP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1500" dirty="0" err="1">
                <a:solidFill>
                  <a:srgbClr val="48FFD5"/>
                </a:solidFill>
                <a:latin typeface="Impact"/>
                <a:ea typeface="Impact"/>
                <a:cs typeface="Impact"/>
                <a:sym typeface="Impact"/>
              </a:rPr>
              <a:t>Terdapat</a:t>
            </a:r>
            <a:r>
              <a:rPr lang="en-US" sz="1500" dirty="0">
                <a:solidFill>
                  <a:srgbClr val="48FFD5"/>
                </a:solidFill>
                <a:latin typeface="Impact"/>
                <a:ea typeface="Impact"/>
                <a:cs typeface="Impact"/>
                <a:sym typeface="Impact"/>
              </a:rPr>
              <a:t> total 5 </a:t>
            </a:r>
            <a:r>
              <a:rPr lang="en-US" sz="1500" dirty="0" err="1">
                <a:solidFill>
                  <a:srgbClr val="48FFD5"/>
                </a:solidFill>
                <a:latin typeface="Impact"/>
                <a:ea typeface="Impact"/>
                <a:cs typeface="Impact"/>
                <a:sym typeface="Impact"/>
              </a:rPr>
              <a:t>pengaduan</a:t>
            </a:r>
            <a:r>
              <a:rPr lang="en-US" sz="1500" dirty="0">
                <a:solidFill>
                  <a:srgbClr val="48FFD5"/>
                </a:solidFill>
                <a:latin typeface="Impact"/>
                <a:ea typeface="Impact"/>
                <a:cs typeface="Impact"/>
                <a:sym typeface="Impact"/>
              </a:rPr>
              <a:t> </a:t>
            </a:r>
            <a:r>
              <a:rPr lang="en-US" sz="1500" dirty="0" err="1">
                <a:solidFill>
                  <a:srgbClr val="48FFD5"/>
                </a:solidFill>
                <a:latin typeface="Impact"/>
                <a:ea typeface="Impact"/>
                <a:cs typeface="Impact"/>
                <a:sym typeface="Impact"/>
              </a:rPr>
              <a:t>layanan</a:t>
            </a:r>
            <a:r>
              <a:rPr lang="en-US" sz="1500" dirty="0">
                <a:solidFill>
                  <a:srgbClr val="48FFD5"/>
                </a:solidFill>
                <a:latin typeface="Impact"/>
                <a:ea typeface="Impact"/>
                <a:cs typeface="Impact"/>
                <a:sym typeface="Impact"/>
              </a:rPr>
              <a:t> yang </a:t>
            </a:r>
            <a:r>
              <a:rPr lang="en-US" sz="1500" dirty="0" err="1">
                <a:solidFill>
                  <a:srgbClr val="48FFD5"/>
                </a:solidFill>
                <a:latin typeface="Impact"/>
                <a:ea typeface="Impact"/>
                <a:cs typeface="Impact"/>
                <a:sym typeface="Impact"/>
              </a:rPr>
              <a:t>tersedia</a:t>
            </a:r>
            <a:r>
              <a:rPr lang="en-US" sz="1500" dirty="0">
                <a:solidFill>
                  <a:srgbClr val="48FFD5"/>
                </a:solidFill>
                <a:latin typeface="Impact"/>
                <a:ea typeface="Impact"/>
                <a:cs typeface="Impact"/>
                <a:sym typeface="Impact"/>
              </a:rPr>
              <a:t> </a:t>
            </a:r>
            <a:r>
              <a:rPr lang="en-US" sz="1500" dirty="0" err="1">
                <a:solidFill>
                  <a:srgbClr val="48FFD5"/>
                </a:solidFill>
                <a:latin typeface="Impact"/>
                <a:ea typeface="Impact"/>
                <a:cs typeface="Impact"/>
                <a:sym typeface="Impact"/>
              </a:rPr>
              <a:t>yaitu</a:t>
            </a:r>
            <a:r>
              <a:rPr lang="en-US" sz="1500" dirty="0">
                <a:solidFill>
                  <a:srgbClr val="48FFD5"/>
                </a:solidFill>
                <a:latin typeface="Impact"/>
                <a:ea typeface="Impact"/>
                <a:cs typeface="Impact"/>
                <a:sym typeface="Impact"/>
              </a:rPr>
              <a:t>, </a:t>
            </a:r>
            <a:r>
              <a:rPr lang="en-US" sz="1500" dirty="0" err="1">
                <a:solidFill>
                  <a:srgbClr val="48FFD5"/>
                </a:solidFill>
                <a:latin typeface="Impact"/>
                <a:ea typeface="Impact"/>
                <a:cs typeface="Impact"/>
                <a:sym typeface="Impact"/>
              </a:rPr>
              <a:t>jaringan</a:t>
            </a:r>
            <a:r>
              <a:rPr lang="en-US" sz="1500" dirty="0">
                <a:solidFill>
                  <a:srgbClr val="48FFD5"/>
                </a:solidFill>
                <a:latin typeface="Impact"/>
                <a:ea typeface="Impact"/>
                <a:cs typeface="Impact"/>
                <a:sym typeface="Impact"/>
              </a:rPr>
              <a:t>, server, LMS, website (unima.ac.id) dan </a:t>
            </a:r>
            <a:r>
              <a:rPr lang="en-US" sz="1500" dirty="0" err="1">
                <a:solidFill>
                  <a:srgbClr val="48FFD5"/>
                </a:solidFill>
                <a:latin typeface="Impact"/>
                <a:ea typeface="Impact"/>
                <a:cs typeface="Impact"/>
                <a:sym typeface="Impact"/>
              </a:rPr>
              <a:t>Sistem</a:t>
            </a:r>
            <a:r>
              <a:rPr lang="en-US" sz="1500" dirty="0">
                <a:solidFill>
                  <a:srgbClr val="48FFD5"/>
                </a:solidFill>
                <a:latin typeface="Impact"/>
                <a:ea typeface="Impact"/>
                <a:cs typeface="Impact"/>
                <a:sym typeface="Impact"/>
              </a:rPr>
              <a:t> </a:t>
            </a:r>
            <a:r>
              <a:rPr lang="en-US" sz="1500" dirty="0" err="1">
                <a:solidFill>
                  <a:srgbClr val="48FFD5"/>
                </a:solidFill>
                <a:latin typeface="Impact"/>
                <a:ea typeface="Impact"/>
                <a:cs typeface="Impact"/>
                <a:sym typeface="Impact"/>
              </a:rPr>
              <a:t>Informasi</a:t>
            </a:r>
            <a:r>
              <a:rPr lang="en-US" sz="1500" dirty="0">
                <a:solidFill>
                  <a:srgbClr val="48FFD5"/>
                </a:solidFill>
                <a:latin typeface="Impact"/>
                <a:ea typeface="Impact"/>
                <a:cs typeface="Impact"/>
                <a:sym typeface="Impact"/>
              </a:rPr>
              <a:t> (si.unima.ac.id)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1500" dirty="0" err="1">
                <a:solidFill>
                  <a:srgbClr val="48FFD5"/>
                </a:solidFill>
                <a:latin typeface="Impact"/>
                <a:ea typeface="Impact"/>
                <a:cs typeface="Impact"/>
                <a:sym typeface="Impact"/>
              </a:rPr>
              <a:t>Menampilkan</a:t>
            </a:r>
            <a:r>
              <a:rPr lang="en-US" sz="1500" dirty="0">
                <a:solidFill>
                  <a:srgbClr val="48FFD5"/>
                </a:solidFill>
                <a:latin typeface="Impact"/>
                <a:ea typeface="Impact"/>
                <a:cs typeface="Impact"/>
                <a:sym typeface="Impact"/>
              </a:rPr>
              <a:t> </a:t>
            </a:r>
            <a:r>
              <a:rPr lang="en-US" sz="1500" dirty="0" err="1">
                <a:solidFill>
                  <a:srgbClr val="48FFD5"/>
                </a:solidFill>
                <a:latin typeface="Impact"/>
                <a:ea typeface="Impact"/>
                <a:cs typeface="Impact"/>
                <a:sym typeface="Impact"/>
              </a:rPr>
              <a:t>hasil</a:t>
            </a:r>
            <a:r>
              <a:rPr lang="en-US" sz="1500" dirty="0">
                <a:solidFill>
                  <a:srgbClr val="48FFD5"/>
                </a:solidFill>
                <a:latin typeface="Impact"/>
                <a:ea typeface="Impact"/>
                <a:cs typeface="Impact"/>
                <a:sym typeface="Impact"/>
              </a:rPr>
              <a:t> </a:t>
            </a:r>
            <a:r>
              <a:rPr lang="en-US" sz="1500" dirty="0" err="1">
                <a:solidFill>
                  <a:srgbClr val="48FFD5"/>
                </a:solidFill>
                <a:latin typeface="Impact"/>
                <a:ea typeface="Impact"/>
                <a:cs typeface="Impact"/>
                <a:sym typeface="Impact"/>
              </a:rPr>
              <a:t>pengaduan</a:t>
            </a:r>
            <a:r>
              <a:rPr lang="en-US" sz="1500" dirty="0">
                <a:solidFill>
                  <a:srgbClr val="48FFD5"/>
                </a:solidFill>
                <a:latin typeface="Impact"/>
                <a:ea typeface="Impact"/>
                <a:cs typeface="Impact"/>
                <a:sym typeface="Impact"/>
              </a:rPr>
              <a:t> </a:t>
            </a:r>
            <a:r>
              <a:rPr lang="en-US" sz="1500" dirty="0" err="1">
                <a:solidFill>
                  <a:srgbClr val="48FFD5"/>
                </a:solidFill>
                <a:latin typeface="Impact"/>
                <a:ea typeface="Impact"/>
                <a:cs typeface="Impact"/>
                <a:sym typeface="Impact"/>
              </a:rPr>
              <a:t>dalam</a:t>
            </a:r>
            <a:r>
              <a:rPr lang="en-US" sz="1500" dirty="0">
                <a:solidFill>
                  <a:srgbClr val="48FFD5"/>
                </a:solidFill>
                <a:latin typeface="Impact"/>
                <a:ea typeface="Impact"/>
                <a:cs typeface="Impact"/>
                <a:sym typeface="Impact"/>
              </a:rPr>
              <a:t> </a:t>
            </a:r>
            <a:r>
              <a:rPr lang="en-US" sz="1500" dirty="0" err="1">
                <a:solidFill>
                  <a:srgbClr val="48FFD5"/>
                </a:solidFill>
                <a:latin typeface="Impact"/>
                <a:ea typeface="Impact"/>
                <a:cs typeface="Impact"/>
                <a:sym typeface="Impact"/>
              </a:rPr>
              <a:t>bentuk</a:t>
            </a:r>
            <a:r>
              <a:rPr lang="en-US" sz="1500" dirty="0">
                <a:solidFill>
                  <a:srgbClr val="48FFD5"/>
                </a:solidFill>
                <a:latin typeface="Impact"/>
                <a:ea typeface="Impact"/>
                <a:cs typeface="Impact"/>
                <a:sym typeface="Impact"/>
              </a:rPr>
              <a:t> </a:t>
            </a:r>
            <a:r>
              <a:rPr lang="en-US" sz="1500" dirty="0" err="1">
                <a:solidFill>
                  <a:srgbClr val="48FFD5"/>
                </a:solidFill>
                <a:latin typeface="Impact"/>
                <a:ea typeface="Impact"/>
                <a:cs typeface="Impact"/>
                <a:sym typeface="Impact"/>
              </a:rPr>
              <a:t>angka</a:t>
            </a:r>
            <a:r>
              <a:rPr lang="en-US" sz="1500" dirty="0">
                <a:solidFill>
                  <a:srgbClr val="48FFD5"/>
                </a:solidFill>
                <a:latin typeface="Impact"/>
                <a:ea typeface="Impact"/>
                <a:cs typeface="Impact"/>
                <a:sym typeface="Impact"/>
              </a:rPr>
              <a:t> (</a:t>
            </a:r>
            <a:r>
              <a:rPr lang="en-US" sz="1500" dirty="0" err="1">
                <a:solidFill>
                  <a:srgbClr val="48FFD5"/>
                </a:solidFill>
                <a:latin typeface="Impact"/>
                <a:ea typeface="Impact"/>
                <a:cs typeface="Impact"/>
                <a:sym typeface="Impact"/>
              </a:rPr>
              <a:t>semua</a:t>
            </a:r>
            <a:r>
              <a:rPr lang="en-US" sz="1500" dirty="0">
                <a:solidFill>
                  <a:srgbClr val="48FFD5"/>
                </a:solidFill>
                <a:latin typeface="Impact"/>
                <a:ea typeface="Impact"/>
                <a:cs typeface="Impact"/>
                <a:sym typeface="Impact"/>
              </a:rPr>
              <a:t>, proses, </a:t>
            </a:r>
            <a:r>
              <a:rPr lang="en-US" sz="1500" dirty="0" err="1">
                <a:solidFill>
                  <a:srgbClr val="48FFD5"/>
                </a:solidFill>
                <a:latin typeface="Impact"/>
                <a:ea typeface="Impact"/>
                <a:cs typeface="Impact"/>
                <a:sym typeface="Impact"/>
              </a:rPr>
              <a:t>selesai</a:t>
            </a:r>
            <a:r>
              <a:rPr lang="en-US" sz="1500" dirty="0">
                <a:solidFill>
                  <a:srgbClr val="48FFD5"/>
                </a:solidFill>
                <a:latin typeface="Impact"/>
                <a:ea typeface="Impact"/>
                <a:cs typeface="Impact"/>
                <a:sym typeface="Impact"/>
              </a:rPr>
              <a:t>, </a:t>
            </a:r>
            <a:r>
              <a:rPr lang="en-US" sz="1500" dirty="0" err="1">
                <a:solidFill>
                  <a:srgbClr val="48FFD5"/>
                </a:solidFill>
                <a:latin typeface="Impact"/>
                <a:ea typeface="Impact"/>
                <a:cs typeface="Impact"/>
                <a:sym typeface="Impact"/>
              </a:rPr>
              <a:t>ditolak</a:t>
            </a:r>
            <a:r>
              <a:rPr lang="en-US" sz="1500" dirty="0">
                <a:solidFill>
                  <a:srgbClr val="48FFD5"/>
                </a:solidFill>
                <a:latin typeface="Impact"/>
                <a:ea typeface="Impact"/>
                <a:cs typeface="Impact"/>
                <a:sym typeface="Impact"/>
              </a:rPr>
              <a:t>, </a:t>
            </a:r>
            <a:r>
              <a:rPr lang="en-US" sz="1500" dirty="0" err="1">
                <a:solidFill>
                  <a:srgbClr val="48FFD5"/>
                </a:solidFill>
                <a:latin typeface="Impact"/>
                <a:ea typeface="Impact"/>
                <a:cs typeface="Impact"/>
                <a:sym typeface="Impact"/>
              </a:rPr>
              <a:t>masuk</a:t>
            </a:r>
            <a:r>
              <a:rPr lang="en-US" sz="1500" dirty="0">
                <a:solidFill>
                  <a:srgbClr val="48FFD5"/>
                </a:solidFill>
                <a:latin typeface="Impact"/>
                <a:ea typeface="Impact"/>
                <a:cs typeface="Impact"/>
                <a:sym typeface="Impact"/>
              </a:rPr>
              <a:t>)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1500" dirty="0">
                <a:solidFill>
                  <a:srgbClr val="48FFD5"/>
                </a:solidFill>
                <a:latin typeface="Impact"/>
                <a:ea typeface="Impact"/>
                <a:cs typeface="Impact"/>
                <a:sym typeface="Impact"/>
              </a:rPr>
              <a:t>Landing Page </a:t>
            </a:r>
            <a:r>
              <a:rPr lang="en-US" sz="1500" dirty="0" err="1">
                <a:solidFill>
                  <a:srgbClr val="48FFD5"/>
                </a:solidFill>
                <a:latin typeface="Impact"/>
                <a:ea typeface="Impact"/>
                <a:cs typeface="Impact"/>
                <a:sym typeface="Impact"/>
              </a:rPr>
              <a:t>menampilkan</a:t>
            </a:r>
            <a:r>
              <a:rPr lang="en-US" sz="1500" dirty="0">
                <a:solidFill>
                  <a:srgbClr val="48FFD5"/>
                </a:solidFill>
                <a:latin typeface="Impact"/>
                <a:ea typeface="Impact"/>
                <a:cs typeface="Impact"/>
                <a:sym typeface="Impact"/>
              </a:rPr>
              <a:t> </a:t>
            </a:r>
            <a:r>
              <a:rPr lang="en-US" sz="1500" dirty="0" err="1">
                <a:solidFill>
                  <a:srgbClr val="48FFD5"/>
                </a:solidFill>
                <a:latin typeface="Impact"/>
                <a:ea typeface="Impact"/>
                <a:cs typeface="Impact"/>
                <a:sym typeface="Impact"/>
              </a:rPr>
              <a:t>informasi</a:t>
            </a:r>
            <a:r>
              <a:rPr lang="en-US" sz="1500" dirty="0">
                <a:solidFill>
                  <a:srgbClr val="48FFD5"/>
                </a:solidFill>
                <a:latin typeface="Impact"/>
                <a:ea typeface="Impact"/>
                <a:cs typeface="Impact"/>
                <a:sym typeface="Impact"/>
              </a:rPr>
              <a:t> </a:t>
            </a:r>
            <a:r>
              <a:rPr lang="en-US" sz="1500" dirty="0" err="1">
                <a:solidFill>
                  <a:srgbClr val="48FFD5"/>
                </a:solidFill>
                <a:latin typeface="Impact"/>
                <a:ea typeface="Impact"/>
                <a:cs typeface="Impact"/>
                <a:sym typeface="Impact"/>
              </a:rPr>
              <a:t>terkait</a:t>
            </a:r>
            <a:r>
              <a:rPr lang="en-US" sz="1500" dirty="0">
                <a:solidFill>
                  <a:srgbClr val="48FFD5"/>
                </a:solidFill>
                <a:latin typeface="Impact"/>
                <a:ea typeface="Impact"/>
                <a:cs typeface="Impact"/>
                <a:sym typeface="Impact"/>
              </a:rPr>
              <a:t> </a:t>
            </a:r>
            <a:r>
              <a:rPr lang="en-US" sz="1500" dirty="0" err="1">
                <a:solidFill>
                  <a:srgbClr val="48FFD5"/>
                </a:solidFill>
                <a:latin typeface="Impact"/>
                <a:ea typeface="Impact"/>
                <a:cs typeface="Impact"/>
                <a:sym typeface="Impact"/>
              </a:rPr>
              <a:t>pusat</a:t>
            </a:r>
            <a:r>
              <a:rPr lang="en-US" sz="1500" dirty="0">
                <a:solidFill>
                  <a:srgbClr val="48FFD5"/>
                </a:solidFill>
                <a:latin typeface="Impact"/>
                <a:ea typeface="Impact"/>
                <a:cs typeface="Impact"/>
                <a:sym typeface="Impact"/>
              </a:rPr>
              <a:t> </a:t>
            </a:r>
            <a:r>
              <a:rPr lang="en-US" sz="1500" dirty="0" err="1">
                <a:solidFill>
                  <a:srgbClr val="48FFD5"/>
                </a:solidFill>
                <a:latin typeface="Impact"/>
                <a:ea typeface="Impact"/>
                <a:cs typeface="Impact"/>
                <a:sym typeface="Impact"/>
              </a:rPr>
              <a:t>komputer</a:t>
            </a:r>
            <a:r>
              <a:rPr lang="en-US" sz="1500" dirty="0">
                <a:solidFill>
                  <a:srgbClr val="48FFD5"/>
                </a:solidFill>
                <a:latin typeface="Impact"/>
                <a:ea typeface="Impact"/>
                <a:cs typeface="Impact"/>
                <a:sym typeface="Impact"/>
              </a:rPr>
              <a:t> dan juga </a:t>
            </a:r>
            <a:r>
              <a:rPr lang="en-US" sz="1500" dirty="0" err="1">
                <a:solidFill>
                  <a:srgbClr val="48FFD5"/>
                </a:solidFill>
                <a:latin typeface="Impact"/>
                <a:ea typeface="Impact"/>
                <a:cs typeface="Impact"/>
                <a:sym typeface="Impact"/>
              </a:rPr>
              <a:t>layanan-layanan</a:t>
            </a:r>
            <a:r>
              <a:rPr lang="en-US" sz="1500" dirty="0">
                <a:solidFill>
                  <a:srgbClr val="48FFD5"/>
                </a:solidFill>
                <a:latin typeface="Impact"/>
                <a:ea typeface="Impact"/>
                <a:cs typeface="Impact"/>
                <a:sym typeface="Impact"/>
              </a:rPr>
              <a:t> yang </a:t>
            </a:r>
            <a:r>
              <a:rPr lang="en-US" sz="1500" dirty="0" err="1">
                <a:solidFill>
                  <a:srgbClr val="48FFD5"/>
                </a:solidFill>
                <a:latin typeface="Impact"/>
                <a:ea typeface="Impact"/>
                <a:cs typeface="Impact"/>
                <a:sym typeface="Impact"/>
              </a:rPr>
              <a:t>tersedia</a:t>
            </a:r>
            <a:r>
              <a:rPr lang="en-US" sz="1500" dirty="0">
                <a:solidFill>
                  <a:srgbClr val="48FFD5"/>
                </a:solidFill>
                <a:latin typeface="Impact"/>
                <a:ea typeface="Impact"/>
                <a:cs typeface="Impact"/>
                <a:sym typeface="Impact"/>
              </a:rPr>
              <a:t> 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1500" dirty="0" err="1">
                <a:solidFill>
                  <a:srgbClr val="48FFD5"/>
                </a:solidFill>
                <a:latin typeface="Impact"/>
                <a:ea typeface="Impact"/>
                <a:cs typeface="Impact"/>
                <a:sym typeface="Impact"/>
              </a:rPr>
              <a:t>Menampilkan</a:t>
            </a:r>
            <a:r>
              <a:rPr lang="en-US" sz="1500" dirty="0">
                <a:solidFill>
                  <a:srgbClr val="48FFD5"/>
                </a:solidFill>
                <a:latin typeface="Impact"/>
                <a:ea typeface="Impact"/>
                <a:cs typeface="Impact"/>
                <a:sym typeface="Impact"/>
              </a:rPr>
              <a:t> daftar </a:t>
            </a:r>
            <a:r>
              <a:rPr lang="en-US" sz="1500" dirty="0" err="1">
                <a:solidFill>
                  <a:srgbClr val="48FFD5"/>
                </a:solidFill>
                <a:latin typeface="Impact"/>
                <a:ea typeface="Impact"/>
                <a:cs typeface="Impact"/>
                <a:sym typeface="Impact"/>
              </a:rPr>
              <a:t>pengaduan</a:t>
            </a:r>
            <a:r>
              <a:rPr lang="en-US" sz="1500" dirty="0">
                <a:solidFill>
                  <a:srgbClr val="48FFD5"/>
                </a:solidFill>
                <a:latin typeface="Impact"/>
                <a:ea typeface="Impact"/>
                <a:cs typeface="Impact"/>
                <a:sym typeface="Impact"/>
              </a:rPr>
              <a:t> </a:t>
            </a:r>
            <a:r>
              <a:rPr lang="en-US" sz="1500" dirty="0" err="1">
                <a:solidFill>
                  <a:srgbClr val="48FFD5"/>
                </a:solidFill>
                <a:latin typeface="Impact"/>
                <a:ea typeface="Impact"/>
                <a:cs typeface="Impact"/>
                <a:sym typeface="Impact"/>
              </a:rPr>
              <a:t>terbaru</a:t>
            </a:r>
            <a:endParaRPr lang="en-US" sz="1500" dirty="0">
              <a:solidFill>
                <a:srgbClr val="48FFD5"/>
              </a:solidFill>
              <a:latin typeface="Impact"/>
              <a:ea typeface="Impact"/>
              <a:cs typeface="Impact"/>
              <a:sym typeface="Impact"/>
            </a:endParaRPr>
          </a:p>
        </p:txBody>
      </p:sp>
    </p:spTree>
    <p:extLst>
      <p:ext uri="{BB962C8B-B14F-4D97-AF65-F5344CB8AC3E}">
        <p14:creationId xmlns:p14="http://schemas.microsoft.com/office/powerpoint/2010/main" val="21077812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Google Shape;270;p24"/>
          <p:cNvSpPr txBox="1">
            <a:spLocks noGrp="1"/>
          </p:cNvSpPr>
          <p:nvPr>
            <p:ph type="ctrTitle"/>
          </p:nvPr>
        </p:nvSpPr>
        <p:spPr>
          <a:xfrm>
            <a:off x="151761" y="1365844"/>
            <a:ext cx="1766403" cy="796943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2000" dirty="0">
                <a:solidFill>
                  <a:srgbClr val="48FFD5"/>
                </a:solidFill>
                <a:latin typeface="Impact"/>
                <a:ea typeface="Impact"/>
                <a:cs typeface="Impact"/>
                <a:sym typeface="Impact"/>
              </a:rPr>
              <a:t>PENGKODEAN</a:t>
            </a:r>
            <a:br>
              <a:rPr lang="es" sz="2000" dirty="0">
                <a:solidFill>
                  <a:srgbClr val="48FFD5"/>
                </a:solidFill>
                <a:latin typeface="Impact"/>
                <a:ea typeface="Impact"/>
                <a:cs typeface="Impact"/>
                <a:sym typeface="Impact"/>
              </a:rPr>
            </a:br>
            <a:r>
              <a:rPr lang="es" sz="2000" dirty="0">
                <a:solidFill>
                  <a:srgbClr val="48FFD5"/>
                </a:solidFill>
                <a:latin typeface="Impact"/>
                <a:ea typeface="Impact"/>
                <a:cs typeface="Impact"/>
                <a:sym typeface="Impact"/>
              </a:rPr>
              <a:t>SYSTEM</a:t>
            </a:r>
            <a:endParaRPr sz="2000" dirty="0">
              <a:solidFill>
                <a:srgbClr val="48FFD5"/>
              </a:solidFill>
              <a:latin typeface="Impact"/>
              <a:ea typeface="Impact"/>
              <a:cs typeface="Impact"/>
              <a:sym typeface="Impact"/>
            </a:endParaRPr>
          </a:p>
        </p:txBody>
      </p:sp>
      <p:sp>
        <p:nvSpPr>
          <p:cNvPr id="25" name="Google Shape;270;p24">
            <a:extLst>
              <a:ext uri="{FF2B5EF4-FFF2-40B4-BE49-F238E27FC236}">
                <a16:creationId xmlns:a16="http://schemas.microsoft.com/office/drawing/2014/main" id="{826F4B58-B400-4659-B4CE-1684508A8953}"/>
              </a:ext>
            </a:extLst>
          </p:cNvPr>
          <p:cNvSpPr txBox="1">
            <a:spLocks/>
          </p:cNvSpPr>
          <p:nvPr/>
        </p:nvSpPr>
        <p:spPr>
          <a:xfrm>
            <a:off x="1646193" y="4446317"/>
            <a:ext cx="6935189" cy="5254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Roboto Black"/>
              <a:buNone/>
              <a:defRPr sz="3600" b="0" i="0" u="none" strike="noStrike" cap="none">
                <a:solidFill>
                  <a:srgbClr val="FFFFFF"/>
                </a:solidFill>
                <a:latin typeface="Roboto Black"/>
                <a:ea typeface="Roboto Black"/>
                <a:cs typeface="Roboto Black"/>
                <a:sym typeface="Roboto Black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00"/>
              <a:buFont typeface="Bree Serif"/>
              <a:buNone/>
              <a:defRPr sz="5200" b="1" i="0" u="none" strike="noStrike" cap="none">
                <a:solidFill>
                  <a:srgbClr val="FFFFFF"/>
                </a:solidFill>
                <a:latin typeface="Bree Serif"/>
                <a:ea typeface="Bree Serif"/>
                <a:cs typeface="Bree Serif"/>
                <a:sym typeface="Bree Serif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00"/>
              <a:buFont typeface="Bree Serif"/>
              <a:buNone/>
              <a:defRPr sz="5200" b="1" i="0" u="none" strike="noStrike" cap="none">
                <a:solidFill>
                  <a:srgbClr val="FFFFFF"/>
                </a:solidFill>
                <a:latin typeface="Bree Serif"/>
                <a:ea typeface="Bree Serif"/>
                <a:cs typeface="Bree Serif"/>
                <a:sym typeface="Bree Serif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00"/>
              <a:buFont typeface="Bree Serif"/>
              <a:buNone/>
              <a:defRPr sz="5200" b="1" i="0" u="none" strike="noStrike" cap="none">
                <a:solidFill>
                  <a:srgbClr val="FFFFFF"/>
                </a:solidFill>
                <a:latin typeface="Bree Serif"/>
                <a:ea typeface="Bree Serif"/>
                <a:cs typeface="Bree Serif"/>
                <a:sym typeface="Bree Serif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00"/>
              <a:buFont typeface="Bree Serif"/>
              <a:buNone/>
              <a:defRPr sz="5200" b="1" i="0" u="none" strike="noStrike" cap="none">
                <a:solidFill>
                  <a:srgbClr val="FFFFFF"/>
                </a:solidFill>
                <a:latin typeface="Bree Serif"/>
                <a:ea typeface="Bree Serif"/>
                <a:cs typeface="Bree Serif"/>
                <a:sym typeface="Bree Serif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00"/>
              <a:buFont typeface="Bree Serif"/>
              <a:buNone/>
              <a:defRPr sz="5200" b="1" i="0" u="none" strike="noStrike" cap="none">
                <a:solidFill>
                  <a:srgbClr val="FFFFFF"/>
                </a:solidFill>
                <a:latin typeface="Bree Serif"/>
                <a:ea typeface="Bree Serif"/>
                <a:cs typeface="Bree Serif"/>
                <a:sym typeface="Bree Serif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00"/>
              <a:buFont typeface="Bree Serif"/>
              <a:buNone/>
              <a:defRPr sz="5200" b="1" i="0" u="none" strike="noStrike" cap="none">
                <a:solidFill>
                  <a:srgbClr val="FFFFFF"/>
                </a:solidFill>
                <a:latin typeface="Bree Serif"/>
                <a:ea typeface="Bree Serif"/>
                <a:cs typeface="Bree Serif"/>
                <a:sym typeface="Bree Serif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00"/>
              <a:buFont typeface="Bree Serif"/>
              <a:buNone/>
              <a:defRPr sz="5200" b="1" i="0" u="none" strike="noStrike" cap="none">
                <a:solidFill>
                  <a:srgbClr val="FFFFFF"/>
                </a:solidFill>
                <a:latin typeface="Bree Serif"/>
                <a:ea typeface="Bree Serif"/>
                <a:cs typeface="Bree Serif"/>
                <a:sym typeface="Bree Serif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00"/>
              <a:buFont typeface="Bree Serif"/>
              <a:buNone/>
              <a:defRPr sz="5200" b="1" i="0" u="none" strike="noStrike" cap="none">
                <a:solidFill>
                  <a:srgbClr val="FFFFFF"/>
                </a:solidFill>
                <a:latin typeface="Bree Serif"/>
                <a:ea typeface="Bree Serif"/>
                <a:cs typeface="Bree Serif"/>
                <a:sym typeface="Bree Serif"/>
              </a:defRPr>
            </a:lvl9pPr>
          </a:lstStyle>
          <a:p>
            <a:pPr algn="ctr"/>
            <a:r>
              <a:rPr lang="en-US" sz="2000" dirty="0" err="1">
                <a:solidFill>
                  <a:schemeClr val="accent6"/>
                </a:solidFill>
                <a:latin typeface="Impact"/>
                <a:ea typeface="Impact"/>
                <a:cs typeface="Impact"/>
                <a:sym typeface="Impact"/>
              </a:rPr>
              <a:t>Tampilan</a:t>
            </a:r>
            <a:r>
              <a:rPr lang="en-US" sz="2000" dirty="0">
                <a:solidFill>
                  <a:schemeClr val="accent6"/>
                </a:solidFill>
                <a:latin typeface="Impact"/>
                <a:ea typeface="Impact"/>
                <a:cs typeface="Impact"/>
                <a:sym typeface="Impact"/>
              </a:rPr>
              <a:t> Home</a:t>
            </a:r>
            <a:br>
              <a:rPr lang="en-US" sz="2000" dirty="0">
                <a:solidFill>
                  <a:schemeClr val="accent6"/>
                </a:solidFill>
                <a:latin typeface="Impact"/>
                <a:ea typeface="Impact"/>
                <a:cs typeface="Impact"/>
                <a:sym typeface="Impact"/>
              </a:rPr>
            </a:br>
            <a:r>
              <a:rPr lang="en-US" sz="2000" dirty="0">
                <a:solidFill>
                  <a:schemeClr val="accent6"/>
                </a:solidFill>
                <a:latin typeface="Impact"/>
                <a:ea typeface="Impact"/>
                <a:cs typeface="Impact"/>
                <a:sym typeface="Impact"/>
              </a:rPr>
              <a:t>#main</a:t>
            </a:r>
          </a:p>
        </p:txBody>
      </p:sp>
      <p:grpSp>
        <p:nvGrpSpPr>
          <p:cNvPr id="30" name="Google Shape;6112;p52">
            <a:extLst>
              <a:ext uri="{FF2B5EF4-FFF2-40B4-BE49-F238E27FC236}">
                <a16:creationId xmlns:a16="http://schemas.microsoft.com/office/drawing/2014/main" id="{4242C9B3-416D-4F66-94F9-B3F98CC371D5}"/>
              </a:ext>
            </a:extLst>
          </p:cNvPr>
          <p:cNvGrpSpPr/>
          <p:nvPr/>
        </p:nvGrpSpPr>
        <p:grpSpPr>
          <a:xfrm>
            <a:off x="620986" y="968837"/>
            <a:ext cx="346347" cy="339623"/>
            <a:chOff x="1490050" y="3805975"/>
            <a:chExt cx="491900" cy="482350"/>
          </a:xfrm>
          <a:solidFill>
            <a:schemeClr val="accent6"/>
          </a:solidFill>
        </p:grpSpPr>
        <p:sp>
          <p:nvSpPr>
            <p:cNvPr id="31" name="Google Shape;6113;p52">
              <a:extLst>
                <a:ext uri="{FF2B5EF4-FFF2-40B4-BE49-F238E27FC236}">
                  <a16:creationId xmlns:a16="http://schemas.microsoft.com/office/drawing/2014/main" id="{11609D5E-D4DF-47AE-85C3-093C27A5AC44}"/>
                </a:ext>
              </a:extLst>
            </p:cNvPr>
            <p:cNvSpPr/>
            <p:nvPr/>
          </p:nvSpPr>
          <p:spPr>
            <a:xfrm>
              <a:off x="1541775" y="3877050"/>
              <a:ext cx="302500" cy="277225"/>
            </a:xfrm>
            <a:custGeom>
              <a:avLst/>
              <a:gdLst/>
              <a:ahLst/>
              <a:cxnLst/>
              <a:rect l="l" t="t" r="r" b="b"/>
              <a:pathLst>
                <a:path w="12100" h="11089" extrusionOk="0">
                  <a:moveTo>
                    <a:pt x="10512" y="1"/>
                  </a:moveTo>
                  <a:lnTo>
                    <a:pt x="0" y="10513"/>
                  </a:lnTo>
                  <a:cubicBezTo>
                    <a:pt x="207" y="10475"/>
                    <a:pt x="415" y="10456"/>
                    <a:pt x="622" y="10456"/>
                  </a:cubicBezTo>
                  <a:cubicBezTo>
                    <a:pt x="1327" y="10456"/>
                    <a:pt x="2020" y="10674"/>
                    <a:pt x="2602" y="11088"/>
                  </a:cubicBezTo>
                  <a:lnTo>
                    <a:pt x="12099" y="1588"/>
                  </a:lnTo>
                  <a:lnTo>
                    <a:pt x="10512" y="1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2" name="Google Shape;6114;p52">
              <a:extLst>
                <a:ext uri="{FF2B5EF4-FFF2-40B4-BE49-F238E27FC236}">
                  <a16:creationId xmlns:a16="http://schemas.microsoft.com/office/drawing/2014/main" id="{59ED7026-E90B-4C60-BA0D-9CA344A6C55D}"/>
                </a:ext>
              </a:extLst>
            </p:cNvPr>
            <p:cNvSpPr/>
            <p:nvPr/>
          </p:nvSpPr>
          <p:spPr>
            <a:xfrm>
              <a:off x="1824450" y="3805975"/>
              <a:ext cx="157500" cy="150525"/>
            </a:xfrm>
            <a:custGeom>
              <a:avLst/>
              <a:gdLst/>
              <a:ahLst/>
              <a:cxnLst/>
              <a:rect l="l" t="t" r="r" b="b"/>
              <a:pathLst>
                <a:path w="6300" h="6021" extrusionOk="0">
                  <a:moveTo>
                    <a:pt x="3211" y="0"/>
                  </a:moveTo>
                  <a:cubicBezTo>
                    <a:pt x="2484" y="0"/>
                    <a:pt x="1758" y="281"/>
                    <a:pt x="1208" y="841"/>
                  </a:cubicBezTo>
                  <a:lnTo>
                    <a:pt x="0" y="2049"/>
                  </a:lnTo>
                  <a:lnTo>
                    <a:pt x="3972" y="6021"/>
                  </a:lnTo>
                  <a:lnTo>
                    <a:pt x="5180" y="4813"/>
                  </a:lnTo>
                  <a:cubicBezTo>
                    <a:pt x="6294" y="3717"/>
                    <a:pt x="6300" y="1925"/>
                    <a:pt x="5198" y="823"/>
                  </a:cubicBezTo>
                  <a:cubicBezTo>
                    <a:pt x="4649" y="274"/>
                    <a:pt x="3930" y="0"/>
                    <a:pt x="321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3" name="Google Shape;6115;p52">
              <a:extLst>
                <a:ext uri="{FF2B5EF4-FFF2-40B4-BE49-F238E27FC236}">
                  <a16:creationId xmlns:a16="http://schemas.microsoft.com/office/drawing/2014/main" id="{A35A982C-2D4F-4CB8-B29F-2E416F5AFF55}"/>
                </a:ext>
              </a:extLst>
            </p:cNvPr>
            <p:cNvSpPr/>
            <p:nvPr/>
          </p:nvSpPr>
          <p:spPr>
            <a:xfrm>
              <a:off x="1626675" y="3936600"/>
              <a:ext cx="277225" cy="302600"/>
            </a:xfrm>
            <a:custGeom>
              <a:avLst/>
              <a:gdLst/>
              <a:ahLst/>
              <a:cxnLst/>
              <a:rect l="l" t="t" r="r" b="b"/>
              <a:pathLst>
                <a:path w="11089" h="12104" extrusionOk="0">
                  <a:moveTo>
                    <a:pt x="9501" y="1"/>
                  </a:moveTo>
                  <a:lnTo>
                    <a:pt x="1" y="9501"/>
                  </a:lnTo>
                  <a:cubicBezTo>
                    <a:pt x="537" y="10254"/>
                    <a:pt x="745" y="11194"/>
                    <a:pt x="576" y="12103"/>
                  </a:cubicBezTo>
                  <a:lnTo>
                    <a:pt x="11088" y="1591"/>
                  </a:lnTo>
                  <a:lnTo>
                    <a:pt x="9501" y="1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4" name="Google Shape;6116;p52">
              <a:extLst>
                <a:ext uri="{FF2B5EF4-FFF2-40B4-BE49-F238E27FC236}">
                  <a16:creationId xmlns:a16="http://schemas.microsoft.com/office/drawing/2014/main" id="{196F6B18-F506-4B4E-A071-E20ACFB5D390}"/>
                </a:ext>
              </a:extLst>
            </p:cNvPr>
            <p:cNvSpPr/>
            <p:nvPr/>
          </p:nvSpPr>
          <p:spPr>
            <a:xfrm>
              <a:off x="1490050" y="4166500"/>
              <a:ext cx="129950" cy="121825"/>
            </a:xfrm>
            <a:custGeom>
              <a:avLst/>
              <a:gdLst/>
              <a:ahLst/>
              <a:cxnLst/>
              <a:rect l="l" t="t" r="r" b="b"/>
              <a:pathLst>
                <a:path w="5198" h="4873" extrusionOk="0">
                  <a:moveTo>
                    <a:pt x="2693" y="0"/>
                  </a:moveTo>
                  <a:cubicBezTo>
                    <a:pt x="2243" y="0"/>
                    <a:pt x="1790" y="133"/>
                    <a:pt x="1398" y="405"/>
                  </a:cubicBezTo>
                  <a:lnTo>
                    <a:pt x="1398" y="402"/>
                  </a:lnTo>
                  <a:lnTo>
                    <a:pt x="741" y="2446"/>
                  </a:lnTo>
                  <a:lnTo>
                    <a:pt x="139" y="4118"/>
                  </a:lnTo>
                  <a:cubicBezTo>
                    <a:pt x="0" y="4500"/>
                    <a:pt x="295" y="4872"/>
                    <a:pt x="664" y="4872"/>
                  </a:cubicBezTo>
                  <a:cubicBezTo>
                    <a:pt x="727" y="4872"/>
                    <a:pt x="793" y="4861"/>
                    <a:pt x="859" y="4837"/>
                  </a:cubicBezTo>
                  <a:lnTo>
                    <a:pt x="2530" y="4235"/>
                  </a:lnTo>
                  <a:lnTo>
                    <a:pt x="4574" y="3579"/>
                  </a:lnTo>
                  <a:cubicBezTo>
                    <a:pt x="5198" y="2672"/>
                    <a:pt x="5086" y="1450"/>
                    <a:pt x="4306" y="670"/>
                  </a:cubicBezTo>
                  <a:cubicBezTo>
                    <a:pt x="3866" y="228"/>
                    <a:pt x="3282" y="0"/>
                    <a:pt x="269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35" name="Google Shape;6129;p52">
            <a:extLst>
              <a:ext uri="{FF2B5EF4-FFF2-40B4-BE49-F238E27FC236}">
                <a16:creationId xmlns:a16="http://schemas.microsoft.com/office/drawing/2014/main" id="{4E8D1AE9-D5D3-4153-AD8C-91034433756A}"/>
              </a:ext>
            </a:extLst>
          </p:cNvPr>
          <p:cNvGrpSpPr/>
          <p:nvPr/>
        </p:nvGrpSpPr>
        <p:grpSpPr>
          <a:xfrm>
            <a:off x="1150434" y="968824"/>
            <a:ext cx="336296" cy="339235"/>
            <a:chOff x="4464775" y="3806475"/>
            <a:chExt cx="477625" cy="481800"/>
          </a:xfrm>
          <a:solidFill>
            <a:schemeClr val="accent6"/>
          </a:solidFill>
        </p:grpSpPr>
        <p:sp>
          <p:nvSpPr>
            <p:cNvPr id="36" name="Google Shape;6130;p52">
              <a:extLst>
                <a:ext uri="{FF2B5EF4-FFF2-40B4-BE49-F238E27FC236}">
                  <a16:creationId xmlns:a16="http://schemas.microsoft.com/office/drawing/2014/main" id="{2AB43A0A-5026-4A23-834F-AF469F1DAD51}"/>
                </a:ext>
              </a:extLst>
            </p:cNvPr>
            <p:cNvSpPr/>
            <p:nvPr/>
          </p:nvSpPr>
          <p:spPr>
            <a:xfrm>
              <a:off x="4726375" y="3806475"/>
              <a:ext cx="56500" cy="141125"/>
            </a:xfrm>
            <a:custGeom>
              <a:avLst/>
              <a:gdLst/>
              <a:ahLst/>
              <a:cxnLst/>
              <a:rect l="l" t="t" r="r" b="b"/>
              <a:pathLst>
                <a:path w="2260" h="5645" extrusionOk="0">
                  <a:moveTo>
                    <a:pt x="1133" y="1"/>
                  </a:moveTo>
                  <a:cubicBezTo>
                    <a:pt x="978" y="1"/>
                    <a:pt x="823" y="64"/>
                    <a:pt x="712" y="189"/>
                  </a:cubicBezTo>
                  <a:cubicBezTo>
                    <a:pt x="504" y="421"/>
                    <a:pt x="522" y="776"/>
                    <a:pt x="754" y="984"/>
                  </a:cubicBezTo>
                  <a:cubicBezTo>
                    <a:pt x="832" y="1056"/>
                    <a:pt x="1130" y="1385"/>
                    <a:pt x="1130" y="1695"/>
                  </a:cubicBezTo>
                  <a:cubicBezTo>
                    <a:pt x="1130" y="1990"/>
                    <a:pt x="850" y="2315"/>
                    <a:pt x="754" y="2402"/>
                  </a:cubicBezTo>
                  <a:cubicBezTo>
                    <a:pt x="678" y="2472"/>
                    <a:pt x="1" y="3101"/>
                    <a:pt x="1" y="3953"/>
                  </a:cubicBezTo>
                  <a:cubicBezTo>
                    <a:pt x="1" y="4802"/>
                    <a:pt x="675" y="5432"/>
                    <a:pt x="754" y="5501"/>
                  </a:cubicBezTo>
                  <a:cubicBezTo>
                    <a:pt x="861" y="5597"/>
                    <a:pt x="995" y="5644"/>
                    <a:pt x="1128" y="5644"/>
                  </a:cubicBezTo>
                  <a:cubicBezTo>
                    <a:pt x="1283" y="5644"/>
                    <a:pt x="1437" y="5580"/>
                    <a:pt x="1549" y="5456"/>
                  </a:cubicBezTo>
                  <a:cubicBezTo>
                    <a:pt x="1757" y="5224"/>
                    <a:pt x="1735" y="4869"/>
                    <a:pt x="1507" y="4661"/>
                  </a:cubicBezTo>
                  <a:cubicBezTo>
                    <a:pt x="1428" y="4588"/>
                    <a:pt x="1130" y="4260"/>
                    <a:pt x="1130" y="3950"/>
                  </a:cubicBezTo>
                  <a:cubicBezTo>
                    <a:pt x="1130" y="3655"/>
                    <a:pt x="1410" y="3330"/>
                    <a:pt x="1507" y="3242"/>
                  </a:cubicBezTo>
                  <a:cubicBezTo>
                    <a:pt x="1585" y="3173"/>
                    <a:pt x="2259" y="2544"/>
                    <a:pt x="2259" y="1692"/>
                  </a:cubicBezTo>
                  <a:cubicBezTo>
                    <a:pt x="2259" y="842"/>
                    <a:pt x="1585" y="213"/>
                    <a:pt x="1507" y="144"/>
                  </a:cubicBezTo>
                  <a:cubicBezTo>
                    <a:pt x="1399" y="48"/>
                    <a:pt x="1266" y="1"/>
                    <a:pt x="113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7" name="Google Shape;6131;p52">
              <a:extLst>
                <a:ext uri="{FF2B5EF4-FFF2-40B4-BE49-F238E27FC236}">
                  <a16:creationId xmlns:a16="http://schemas.microsoft.com/office/drawing/2014/main" id="{DC1FA845-5EB4-4183-AC92-FE3D1DF03E84}"/>
                </a:ext>
              </a:extLst>
            </p:cNvPr>
            <p:cNvSpPr/>
            <p:nvPr/>
          </p:nvSpPr>
          <p:spPr>
            <a:xfrm>
              <a:off x="4641700" y="3806475"/>
              <a:ext cx="56475" cy="141125"/>
            </a:xfrm>
            <a:custGeom>
              <a:avLst/>
              <a:gdLst/>
              <a:ahLst/>
              <a:cxnLst/>
              <a:rect l="l" t="t" r="r" b="b"/>
              <a:pathLst>
                <a:path w="2259" h="5645" extrusionOk="0">
                  <a:moveTo>
                    <a:pt x="1132" y="1"/>
                  </a:moveTo>
                  <a:cubicBezTo>
                    <a:pt x="977" y="1"/>
                    <a:pt x="823" y="64"/>
                    <a:pt x="711" y="189"/>
                  </a:cubicBezTo>
                  <a:cubicBezTo>
                    <a:pt x="503" y="421"/>
                    <a:pt x="521" y="776"/>
                    <a:pt x="753" y="984"/>
                  </a:cubicBezTo>
                  <a:cubicBezTo>
                    <a:pt x="831" y="1056"/>
                    <a:pt x="1130" y="1385"/>
                    <a:pt x="1130" y="1695"/>
                  </a:cubicBezTo>
                  <a:cubicBezTo>
                    <a:pt x="1130" y="1990"/>
                    <a:pt x="849" y="2315"/>
                    <a:pt x="753" y="2402"/>
                  </a:cubicBezTo>
                  <a:cubicBezTo>
                    <a:pt x="678" y="2472"/>
                    <a:pt x="0" y="3101"/>
                    <a:pt x="0" y="3953"/>
                  </a:cubicBezTo>
                  <a:cubicBezTo>
                    <a:pt x="0" y="4802"/>
                    <a:pt x="675" y="5432"/>
                    <a:pt x="753" y="5501"/>
                  </a:cubicBezTo>
                  <a:cubicBezTo>
                    <a:pt x="860" y="5597"/>
                    <a:pt x="994" y="5644"/>
                    <a:pt x="1127" y="5644"/>
                  </a:cubicBezTo>
                  <a:cubicBezTo>
                    <a:pt x="1282" y="5644"/>
                    <a:pt x="1436" y="5580"/>
                    <a:pt x="1548" y="5456"/>
                  </a:cubicBezTo>
                  <a:cubicBezTo>
                    <a:pt x="1756" y="5224"/>
                    <a:pt x="1735" y="4869"/>
                    <a:pt x="1506" y="4661"/>
                  </a:cubicBezTo>
                  <a:cubicBezTo>
                    <a:pt x="1428" y="4588"/>
                    <a:pt x="1130" y="4260"/>
                    <a:pt x="1130" y="3950"/>
                  </a:cubicBezTo>
                  <a:cubicBezTo>
                    <a:pt x="1130" y="3655"/>
                    <a:pt x="1410" y="3330"/>
                    <a:pt x="1506" y="3242"/>
                  </a:cubicBezTo>
                  <a:cubicBezTo>
                    <a:pt x="1581" y="3173"/>
                    <a:pt x="2259" y="2544"/>
                    <a:pt x="2259" y="1692"/>
                  </a:cubicBezTo>
                  <a:cubicBezTo>
                    <a:pt x="2259" y="842"/>
                    <a:pt x="1581" y="213"/>
                    <a:pt x="1506" y="144"/>
                  </a:cubicBezTo>
                  <a:cubicBezTo>
                    <a:pt x="1399" y="48"/>
                    <a:pt x="1265" y="1"/>
                    <a:pt x="1132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8" name="Google Shape;6132;p52">
              <a:extLst>
                <a:ext uri="{FF2B5EF4-FFF2-40B4-BE49-F238E27FC236}">
                  <a16:creationId xmlns:a16="http://schemas.microsoft.com/office/drawing/2014/main" id="{7E59AEB5-98E4-46AE-BC74-EEE2BE6432FD}"/>
                </a:ext>
              </a:extLst>
            </p:cNvPr>
            <p:cNvSpPr/>
            <p:nvPr/>
          </p:nvSpPr>
          <p:spPr>
            <a:xfrm>
              <a:off x="4557000" y="3806475"/>
              <a:ext cx="56500" cy="141125"/>
            </a:xfrm>
            <a:custGeom>
              <a:avLst/>
              <a:gdLst/>
              <a:ahLst/>
              <a:cxnLst/>
              <a:rect l="l" t="t" r="r" b="b"/>
              <a:pathLst>
                <a:path w="2260" h="5645" extrusionOk="0">
                  <a:moveTo>
                    <a:pt x="1132" y="1"/>
                  </a:moveTo>
                  <a:cubicBezTo>
                    <a:pt x="977" y="1"/>
                    <a:pt x="823" y="64"/>
                    <a:pt x="711" y="189"/>
                  </a:cubicBezTo>
                  <a:cubicBezTo>
                    <a:pt x="504" y="421"/>
                    <a:pt x="522" y="776"/>
                    <a:pt x="753" y="984"/>
                  </a:cubicBezTo>
                  <a:cubicBezTo>
                    <a:pt x="832" y="1056"/>
                    <a:pt x="1130" y="1385"/>
                    <a:pt x="1130" y="1695"/>
                  </a:cubicBezTo>
                  <a:cubicBezTo>
                    <a:pt x="1130" y="1990"/>
                    <a:pt x="850" y="2315"/>
                    <a:pt x="753" y="2402"/>
                  </a:cubicBezTo>
                  <a:cubicBezTo>
                    <a:pt x="678" y="2472"/>
                    <a:pt x="1" y="3101"/>
                    <a:pt x="1" y="3953"/>
                  </a:cubicBezTo>
                  <a:cubicBezTo>
                    <a:pt x="1" y="4802"/>
                    <a:pt x="675" y="5432"/>
                    <a:pt x="753" y="5501"/>
                  </a:cubicBezTo>
                  <a:cubicBezTo>
                    <a:pt x="861" y="5597"/>
                    <a:pt x="994" y="5644"/>
                    <a:pt x="1127" y="5644"/>
                  </a:cubicBezTo>
                  <a:cubicBezTo>
                    <a:pt x="1282" y="5644"/>
                    <a:pt x="1437" y="5580"/>
                    <a:pt x="1548" y="5456"/>
                  </a:cubicBezTo>
                  <a:cubicBezTo>
                    <a:pt x="1756" y="5224"/>
                    <a:pt x="1735" y="4869"/>
                    <a:pt x="1506" y="4661"/>
                  </a:cubicBezTo>
                  <a:cubicBezTo>
                    <a:pt x="1428" y="4588"/>
                    <a:pt x="1130" y="4260"/>
                    <a:pt x="1130" y="3950"/>
                  </a:cubicBezTo>
                  <a:cubicBezTo>
                    <a:pt x="1130" y="3655"/>
                    <a:pt x="1410" y="3330"/>
                    <a:pt x="1506" y="3242"/>
                  </a:cubicBezTo>
                  <a:cubicBezTo>
                    <a:pt x="1582" y="3173"/>
                    <a:pt x="2259" y="2544"/>
                    <a:pt x="2259" y="1692"/>
                  </a:cubicBezTo>
                  <a:cubicBezTo>
                    <a:pt x="2259" y="842"/>
                    <a:pt x="1582" y="213"/>
                    <a:pt x="1506" y="144"/>
                  </a:cubicBezTo>
                  <a:cubicBezTo>
                    <a:pt x="1399" y="48"/>
                    <a:pt x="1265" y="1"/>
                    <a:pt x="1132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9" name="Google Shape;6133;p52">
              <a:extLst>
                <a:ext uri="{FF2B5EF4-FFF2-40B4-BE49-F238E27FC236}">
                  <a16:creationId xmlns:a16="http://schemas.microsoft.com/office/drawing/2014/main" id="{D05984B2-DD18-465C-A46E-2AF8768F5A6A}"/>
                </a:ext>
              </a:extLst>
            </p:cNvPr>
            <p:cNvSpPr/>
            <p:nvPr/>
          </p:nvSpPr>
          <p:spPr>
            <a:xfrm>
              <a:off x="4464775" y="4230875"/>
              <a:ext cx="395250" cy="57400"/>
            </a:xfrm>
            <a:custGeom>
              <a:avLst/>
              <a:gdLst/>
              <a:ahLst/>
              <a:cxnLst/>
              <a:rect l="l" t="t" r="r" b="b"/>
              <a:pathLst>
                <a:path w="15810" h="2296" extrusionOk="0">
                  <a:moveTo>
                    <a:pt x="567" y="1"/>
                  </a:moveTo>
                  <a:cubicBezTo>
                    <a:pt x="254" y="1"/>
                    <a:pt x="1" y="251"/>
                    <a:pt x="1" y="564"/>
                  </a:cubicBezTo>
                  <a:cubicBezTo>
                    <a:pt x="1" y="877"/>
                    <a:pt x="254" y="1130"/>
                    <a:pt x="567" y="1130"/>
                  </a:cubicBezTo>
                  <a:lnTo>
                    <a:pt x="1910" y="1130"/>
                  </a:lnTo>
                  <a:lnTo>
                    <a:pt x="2006" y="1359"/>
                  </a:lnTo>
                  <a:cubicBezTo>
                    <a:pt x="2291" y="1932"/>
                    <a:pt x="2875" y="2295"/>
                    <a:pt x="3516" y="2295"/>
                  </a:cubicBezTo>
                  <a:cubicBezTo>
                    <a:pt x="3519" y="2295"/>
                    <a:pt x="3521" y="2295"/>
                    <a:pt x="3524" y="2295"/>
                  </a:cubicBezTo>
                  <a:lnTo>
                    <a:pt x="12290" y="2295"/>
                  </a:lnTo>
                  <a:cubicBezTo>
                    <a:pt x="12292" y="2295"/>
                    <a:pt x="12295" y="2295"/>
                    <a:pt x="12298" y="2295"/>
                  </a:cubicBezTo>
                  <a:cubicBezTo>
                    <a:pt x="12936" y="2295"/>
                    <a:pt x="13520" y="1932"/>
                    <a:pt x="13804" y="1359"/>
                  </a:cubicBezTo>
                  <a:lnTo>
                    <a:pt x="13901" y="1130"/>
                  </a:lnTo>
                  <a:lnTo>
                    <a:pt x="15247" y="1130"/>
                  </a:lnTo>
                  <a:cubicBezTo>
                    <a:pt x="15557" y="1130"/>
                    <a:pt x="15810" y="877"/>
                    <a:pt x="15810" y="564"/>
                  </a:cubicBezTo>
                  <a:cubicBezTo>
                    <a:pt x="15810" y="251"/>
                    <a:pt x="15557" y="1"/>
                    <a:pt x="1524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40" name="Google Shape;6134;p52">
              <a:extLst>
                <a:ext uri="{FF2B5EF4-FFF2-40B4-BE49-F238E27FC236}">
                  <a16:creationId xmlns:a16="http://schemas.microsoft.com/office/drawing/2014/main" id="{635B9F2C-E452-43B0-AF55-E18163A8BF12}"/>
                </a:ext>
              </a:extLst>
            </p:cNvPr>
            <p:cNvSpPr/>
            <p:nvPr/>
          </p:nvSpPr>
          <p:spPr>
            <a:xfrm>
              <a:off x="4840675" y="4007300"/>
              <a:ext cx="101725" cy="166025"/>
            </a:xfrm>
            <a:custGeom>
              <a:avLst/>
              <a:gdLst/>
              <a:ahLst/>
              <a:cxnLst/>
              <a:rect l="l" t="t" r="r" b="b"/>
              <a:pathLst>
                <a:path w="4069" h="6641" extrusionOk="0">
                  <a:moveTo>
                    <a:pt x="1870" y="0"/>
                  </a:moveTo>
                  <a:cubicBezTo>
                    <a:pt x="1852" y="380"/>
                    <a:pt x="1837" y="759"/>
                    <a:pt x="1795" y="1130"/>
                  </a:cubicBezTo>
                  <a:cubicBezTo>
                    <a:pt x="1927" y="1181"/>
                    <a:pt x="2048" y="1256"/>
                    <a:pt x="2150" y="1355"/>
                  </a:cubicBezTo>
                  <a:cubicBezTo>
                    <a:pt x="2800" y="2006"/>
                    <a:pt x="2433" y="3469"/>
                    <a:pt x="1352" y="4550"/>
                  </a:cubicBezTo>
                  <a:cubicBezTo>
                    <a:pt x="1177" y="4722"/>
                    <a:pt x="991" y="4879"/>
                    <a:pt x="792" y="5017"/>
                  </a:cubicBezTo>
                  <a:cubicBezTo>
                    <a:pt x="566" y="5577"/>
                    <a:pt x="301" y="6119"/>
                    <a:pt x="0" y="6640"/>
                  </a:cubicBezTo>
                  <a:cubicBezTo>
                    <a:pt x="747" y="6429"/>
                    <a:pt x="1506" y="5993"/>
                    <a:pt x="2150" y="5348"/>
                  </a:cubicBezTo>
                  <a:cubicBezTo>
                    <a:pt x="3716" y="3782"/>
                    <a:pt x="4068" y="1678"/>
                    <a:pt x="2948" y="557"/>
                  </a:cubicBezTo>
                  <a:cubicBezTo>
                    <a:pt x="2656" y="268"/>
                    <a:pt x="2280" y="97"/>
                    <a:pt x="1870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41" name="Google Shape;6135;p52">
              <a:extLst>
                <a:ext uri="{FF2B5EF4-FFF2-40B4-BE49-F238E27FC236}">
                  <a16:creationId xmlns:a16="http://schemas.microsoft.com/office/drawing/2014/main" id="{040A4CFE-8B79-4E5D-8AA7-6619E5B2F0FF}"/>
                </a:ext>
              </a:extLst>
            </p:cNvPr>
            <p:cNvSpPr/>
            <p:nvPr/>
          </p:nvSpPr>
          <p:spPr>
            <a:xfrm>
              <a:off x="4464775" y="3976800"/>
              <a:ext cx="395250" cy="225875"/>
            </a:xfrm>
            <a:custGeom>
              <a:avLst/>
              <a:gdLst/>
              <a:ahLst/>
              <a:cxnLst/>
              <a:rect l="l" t="t" r="r" b="b"/>
              <a:pathLst>
                <a:path w="15810" h="9035" extrusionOk="0">
                  <a:moveTo>
                    <a:pt x="564" y="1"/>
                  </a:moveTo>
                  <a:cubicBezTo>
                    <a:pt x="254" y="1"/>
                    <a:pt x="1" y="251"/>
                    <a:pt x="1" y="564"/>
                  </a:cubicBezTo>
                  <a:cubicBezTo>
                    <a:pt x="1" y="3930"/>
                    <a:pt x="1157" y="7026"/>
                    <a:pt x="3075" y="9035"/>
                  </a:cubicBezTo>
                  <a:lnTo>
                    <a:pt x="12735" y="9035"/>
                  </a:lnTo>
                  <a:cubicBezTo>
                    <a:pt x="14654" y="7026"/>
                    <a:pt x="15810" y="3930"/>
                    <a:pt x="15810" y="564"/>
                  </a:cubicBezTo>
                  <a:cubicBezTo>
                    <a:pt x="15810" y="251"/>
                    <a:pt x="15557" y="1"/>
                    <a:pt x="1524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pic>
        <p:nvPicPr>
          <p:cNvPr id="42" name="Picture 41">
            <a:extLst>
              <a:ext uri="{FF2B5EF4-FFF2-40B4-BE49-F238E27FC236}">
                <a16:creationId xmlns:a16="http://schemas.microsoft.com/office/drawing/2014/main" id="{A8A167A3-6CFF-4527-9F09-0988013D1BCD}"/>
              </a:ext>
            </a:extLst>
          </p:cNvPr>
          <p:cNvPicPr/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0844"/>
          <a:stretch/>
        </p:blipFill>
        <p:spPr>
          <a:xfrm>
            <a:off x="2012265" y="1018507"/>
            <a:ext cx="6275298" cy="27570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2216542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Google Shape;270;p24"/>
          <p:cNvSpPr txBox="1">
            <a:spLocks noGrp="1"/>
          </p:cNvSpPr>
          <p:nvPr>
            <p:ph type="ctrTitle"/>
          </p:nvPr>
        </p:nvSpPr>
        <p:spPr>
          <a:xfrm>
            <a:off x="151761" y="1365844"/>
            <a:ext cx="1766403" cy="796943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2000" dirty="0">
                <a:solidFill>
                  <a:srgbClr val="48FFD5"/>
                </a:solidFill>
                <a:latin typeface="Impact"/>
                <a:ea typeface="Impact"/>
                <a:cs typeface="Impact"/>
                <a:sym typeface="Impact"/>
              </a:rPr>
              <a:t>PENGKODEAN</a:t>
            </a:r>
            <a:br>
              <a:rPr lang="es" sz="2000" dirty="0">
                <a:solidFill>
                  <a:srgbClr val="48FFD5"/>
                </a:solidFill>
                <a:latin typeface="Impact"/>
                <a:ea typeface="Impact"/>
                <a:cs typeface="Impact"/>
                <a:sym typeface="Impact"/>
              </a:rPr>
            </a:br>
            <a:r>
              <a:rPr lang="es" sz="2000" dirty="0">
                <a:solidFill>
                  <a:srgbClr val="48FFD5"/>
                </a:solidFill>
                <a:latin typeface="Impact"/>
                <a:ea typeface="Impact"/>
                <a:cs typeface="Impact"/>
                <a:sym typeface="Impact"/>
              </a:rPr>
              <a:t>SYSTEM</a:t>
            </a:r>
            <a:endParaRPr sz="2000" dirty="0">
              <a:solidFill>
                <a:srgbClr val="48FFD5"/>
              </a:solidFill>
              <a:latin typeface="Impact"/>
              <a:ea typeface="Impact"/>
              <a:cs typeface="Impact"/>
              <a:sym typeface="Impact"/>
            </a:endParaRPr>
          </a:p>
        </p:txBody>
      </p:sp>
      <p:sp>
        <p:nvSpPr>
          <p:cNvPr id="25" name="Google Shape;270;p24">
            <a:extLst>
              <a:ext uri="{FF2B5EF4-FFF2-40B4-BE49-F238E27FC236}">
                <a16:creationId xmlns:a16="http://schemas.microsoft.com/office/drawing/2014/main" id="{826F4B58-B400-4659-B4CE-1684508A8953}"/>
              </a:ext>
            </a:extLst>
          </p:cNvPr>
          <p:cNvSpPr txBox="1">
            <a:spLocks/>
          </p:cNvSpPr>
          <p:nvPr/>
        </p:nvSpPr>
        <p:spPr>
          <a:xfrm>
            <a:off x="1646193" y="4446317"/>
            <a:ext cx="6935189" cy="5254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Roboto Black"/>
              <a:buNone/>
              <a:defRPr sz="3600" b="0" i="0" u="none" strike="noStrike" cap="none">
                <a:solidFill>
                  <a:srgbClr val="FFFFFF"/>
                </a:solidFill>
                <a:latin typeface="Roboto Black"/>
                <a:ea typeface="Roboto Black"/>
                <a:cs typeface="Roboto Black"/>
                <a:sym typeface="Roboto Black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00"/>
              <a:buFont typeface="Bree Serif"/>
              <a:buNone/>
              <a:defRPr sz="5200" b="1" i="0" u="none" strike="noStrike" cap="none">
                <a:solidFill>
                  <a:srgbClr val="FFFFFF"/>
                </a:solidFill>
                <a:latin typeface="Bree Serif"/>
                <a:ea typeface="Bree Serif"/>
                <a:cs typeface="Bree Serif"/>
                <a:sym typeface="Bree Serif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00"/>
              <a:buFont typeface="Bree Serif"/>
              <a:buNone/>
              <a:defRPr sz="5200" b="1" i="0" u="none" strike="noStrike" cap="none">
                <a:solidFill>
                  <a:srgbClr val="FFFFFF"/>
                </a:solidFill>
                <a:latin typeface="Bree Serif"/>
                <a:ea typeface="Bree Serif"/>
                <a:cs typeface="Bree Serif"/>
                <a:sym typeface="Bree Serif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00"/>
              <a:buFont typeface="Bree Serif"/>
              <a:buNone/>
              <a:defRPr sz="5200" b="1" i="0" u="none" strike="noStrike" cap="none">
                <a:solidFill>
                  <a:srgbClr val="FFFFFF"/>
                </a:solidFill>
                <a:latin typeface="Bree Serif"/>
                <a:ea typeface="Bree Serif"/>
                <a:cs typeface="Bree Serif"/>
                <a:sym typeface="Bree Serif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00"/>
              <a:buFont typeface="Bree Serif"/>
              <a:buNone/>
              <a:defRPr sz="5200" b="1" i="0" u="none" strike="noStrike" cap="none">
                <a:solidFill>
                  <a:srgbClr val="FFFFFF"/>
                </a:solidFill>
                <a:latin typeface="Bree Serif"/>
                <a:ea typeface="Bree Serif"/>
                <a:cs typeface="Bree Serif"/>
                <a:sym typeface="Bree Serif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00"/>
              <a:buFont typeface="Bree Serif"/>
              <a:buNone/>
              <a:defRPr sz="5200" b="1" i="0" u="none" strike="noStrike" cap="none">
                <a:solidFill>
                  <a:srgbClr val="FFFFFF"/>
                </a:solidFill>
                <a:latin typeface="Bree Serif"/>
                <a:ea typeface="Bree Serif"/>
                <a:cs typeface="Bree Serif"/>
                <a:sym typeface="Bree Serif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00"/>
              <a:buFont typeface="Bree Serif"/>
              <a:buNone/>
              <a:defRPr sz="5200" b="1" i="0" u="none" strike="noStrike" cap="none">
                <a:solidFill>
                  <a:srgbClr val="FFFFFF"/>
                </a:solidFill>
                <a:latin typeface="Bree Serif"/>
                <a:ea typeface="Bree Serif"/>
                <a:cs typeface="Bree Serif"/>
                <a:sym typeface="Bree Serif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00"/>
              <a:buFont typeface="Bree Serif"/>
              <a:buNone/>
              <a:defRPr sz="5200" b="1" i="0" u="none" strike="noStrike" cap="none">
                <a:solidFill>
                  <a:srgbClr val="FFFFFF"/>
                </a:solidFill>
                <a:latin typeface="Bree Serif"/>
                <a:ea typeface="Bree Serif"/>
                <a:cs typeface="Bree Serif"/>
                <a:sym typeface="Bree Serif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00"/>
              <a:buFont typeface="Bree Serif"/>
              <a:buNone/>
              <a:defRPr sz="5200" b="1" i="0" u="none" strike="noStrike" cap="none">
                <a:solidFill>
                  <a:srgbClr val="FFFFFF"/>
                </a:solidFill>
                <a:latin typeface="Bree Serif"/>
                <a:ea typeface="Bree Serif"/>
                <a:cs typeface="Bree Serif"/>
                <a:sym typeface="Bree Serif"/>
              </a:defRPr>
            </a:lvl9pPr>
          </a:lstStyle>
          <a:p>
            <a:pPr algn="ctr"/>
            <a:r>
              <a:rPr lang="en-US" sz="2000" dirty="0" err="1">
                <a:solidFill>
                  <a:schemeClr val="accent6"/>
                </a:solidFill>
                <a:latin typeface="Impact"/>
                <a:ea typeface="Impact"/>
                <a:cs typeface="Impact"/>
                <a:sym typeface="Impact"/>
              </a:rPr>
              <a:t>Tampilan</a:t>
            </a:r>
            <a:r>
              <a:rPr lang="en-US" sz="2000" dirty="0">
                <a:solidFill>
                  <a:schemeClr val="accent6"/>
                </a:solidFill>
                <a:latin typeface="Impact"/>
                <a:ea typeface="Impact"/>
                <a:cs typeface="Impact"/>
                <a:sym typeface="Impact"/>
              </a:rPr>
              <a:t> Home</a:t>
            </a:r>
            <a:br>
              <a:rPr lang="en-US" sz="2000" dirty="0">
                <a:solidFill>
                  <a:schemeClr val="accent6"/>
                </a:solidFill>
                <a:latin typeface="Impact"/>
                <a:ea typeface="Impact"/>
                <a:cs typeface="Impact"/>
                <a:sym typeface="Impact"/>
              </a:rPr>
            </a:br>
            <a:r>
              <a:rPr lang="en-US" sz="2000" dirty="0">
                <a:solidFill>
                  <a:schemeClr val="accent6"/>
                </a:solidFill>
                <a:latin typeface="Impact"/>
                <a:ea typeface="Impact"/>
                <a:cs typeface="Impact"/>
                <a:sym typeface="Impact"/>
              </a:rPr>
              <a:t>#pengaduan-terbaru</a:t>
            </a:r>
          </a:p>
        </p:txBody>
      </p:sp>
      <p:grpSp>
        <p:nvGrpSpPr>
          <p:cNvPr id="30" name="Google Shape;6112;p52">
            <a:extLst>
              <a:ext uri="{FF2B5EF4-FFF2-40B4-BE49-F238E27FC236}">
                <a16:creationId xmlns:a16="http://schemas.microsoft.com/office/drawing/2014/main" id="{4242C9B3-416D-4F66-94F9-B3F98CC371D5}"/>
              </a:ext>
            </a:extLst>
          </p:cNvPr>
          <p:cNvGrpSpPr/>
          <p:nvPr/>
        </p:nvGrpSpPr>
        <p:grpSpPr>
          <a:xfrm>
            <a:off x="620986" y="968837"/>
            <a:ext cx="346347" cy="339623"/>
            <a:chOff x="1490050" y="3805975"/>
            <a:chExt cx="491900" cy="482350"/>
          </a:xfrm>
          <a:solidFill>
            <a:schemeClr val="accent6"/>
          </a:solidFill>
        </p:grpSpPr>
        <p:sp>
          <p:nvSpPr>
            <p:cNvPr id="31" name="Google Shape;6113;p52">
              <a:extLst>
                <a:ext uri="{FF2B5EF4-FFF2-40B4-BE49-F238E27FC236}">
                  <a16:creationId xmlns:a16="http://schemas.microsoft.com/office/drawing/2014/main" id="{11609D5E-D4DF-47AE-85C3-093C27A5AC44}"/>
                </a:ext>
              </a:extLst>
            </p:cNvPr>
            <p:cNvSpPr/>
            <p:nvPr/>
          </p:nvSpPr>
          <p:spPr>
            <a:xfrm>
              <a:off x="1541775" y="3877050"/>
              <a:ext cx="302500" cy="277225"/>
            </a:xfrm>
            <a:custGeom>
              <a:avLst/>
              <a:gdLst/>
              <a:ahLst/>
              <a:cxnLst/>
              <a:rect l="l" t="t" r="r" b="b"/>
              <a:pathLst>
                <a:path w="12100" h="11089" extrusionOk="0">
                  <a:moveTo>
                    <a:pt x="10512" y="1"/>
                  </a:moveTo>
                  <a:lnTo>
                    <a:pt x="0" y="10513"/>
                  </a:lnTo>
                  <a:cubicBezTo>
                    <a:pt x="207" y="10475"/>
                    <a:pt x="415" y="10456"/>
                    <a:pt x="622" y="10456"/>
                  </a:cubicBezTo>
                  <a:cubicBezTo>
                    <a:pt x="1327" y="10456"/>
                    <a:pt x="2020" y="10674"/>
                    <a:pt x="2602" y="11088"/>
                  </a:cubicBezTo>
                  <a:lnTo>
                    <a:pt x="12099" y="1588"/>
                  </a:lnTo>
                  <a:lnTo>
                    <a:pt x="10512" y="1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2" name="Google Shape;6114;p52">
              <a:extLst>
                <a:ext uri="{FF2B5EF4-FFF2-40B4-BE49-F238E27FC236}">
                  <a16:creationId xmlns:a16="http://schemas.microsoft.com/office/drawing/2014/main" id="{59ED7026-E90B-4C60-BA0D-9CA344A6C55D}"/>
                </a:ext>
              </a:extLst>
            </p:cNvPr>
            <p:cNvSpPr/>
            <p:nvPr/>
          </p:nvSpPr>
          <p:spPr>
            <a:xfrm>
              <a:off x="1824450" y="3805975"/>
              <a:ext cx="157500" cy="150525"/>
            </a:xfrm>
            <a:custGeom>
              <a:avLst/>
              <a:gdLst/>
              <a:ahLst/>
              <a:cxnLst/>
              <a:rect l="l" t="t" r="r" b="b"/>
              <a:pathLst>
                <a:path w="6300" h="6021" extrusionOk="0">
                  <a:moveTo>
                    <a:pt x="3211" y="0"/>
                  </a:moveTo>
                  <a:cubicBezTo>
                    <a:pt x="2484" y="0"/>
                    <a:pt x="1758" y="281"/>
                    <a:pt x="1208" y="841"/>
                  </a:cubicBezTo>
                  <a:lnTo>
                    <a:pt x="0" y="2049"/>
                  </a:lnTo>
                  <a:lnTo>
                    <a:pt x="3972" y="6021"/>
                  </a:lnTo>
                  <a:lnTo>
                    <a:pt x="5180" y="4813"/>
                  </a:lnTo>
                  <a:cubicBezTo>
                    <a:pt x="6294" y="3717"/>
                    <a:pt x="6300" y="1925"/>
                    <a:pt x="5198" y="823"/>
                  </a:cubicBezTo>
                  <a:cubicBezTo>
                    <a:pt x="4649" y="274"/>
                    <a:pt x="3930" y="0"/>
                    <a:pt x="321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3" name="Google Shape;6115;p52">
              <a:extLst>
                <a:ext uri="{FF2B5EF4-FFF2-40B4-BE49-F238E27FC236}">
                  <a16:creationId xmlns:a16="http://schemas.microsoft.com/office/drawing/2014/main" id="{A35A982C-2D4F-4CB8-B29F-2E416F5AFF55}"/>
                </a:ext>
              </a:extLst>
            </p:cNvPr>
            <p:cNvSpPr/>
            <p:nvPr/>
          </p:nvSpPr>
          <p:spPr>
            <a:xfrm>
              <a:off x="1626675" y="3936600"/>
              <a:ext cx="277225" cy="302600"/>
            </a:xfrm>
            <a:custGeom>
              <a:avLst/>
              <a:gdLst/>
              <a:ahLst/>
              <a:cxnLst/>
              <a:rect l="l" t="t" r="r" b="b"/>
              <a:pathLst>
                <a:path w="11089" h="12104" extrusionOk="0">
                  <a:moveTo>
                    <a:pt x="9501" y="1"/>
                  </a:moveTo>
                  <a:lnTo>
                    <a:pt x="1" y="9501"/>
                  </a:lnTo>
                  <a:cubicBezTo>
                    <a:pt x="537" y="10254"/>
                    <a:pt x="745" y="11194"/>
                    <a:pt x="576" y="12103"/>
                  </a:cubicBezTo>
                  <a:lnTo>
                    <a:pt x="11088" y="1591"/>
                  </a:lnTo>
                  <a:lnTo>
                    <a:pt x="9501" y="1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4" name="Google Shape;6116;p52">
              <a:extLst>
                <a:ext uri="{FF2B5EF4-FFF2-40B4-BE49-F238E27FC236}">
                  <a16:creationId xmlns:a16="http://schemas.microsoft.com/office/drawing/2014/main" id="{196F6B18-F506-4B4E-A071-E20ACFB5D390}"/>
                </a:ext>
              </a:extLst>
            </p:cNvPr>
            <p:cNvSpPr/>
            <p:nvPr/>
          </p:nvSpPr>
          <p:spPr>
            <a:xfrm>
              <a:off x="1490050" y="4166500"/>
              <a:ext cx="129950" cy="121825"/>
            </a:xfrm>
            <a:custGeom>
              <a:avLst/>
              <a:gdLst/>
              <a:ahLst/>
              <a:cxnLst/>
              <a:rect l="l" t="t" r="r" b="b"/>
              <a:pathLst>
                <a:path w="5198" h="4873" extrusionOk="0">
                  <a:moveTo>
                    <a:pt x="2693" y="0"/>
                  </a:moveTo>
                  <a:cubicBezTo>
                    <a:pt x="2243" y="0"/>
                    <a:pt x="1790" y="133"/>
                    <a:pt x="1398" y="405"/>
                  </a:cubicBezTo>
                  <a:lnTo>
                    <a:pt x="1398" y="402"/>
                  </a:lnTo>
                  <a:lnTo>
                    <a:pt x="741" y="2446"/>
                  </a:lnTo>
                  <a:lnTo>
                    <a:pt x="139" y="4118"/>
                  </a:lnTo>
                  <a:cubicBezTo>
                    <a:pt x="0" y="4500"/>
                    <a:pt x="295" y="4872"/>
                    <a:pt x="664" y="4872"/>
                  </a:cubicBezTo>
                  <a:cubicBezTo>
                    <a:pt x="727" y="4872"/>
                    <a:pt x="793" y="4861"/>
                    <a:pt x="859" y="4837"/>
                  </a:cubicBezTo>
                  <a:lnTo>
                    <a:pt x="2530" y="4235"/>
                  </a:lnTo>
                  <a:lnTo>
                    <a:pt x="4574" y="3579"/>
                  </a:lnTo>
                  <a:cubicBezTo>
                    <a:pt x="5198" y="2672"/>
                    <a:pt x="5086" y="1450"/>
                    <a:pt x="4306" y="670"/>
                  </a:cubicBezTo>
                  <a:cubicBezTo>
                    <a:pt x="3866" y="228"/>
                    <a:pt x="3282" y="0"/>
                    <a:pt x="269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35" name="Google Shape;6129;p52">
            <a:extLst>
              <a:ext uri="{FF2B5EF4-FFF2-40B4-BE49-F238E27FC236}">
                <a16:creationId xmlns:a16="http://schemas.microsoft.com/office/drawing/2014/main" id="{4E8D1AE9-D5D3-4153-AD8C-91034433756A}"/>
              </a:ext>
            </a:extLst>
          </p:cNvPr>
          <p:cNvGrpSpPr/>
          <p:nvPr/>
        </p:nvGrpSpPr>
        <p:grpSpPr>
          <a:xfrm>
            <a:off x="1150434" y="968824"/>
            <a:ext cx="336296" cy="339235"/>
            <a:chOff x="4464775" y="3806475"/>
            <a:chExt cx="477625" cy="481800"/>
          </a:xfrm>
          <a:solidFill>
            <a:schemeClr val="accent6"/>
          </a:solidFill>
        </p:grpSpPr>
        <p:sp>
          <p:nvSpPr>
            <p:cNvPr id="36" name="Google Shape;6130;p52">
              <a:extLst>
                <a:ext uri="{FF2B5EF4-FFF2-40B4-BE49-F238E27FC236}">
                  <a16:creationId xmlns:a16="http://schemas.microsoft.com/office/drawing/2014/main" id="{2AB43A0A-5026-4A23-834F-AF469F1DAD51}"/>
                </a:ext>
              </a:extLst>
            </p:cNvPr>
            <p:cNvSpPr/>
            <p:nvPr/>
          </p:nvSpPr>
          <p:spPr>
            <a:xfrm>
              <a:off x="4726375" y="3806475"/>
              <a:ext cx="56500" cy="141125"/>
            </a:xfrm>
            <a:custGeom>
              <a:avLst/>
              <a:gdLst/>
              <a:ahLst/>
              <a:cxnLst/>
              <a:rect l="l" t="t" r="r" b="b"/>
              <a:pathLst>
                <a:path w="2260" h="5645" extrusionOk="0">
                  <a:moveTo>
                    <a:pt x="1133" y="1"/>
                  </a:moveTo>
                  <a:cubicBezTo>
                    <a:pt x="978" y="1"/>
                    <a:pt x="823" y="64"/>
                    <a:pt x="712" y="189"/>
                  </a:cubicBezTo>
                  <a:cubicBezTo>
                    <a:pt x="504" y="421"/>
                    <a:pt x="522" y="776"/>
                    <a:pt x="754" y="984"/>
                  </a:cubicBezTo>
                  <a:cubicBezTo>
                    <a:pt x="832" y="1056"/>
                    <a:pt x="1130" y="1385"/>
                    <a:pt x="1130" y="1695"/>
                  </a:cubicBezTo>
                  <a:cubicBezTo>
                    <a:pt x="1130" y="1990"/>
                    <a:pt x="850" y="2315"/>
                    <a:pt x="754" y="2402"/>
                  </a:cubicBezTo>
                  <a:cubicBezTo>
                    <a:pt x="678" y="2472"/>
                    <a:pt x="1" y="3101"/>
                    <a:pt x="1" y="3953"/>
                  </a:cubicBezTo>
                  <a:cubicBezTo>
                    <a:pt x="1" y="4802"/>
                    <a:pt x="675" y="5432"/>
                    <a:pt x="754" y="5501"/>
                  </a:cubicBezTo>
                  <a:cubicBezTo>
                    <a:pt x="861" y="5597"/>
                    <a:pt x="995" y="5644"/>
                    <a:pt x="1128" y="5644"/>
                  </a:cubicBezTo>
                  <a:cubicBezTo>
                    <a:pt x="1283" y="5644"/>
                    <a:pt x="1437" y="5580"/>
                    <a:pt x="1549" y="5456"/>
                  </a:cubicBezTo>
                  <a:cubicBezTo>
                    <a:pt x="1757" y="5224"/>
                    <a:pt x="1735" y="4869"/>
                    <a:pt x="1507" y="4661"/>
                  </a:cubicBezTo>
                  <a:cubicBezTo>
                    <a:pt x="1428" y="4588"/>
                    <a:pt x="1130" y="4260"/>
                    <a:pt x="1130" y="3950"/>
                  </a:cubicBezTo>
                  <a:cubicBezTo>
                    <a:pt x="1130" y="3655"/>
                    <a:pt x="1410" y="3330"/>
                    <a:pt x="1507" y="3242"/>
                  </a:cubicBezTo>
                  <a:cubicBezTo>
                    <a:pt x="1585" y="3173"/>
                    <a:pt x="2259" y="2544"/>
                    <a:pt x="2259" y="1692"/>
                  </a:cubicBezTo>
                  <a:cubicBezTo>
                    <a:pt x="2259" y="842"/>
                    <a:pt x="1585" y="213"/>
                    <a:pt x="1507" y="144"/>
                  </a:cubicBezTo>
                  <a:cubicBezTo>
                    <a:pt x="1399" y="48"/>
                    <a:pt x="1266" y="1"/>
                    <a:pt x="113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7" name="Google Shape;6131;p52">
              <a:extLst>
                <a:ext uri="{FF2B5EF4-FFF2-40B4-BE49-F238E27FC236}">
                  <a16:creationId xmlns:a16="http://schemas.microsoft.com/office/drawing/2014/main" id="{DC1FA845-5EB4-4183-AC92-FE3D1DF03E84}"/>
                </a:ext>
              </a:extLst>
            </p:cNvPr>
            <p:cNvSpPr/>
            <p:nvPr/>
          </p:nvSpPr>
          <p:spPr>
            <a:xfrm>
              <a:off x="4641700" y="3806475"/>
              <a:ext cx="56475" cy="141125"/>
            </a:xfrm>
            <a:custGeom>
              <a:avLst/>
              <a:gdLst/>
              <a:ahLst/>
              <a:cxnLst/>
              <a:rect l="l" t="t" r="r" b="b"/>
              <a:pathLst>
                <a:path w="2259" h="5645" extrusionOk="0">
                  <a:moveTo>
                    <a:pt x="1132" y="1"/>
                  </a:moveTo>
                  <a:cubicBezTo>
                    <a:pt x="977" y="1"/>
                    <a:pt x="823" y="64"/>
                    <a:pt x="711" y="189"/>
                  </a:cubicBezTo>
                  <a:cubicBezTo>
                    <a:pt x="503" y="421"/>
                    <a:pt x="521" y="776"/>
                    <a:pt x="753" y="984"/>
                  </a:cubicBezTo>
                  <a:cubicBezTo>
                    <a:pt x="831" y="1056"/>
                    <a:pt x="1130" y="1385"/>
                    <a:pt x="1130" y="1695"/>
                  </a:cubicBezTo>
                  <a:cubicBezTo>
                    <a:pt x="1130" y="1990"/>
                    <a:pt x="849" y="2315"/>
                    <a:pt x="753" y="2402"/>
                  </a:cubicBezTo>
                  <a:cubicBezTo>
                    <a:pt x="678" y="2472"/>
                    <a:pt x="0" y="3101"/>
                    <a:pt x="0" y="3953"/>
                  </a:cubicBezTo>
                  <a:cubicBezTo>
                    <a:pt x="0" y="4802"/>
                    <a:pt x="675" y="5432"/>
                    <a:pt x="753" y="5501"/>
                  </a:cubicBezTo>
                  <a:cubicBezTo>
                    <a:pt x="860" y="5597"/>
                    <a:pt x="994" y="5644"/>
                    <a:pt x="1127" y="5644"/>
                  </a:cubicBezTo>
                  <a:cubicBezTo>
                    <a:pt x="1282" y="5644"/>
                    <a:pt x="1436" y="5580"/>
                    <a:pt x="1548" y="5456"/>
                  </a:cubicBezTo>
                  <a:cubicBezTo>
                    <a:pt x="1756" y="5224"/>
                    <a:pt x="1735" y="4869"/>
                    <a:pt x="1506" y="4661"/>
                  </a:cubicBezTo>
                  <a:cubicBezTo>
                    <a:pt x="1428" y="4588"/>
                    <a:pt x="1130" y="4260"/>
                    <a:pt x="1130" y="3950"/>
                  </a:cubicBezTo>
                  <a:cubicBezTo>
                    <a:pt x="1130" y="3655"/>
                    <a:pt x="1410" y="3330"/>
                    <a:pt x="1506" y="3242"/>
                  </a:cubicBezTo>
                  <a:cubicBezTo>
                    <a:pt x="1581" y="3173"/>
                    <a:pt x="2259" y="2544"/>
                    <a:pt x="2259" y="1692"/>
                  </a:cubicBezTo>
                  <a:cubicBezTo>
                    <a:pt x="2259" y="842"/>
                    <a:pt x="1581" y="213"/>
                    <a:pt x="1506" y="144"/>
                  </a:cubicBezTo>
                  <a:cubicBezTo>
                    <a:pt x="1399" y="48"/>
                    <a:pt x="1265" y="1"/>
                    <a:pt x="1132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8" name="Google Shape;6132;p52">
              <a:extLst>
                <a:ext uri="{FF2B5EF4-FFF2-40B4-BE49-F238E27FC236}">
                  <a16:creationId xmlns:a16="http://schemas.microsoft.com/office/drawing/2014/main" id="{7E59AEB5-98E4-46AE-BC74-EEE2BE6432FD}"/>
                </a:ext>
              </a:extLst>
            </p:cNvPr>
            <p:cNvSpPr/>
            <p:nvPr/>
          </p:nvSpPr>
          <p:spPr>
            <a:xfrm>
              <a:off x="4557000" y="3806475"/>
              <a:ext cx="56500" cy="141125"/>
            </a:xfrm>
            <a:custGeom>
              <a:avLst/>
              <a:gdLst/>
              <a:ahLst/>
              <a:cxnLst/>
              <a:rect l="l" t="t" r="r" b="b"/>
              <a:pathLst>
                <a:path w="2260" h="5645" extrusionOk="0">
                  <a:moveTo>
                    <a:pt x="1132" y="1"/>
                  </a:moveTo>
                  <a:cubicBezTo>
                    <a:pt x="977" y="1"/>
                    <a:pt x="823" y="64"/>
                    <a:pt x="711" y="189"/>
                  </a:cubicBezTo>
                  <a:cubicBezTo>
                    <a:pt x="504" y="421"/>
                    <a:pt x="522" y="776"/>
                    <a:pt x="753" y="984"/>
                  </a:cubicBezTo>
                  <a:cubicBezTo>
                    <a:pt x="832" y="1056"/>
                    <a:pt x="1130" y="1385"/>
                    <a:pt x="1130" y="1695"/>
                  </a:cubicBezTo>
                  <a:cubicBezTo>
                    <a:pt x="1130" y="1990"/>
                    <a:pt x="850" y="2315"/>
                    <a:pt x="753" y="2402"/>
                  </a:cubicBezTo>
                  <a:cubicBezTo>
                    <a:pt x="678" y="2472"/>
                    <a:pt x="1" y="3101"/>
                    <a:pt x="1" y="3953"/>
                  </a:cubicBezTo>
                  <a:cubicBezTo>
                    <a:pt x="1" y="4802"/>
                    <a:pt x="675" y="5432"/>
                    <a:pt x="753" y="5501"/>
                  </a:cubicBezTo>
                  <a:cubicBezTo>
                    <a:pt x="861" y="5597"/>
                    <a:pt x="994" y="5644"/>
                    <a:pt x="1127" y="5644"/>
                  </a:cubicBezTo>
                  <a:cubicBezTo>
                    <a:pt x="1282" y="5644"/>
                    <a:pt x="1437" y="5580"/>
                    <a:pt x="1548" y="5456"/>
                  </a:cubicBezTo>
                  <a:cubicBezTo>
                    <a:pt x="1756" y="5224"/>
                    <a:pt x="1735" y="4869"/>
                    <a:pt x="1506" y="4661"/>
                  </a:cubicBezTo>
                  <a:cubicBezTo>
                    <a:pt x="1428" y="4588"/>
                    <a:pt x="1130" y="4260"/>
                    <a:pt x="1130" y="3950"/>
                  </a:cubicBezTo>
                  <a:cubicBezTo>
                    <a:pt x="1130" y="3655"/>
                    <a:pt x="1410" y="3330"/>
                    <a:pt x="1506" y="3242"/>
                  </a:cubicBezTo>
                  <a:cubicBezTo>
                    <a:pt x="1582" y="3173"/>
                    <a:pt x="2259" y="2544"/>
                    <a:pt x="2259" y="1692"/>
                  </a:cubicBezTo>
                  <a:cubicBezTo>
                    <a:pt x="2259" y="842"/>
                    <a:pt x="1582" y="213"/>
                    <a:pt x="1506" y="144"/>
                  </a:cubicBezTo>
                  <a:cubicBezTo>
                    <a:pt x="1399" y="48"/>
                    <a:pt x="1265" y="1"/>
                    <a:pt x="1132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9" name="Google Shape;6133;p52">
              <a:extLst>
                <a:ext uri="{FF2B5EF4-FFF2-40B4-BE49-F238E27FC236}">
                  <a16:creationId xmlns:a16="http://schemas.microsoft.com/office/drawing/2014/main" id="{D05984B2-DD18-465C-A46E-2AF8768F5A6A}"/>
                </a:ext>
              </a:extLst>
            </p:cNvPr>
            <p:cNvSpPr/>
            <p:nvPr/>
          </p:nvSpPr>
          <p:spPr>
            <a:xfrm>
              <a:off x="4464775" y="4230875"/>
              <a:ext cx="395250" cy="57400"/>
            </a:xfrm>
            <a:custGeom>
              <a:avLst/>
              <a:gdLst/>
              <a:ahLst/>
              <a:cxnLst/>
              <a:rect l="l" t="t" r="r" b="b"/>
              <a:pathLst>
                <a:path w="15810" h="2296" extrusionOk="0">
                  <a:moveTo>
                    <a:pt x="567" y="1"/>
                  </a:moveTo>
                  <a:cubicBezTo>
                    <a:pt x="254" y="1"/>
                    <a:pt x="1" y="251"/>
                    <a:pt x="1" y="564"/>
                  </a:cubicBezTo>
                  <a:cubicBezTo>
                    <a:pt x="1" y="877"/>
                    <a:pt x="254" y="1130"/>
                    <a:pt x="567" y="1130"/>
                  </a:cubicBezTo>
                  <a:lnTo>
                    <a:pt x="1910" y="1130"/>
                  </a:lnTo>
                  <a:lnTo>
                    <a:pt x="2006" y="1359"/>
                  </a:lnTo>
                  <a:cubicBezTo>
                    <a:pt x="2291" y="1932"/>
                    <a:pt x="2875" y="2295"/>
                    <a:pt x="3516" y="2295"/>
                  </a:cubicBezTo>
                  <a:cubicBezTo>
                    <a:pt x="3519" y="2295"/>
                    <a:pt x="3521" y="2295"/>
                    <a:pt x="3524" y="2295"/>
                  </a:cubicBezTo>
                  <a:lnTo>
                    <a:pt x="12290" y="2295"/>
                  </a:lnTo>
                  <a:cubicBezTo>
                    <a:pt x="12292" y="2295"/>
                    <a:pt x="12295" y="2295"/>
                    <a:pt x="12298" y="2295"/>
                  </a:cubicBezTo>
                  <a:cubicBezTo>
                    <a:pt x="12936" y="2295"/>
                    <a:pt x="13520" y="1932"/>
                    <a:pt x="13804" y="1359"/>
                  </a:cubicBezTo>
                  <a:lnTo>
                    <a:pt x="13901" y="1130"/>
                  </a:lnTo>
                  <a:lnTo>
                    <a:pt x="15247" y="1130"/>
                  </a:lnTo>
                  <a:cubicBezTo>
                    <a:pt x="15557" y="1130"/>
                    <a:pt x="15810" y="877"/>
                    <a:pt x="15810" y="564"/>
                  </a:cubicBezTo>
                  <a:cubicBezTo>
                    <a:pt x="15810" y="251"/>
                    <a:pt x="15557" y="1"/>
                    <a:pt x="1524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40" name="Google Shape;6134;p52">
              <a:extLst>
                <a:ext uri="{FF2B5EF4-FFF2-40B4-BE49-F238E27FC236}">
                  <a16:creationId xmlns:a16="http://schemas.microsoft.com/office/drawing/2014/main" id="{635B9F2C-E452-43B0-AF55-E18163A8BF12}"/>
                </a:ext>
              </a:extLst>
            </p:cNvPr>
            <p:cNvSpPr/>
            <p:nvPr/>
          </p:nvSpPr>
          <p:spPr>
            <a:xfrm>
              <a:off x="4840675" y="4007300"/>
              <a:ext cx="101725" cy="166025"/>
            </a:xfrm>
            <a:custGeom>
              <a:avLst/>
              <a:gdLst/>
              <a:ahLst/>
              <a:cxnLst/>
              <a:rect l="l" t="t" r="r" b="b"/>
              <a:pathLst>
                <a:path w="4069" h="6641" extrusionOk="0">
                  <a:moveTo>
                    <a:pt x="1870" y="0"/>
                  </a:moveTo>
                  <a:cubicBezTo>
                    <a:pt x="1852" y="380"/>
                    <a:pt x="1837" y="759"/>
                    <a:pt x="1795" y="1130"/>
                  </a:cubicBezTo>
                  <a:cubicBezTo>
                    <a:pt x="1927" y="1181"/>
                    <a:pt x="2048" y="1256"/>
                    <a:pt x="2150" y="1355"/>
                  </a:cubicBezTo>
                  <a:cubicBezTo>
                    <a:pt x="2800" y="2006"/>
                    <a:pt x="2433" y="3469"/>
                    <a:pt x="1352" y="4550"/>
                  </a:cubicBezTo>
                  <a:cubicBezTo>
                    <a:pt x="1177" y="4722"/>
                    <a:pt x="991" y="4879"/>
                    <a:pt x="792" y="5017"/>
                  </a:cubicBezTo>
                  <a:cubicBezTo>
                    <a:pt x="566" y="5577"/>
                    <a:pt x="301" y="6119"/>
                    <a:pt x="0" y="6640"/>
                  </a:cubicBezTo>
                  <a:cubicBezTo>
                    <a:pt x="747" y="6429"/>
                    <a:pt x="1506" y="5993"/>
                    <a:pt x="2150" y="5348"/>
                  </a:cubicBezTo>
                  <a:cubicBezTo>
                    <a:pt x="3716" y="3782"/>
                    <a:pt x="4068" y="1678"/>
                    <a:pt x="2948" y="557"/>
                  </a:cubicBezTo>
                  <a:cubicBezTo>
                    <a:pt x="2656" y="268"/>
                    <a:pt x="2280" y="97"/>
                    <a:pt x="1870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41" name="Google Shape;6135;p52">
              <a:extLst>
                <a:ext uri="{FF2B5EF4-FFF2-40B4-BE49-F238E27FC236}">
                  <a16:creationId xmlns:a16="http://schemas.microsoft.com/office/drawing/2014/main" id="{040A4CFE-8B79-4E5D-8AA7-6619E5B2F0FF}"/>
                </a:ext>
              </a:extLst>
            </p:cNvPr>
            <p:cNvSpPr/>
            <p:nvPr/>
          </p:nvSpPr>
          <p:spPr>
            <a:xfrm>
              <a:off x="4464775" y="3976800"/>
              <a:ext cx="395250" cy="225875"/>
            </a:xfrm>
            <a:custGeom>
              <a:avLst/>
              <a:gdLst/>
              <a:ahLst/>
              <a:cxnLst/>
              <a:rect l="l" t="t" r="r" b="b"/>
              <a:pathLst>
                <a:path w="15810" h="9035" extrusionOk="0">
                  <a:moveTo>
                    <a:pt x="564" y="1"/>
                  </a:moveTo>
                  <a:cubicBezTo>
                    <a:pt x="254" y="1"/>
                    <a:pt x="1" y="251"/>
                    <a:pt x="1" y="564"/>
                  </a:cubicBezTo>
                  <a:cubicBezTo>
                    <a:pt x="1" y="3930"/>
                    <a:pt x="1157" y="7026"/>
                    <a:pt x="3075" y="9035"/>
                  </a:cubicBezTo>
                  <a:lnTo>
                    <a:pt x="12735" y="9035"/>
                  </a:lnTo>
                  <a:cubicBezTo>
                    <a:pt x="14654" y="7026"/>
                    <a:pt x="15810" y="3930"/>
                    <a:pt x="15810" y="564"/>
                  </a:cubicBezTo>
                  <a:cubicBezTo>
                    <a:pt x="15810" y="251"/>
                    <a:pt x="15557" y="1"/>
                    <a:pt x="1524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pic>
        <p:nvPicPr>
          <p:cNvPr id="18" name="Picture 17">
            <a:extLst>
              <a:ext uri="{FF2B5EF4-FFF2-40B4-BE49-F238E27FC236}">
                <a16:creationId xmlns:a16="http://schemas.microsoft.com/office/drawing/2014/main" id="{D67F4462-ACD9-4EAB-9F0A-544BB39B5484}"/>
              </a:ext>
            </a:extLst>
          </p:cNvPr>
          <p:cNvPicPr/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05975" y="1088750"/>
            <a:ext cx="6015624" cy="28583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369345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Google Shape;270;p24"/>
          <p:cNvSpPr txBox="1">
            <a:spLocks noGrp="1"/>
          </p:cNvSpPr>
          <p:nvPr>
            <p:ph type="ctrTitle"/>
          </p:nvPr>
        </p:nvSpPr>
        <p:spPr>
          <a:xfrm>
            <a:off x="151761" y="1365844"/>
            <a:ext cx="1766403" cy="796943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2000" dirty="0">
                <a:solidFill>
                  <a:srgbClr val="48FFD5"/>
                </a:solidFill>
                <a:latin typeface="Impact"/>
                <a:ea typeface="Impact"/>
                <a:cs typeface="Impact"/>
                <a:sym typeface="Impact"/>
              </a:rPr>
              <a:t>PENGKODEAN</a:t>
            </a:r>
            <a:br>
              <a:rPr lang="es" sz="2000" dirty="0">
                <a:solidFill>
                  <a:srgbClr val="48FFD5"/>
                </a:solidFill>
                <a:latin typeface="Impact"/>
                <a:ea typeface="Impact"/>
                <a:cs typeface="Impact"/>
                <a:sym typeface="Impact"/>
              </a:rPr>
            </a:br>
            <a:r>
              <a:rPr lang="es" sz="2000" dirty="0">
                <a:solidFill>
                  <a:srgbClr val="48FFD5"/>
                </a:solidFill>
                <a:latin typeface="Impact"/>
                <a:ea typeface="Impact"/>
                <a:cs typeface="Impact"/>
                <a:sym typeface="Impact"/>
              </a:rPr>
              <a:t>SYSTEM</a:t>
            </a:r>
            <a:endParaRPr sz="2000" dirty="0">
              <a:solidFill>
                <a:srgbClr val="48FFD5"/>
              </a:solidFill>
              <a:latin typeface="Impact"/>
              <a:ea typeface="Impact"/>
              <a:cs typeface="Impact"/>
              <a:sym typeface="Impact"/>
            </a:endParaRPr>
          </a:p>
        </p:txBody>
      </p:sp>
      <p:sp>
        <p:nvSpPr>
          <p:cNvPr id="25" name="Google Shape;270;p24">
            <a:extLst>
              <a:ext uri="{FF2B5EF4-FFF2-40B4-BE49-F238E27FC236}">
                <a16:creationId xmlns:a16="http://schemas.microsoft.com/office/drawing/2014/main" id="{826F4B58-B400-4659-B4CE-1684508A8953}"/>
              </a:ext>
            </a:extLst>
          </p:cNvPr>
          <p:cNvSpPr txBox="1">
            <a:spLocks/>
          </p:cNvSpPr>
          <p:nvPr/>
        </p:nvSpPr>
        <p:spPr>
          <a:xfrm>
            <a:off x="1646193" y="4446317"/>
            <a:ext cx="6935189" cy="5254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Roboto Black"/>
              <a:buNone/>
              <a:defRPr sz="3600" b="0" i="0" u="none" strike="noStrike" cap="none">
                <a:solidFill>
                  <a:srgbClr val="FFFFFF"/>
                </a:solidFill>
                <a:latin typeface="Roboto Black"/>
                <a:ea typeface="Roboto Black"/>
                <a:cs typeface="Roboto Black"/>
                <a:sym typeface="Roboto Black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00"/>
              <a:buFont typeface="Bree Serif"/>
              <a:buNone/>
              <a:defRPr sz="5200" b="1" i="0" u="none" strike="noStrike" cap="none">
                <a:solidFill>
                  <a:srgbClr val="FFFFFF"/>
                </a:solidFill>
                <a:latin typeface="Bree Serif"/>
                <a:ea typeface="Bree Serif"/>
                <a:cs typeface="Bree Serif"/>
                <a:sym typeface="Bree Serif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00"/>
              <a:buFont typeface="Bree Serif"/>
              <a:buNone/>
              <a:defRPr sz="5200" b="1" i="0" u="none" strike="noStrike" cap="none">
                <a:solidFill>
                  <a:srgbClr val="FFFFFF"/>
                </a:solidFill>
                <a:latin typeface="Bree Serif"/>
                <a:ea typeface="Bree Serif"/>
                <a:cs typeface="Bree Serif"/>
                <a:sym typeface="Bree Serif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00"/>
              <a:buFont typeface="Bree Serif"/>
              <a:buNone/>
              <a:defRPr sz="5200" b="1" i="0" u="none" strike="noStrike" cap="none">
                <a:solidFill>
                  <a:srgbClr val="FFFFFF"/>
                </a:solidFill>
                <a:latin typeface="Bree Serif"/>
                <a:ea typeface="Bree Serif"/>
                <a:cs typeface="Bree Serif"/>
                <a:sym typeface="Bree Serif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00"/>
              <a:buFont typeface="Bree Serif"/>
              <a:buNone/>
              <a:defRPr sz="5200" b="1" i="0" u="none" strike="noStrike" cap="none">
                <a:solidFill>
                  <a:srgbClr val="FFFFFF"/>
                </a:solidFill>
                <a:latin typeface="Bree Serif"/>
                <a:ea typeface="Bree Serif"/>
                <a:cs typeface="Bree Serif"/>
                <a:sym typeface="Bree Serif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00"/>
              <a:buFont typeface="Bree Serif"/>
              <a:buNone/>
              <a:defRPr sz="5200" b="1" i="0" u="none" strike="noStrike" cap="none">
                <a:solidFill>
                  <a:srgbClr val="FFFFFF"/>
                </a:solidFill>
                <a:latin typeface="Bree Serif"/>
                <a:ea typeface="Bree Serif"/>
                <a:cs typeface="Bree Serif"/>
                <a:sym typeface="Bree Serif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00"/>
              <a:buFont typeface="Bree Serif"/>
              <a:buNone/>
              <a:defRPr sz="5200" b="1" i="0" u="none" strike="noStrike" cap="none">
                <a:solidFill>
                  <a:srgbClr val="FFFFFF"/>
                </a:solidFill>
                <a:latin typeface="Bree Serif"/>
                <a:ea typeface="Bree Serif"/>
                <a:cs typeface="Bree Serif"/>
                <a:sym typeface="Bree Serif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00"/>
              <a:buFont typeface="Bree Serif"/>
              <a:buNone/>
              <a:defRPr sz="5200" b="1" i="0" u="none" strike="noStrike" cap="none">
                <a:solidFill>
                  <a:srgbClr val="FFFFFF"/>
                </a:solidFill>
                <a:latin typeface="Bree Serif"/>
                <a:ea typeface="Bree Serif"/>
                <a:cs typeface="Bree Serif"/>
                <a:sym typeface="Bree Serif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00"/>
              <a:buFont typeface="Bree Serif"/>
              <a:buNone/>
              <a:defRPr sz="5200" b="1" i="0" u="none" strike="noStrike" cap="none">
                <a:solidFill>
                  <a:srgbClr val="FFFFFF"/>
                </a:solidFill>
                <a:latin typeface="Bree Serif"/>
                <a:ea typeface="Bree Serif"/>
                <a:cs typeface="Bree Serif"/>
                <a:sym typeface="Bree Serif"/>
              </a:defRPr>
            </a:lvl9pPr>
          </a:lstStyle>
          <a:p>
            <a:pPr algn="ctr"/>
            <a:r>
              <a:rPr lang="en-US" sz="2000" dirty="0" err="1">
                <a:solidFill>
                  <a:schemeClr val="accent6"/>
                </a:solidFill>
                <a:latin typeface="Impact"/>
                <a:ea typeface="Impact"/>
                <a:cs typeface="Impact"/>
                <a:sym typeface="Impact"/>
              </a:rPr>
              <a:t>Tampilan</a:t>
            </a:r>
            <a:r>
              <a:rPr lang="en-US" sz="2000" dirty="0">
                <a:solidFill>
                  <a:schemeClr val="accent6"/>
                </a:solidFill>
                <a:latin typeface="Impact"/>
                <a:ea typeface="Impact"/>
                <a:cs typeface="Impact"/>
                <a:sym typeface="Impact"/>
              </a:rPr>
              <a:t> Home</a:t>
            </a:r>
            <a:br>
              <a:rPr lang="en-US" sz="2000" dirty="0">
                <a:solidFill>
                  <a:schemeClr val="accent6"/>
                </a:solidFill>
                <a:latin typeface="Impact"/>
                <a:ea typeface="Impact"/>
                <a:cs typeface="Impact"/>
                <a:sym typeface="Impact"/>
              </a:rPr>
            </a:br>
            <a:r>
              <a:rPr lang="en-US" sz="2000" dirty="0">
                <a:solidFill>
                  <a:schemeClr val="accent6"/>
                </a:solidFill>
                <a:latin typeface="Impact"/>
                <a:ea typeface="Impact"/>
                <a:cs typeface="Impact"/>
                <a:sym typeface="Impact"/>
              </a:rPr>
              <a:t>#count</a:t>
            </a:r>
          </a:p>
        </p:txBody>
      </p:sp>
      <p:grpSp>
        <p:nvGrpSpPr>
          <p:cNvPr id="30" name="Google Shape;6112;p52">
            <a:extLst>
              <a:ext uri="{FF2B5EF4-FFF2-40B4-BE49-F238E27FC236}">
                <a16:creationId xmlns:a16="http://schemas.microsoft.com/office/drawing/2014/main" id="{4242C9B3-416D-4F66-94F9-B3F98CC371D5}"/>
              </a:ext>
            </a:extLst>
          </p:cNvPr>
          <p:cNvGrpSpPr/>
          <p:nvPr/>
        </p:nvGrpSpPr>
        <p:grpSpPr>
          <a:xfrm>
            <a:off x="620986" y="968837"/>
            <a:ext cx="346347" cy="339623"/>
            <a:chOff x="1490050" y="3805975"/>
            <a:chExt cx="491900" cy="482350"/>
          </a:xfrm>
          <a:solidFill>
            <a:schemeClr val="accent6"/>
          </a:solidFill>
        </p:grpSpPr>
        <p:sp>
          <p:nvSpPr>
            <p:cNvPr id="31" name="Google Shape;6113;p52">
              <a:extLst>
                <a:ext uri="{FF2B5EF4-FFF2-40B4-BE49-F238E27FC236}">
                  <a16:creationId xmlns:a16="http://schemas.microsoft.com/office/drawing/2014/main" id="{11609D5E-D4DF-47AE-85C3-093C27A5AC44}"/>
                </a:ext>
              </a:extLst>
            </p:cNvPr>
            <p:cNvSpPr/>
            <p:nvPr/>
          </p:nvSpPr>
          <p:spPr>
            <a:xfrm>
              <a:off x="1541775" y="3877050"/>
              <a:ext cx="302500" cy="277225"/>
            </a:xfrm>
            <a:custGeom>
              <a:avLst/>
              <a:gdLst/>
              <a:ahLst/>
              <a:cxnLst/>
              <a:rect l="l" t="t" r="r" b="b"/>
              <a:pathLst>
                <a:path w="12100" h="11089" extrusionOk="0">
                  <a:moveTo>
                    <a:pt x="10512" y="1"/>
                  </a:moveTo>
                  <a:lnTo>
                    <a:pt x="0" y="10513"/>
                  </a:lnTo>
                  <a:cubicBezTo>
                    <a:pt x="207" y="10475"/>
                    <a:pt x="415" y="10456"/>
                    <a:pt x="622" y="10456"/>
                  </a:cubicBezTo>
                  <a:cubicBezTo>
                    <a:pt x="1327" y="10456"/>
                    <a:pt x="2020" y="10674"/>
                    <a:pt x="2602" y="11088"/>
                  </a:cubicBezTo>
                  <a:lnTo>
                    <a:pt x="12099" y="1588"/>
                  </a:lnTo>
                  <a:lnTo>
                    <a:pt x="10512" y="1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2" name="Google Shape;6114;p52">
              <a:extLst>
                <a:ext uri="{FF2B5EF4-FFF2-40B4-BE49-F238E27FC236}">
                  <a16:creationId xmlns:a16="http://schemas.microsoft.com/office/drawing/2014/main" id="{59ED7026-E90B-4C60-BA0D-9CA344A6C55D}"/>
                </a:ext>
              </a:extLst>
            </p:cNvPr>
            <p:cNvSpPr/>
            <p:nvPr/>
          </p:nvSpPr>
          <p:spPr>
            <a:xfrm>
              <a:off x="1824450" y="3805975"/>
              <a:ext cx="157500" cy="150525"/>
            </a:xfrm>
            <a:custGeom>
              <a:avLst/>
              <a:gdLst/>
              <a:ahLst/>
              <a:cxnLst/>
              <a:rect l="l" t="t" r="r" b="b"/>
              <a:pathLst>
                <a:path w="6300" h="6021" extrusionOk="0">
                  <a:moveTo>
                    <a:pt x="3211" y="0"/>
                  </a:moveTo>
                  <a:cubicBezTo>
                    <a:pt x="2484" y="0"/>
                    <a:pt x="1758" y="281"/>
                    <a:pt x="1208" y="841"/>
                  </a:cubicBezTo>
                  <a:lnTo>
                    <a:pt x="0" y="2049"/>
                  </a:lnTo>
                  <a:lnTo>
                    <a:pt x="3972" y="6021"/>
                  </a:lnTo>
                  <a:lnTo>
                    <a:pt x="5180" y="4813"/>
                  </a:lnTo>
                  <a:cubicBezTo>
                    <a:pt x="6294" y="3717"/>
                    <a:pt x="6300" y="1925"/>
                    <a:pt x="5198" y="823"/>
                  </a:cubicBezTo>
                  <a:cubicBezTo>
                    <a:pt x="4649" y="274"/>
                    <a:pt x="3930" y="0"/>
                    <a:pt x="321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3" name="Google Shape;6115;p52">
              <a:extLst>
                <a:ext uri="{FF2B5EF4-FFF2-40B4-BE49-F238E27FC236}">
                  <a16:creationId xmlns:a16="http://schemas.microsoft.com/office/drawing/2014/main" id="{A35A982C-2D4F-4CB8-B29F-2E416F5AFF55}"/>
                </a:ext>
              </a:extLst>
            </p:cNvPr>
            <p:cNvSpPr/>
            <p:nvPr/>
          </p:nvSpPr>
          <p:spPr>
            <a:xfrm>
              <a:off x="1626675" y="3936600"/>
              <a:ext cx="277225" cy="302600"/>
            </a:xfrm>
            <a:custGeom>
              <a:avLst/>
              <a:gdLst/>
              <a:ahLst/>
              <a:cxnLst/>
              <a:rect l="l" t="t" r="r" b="b"/>
              <a:pathLst>
                <a:path w="11089" h="12104" extrusionOk="0">
                  <a:moveTo>
                    <a:pt x="9501" y="1"/>
                  </a:moveTo>
                  <a:lnTo>
                    <a:pt x="1" y="9501"/>
                  </a:lnTo>
                  <a:cubicBezTo>
                    <a:pt x="537" y="10254"/>
                    <a:pt x="745" y="11194"/>
                    <a:pt x="576" y="12103"/>
                  </a:cubicBezTo>
                  <a:lnTo>
                    <a:pt x="11088" y="1591"/>
                  </a:lnTo>
                  <a:lnTo>
                    <a:pt x="9501" y="1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4" name="Google Shape;6116;p52">
              <a:extLst>
                <a:ext uri="{FF2B5EF4-FFF2-40B4-BE49-F238E27FC236}">
                  <a16:creationId xmlns:a16="http://schemas.microsoft.com/office/drawing/2014/main" id="{196F6B18-F506-4B4E-A071-E20ACFB5D390}"/>
                </a:ext>
              </a:extLst>
            </p:cNvPr>
            <p:cNvSpPr/>
            <p:nvPr/>
          </p:nvSpPr>
          <p:spPr>
            <a:xfrm>
              <a:off x="1490050" y="4166500"/>
              <a:ext cx="129950" cy="121825"/>
            </a:xfrm>
            <a:custGeom>
              <a:avLst/>
              <a:gdLst/>
              <a:ahLst/>
              <a:cxnLst/>
              <a:rect l="l" t="t" r="r" b="b"/>
              <a:pathLst>
                <a:path w="5198" h="4873" extrusionOk="0">
                  <a:moveTo>
                    <a:pt x="2693" y="0"/>
                  </a:moveTo>
                  <a:cubicBezTo>
                    <a:pt x="2243" y="0"/>
                    <a:pt x="1790" y="133"/>
                    <a:pt x="1398" y="405"/>
                  </a:cubicBezTo>
                  <a:lnTo>
                    <a:pt x="1398" y="402"/>
                  </a:lnTo>
                  <a:lnTo>
                    <a:pt x="741" y="2446"/>
                  </a:lnTo>
                  <a:lnTo>
                    <a:pt x="139" y="4118"/>
                  </a:lnTo>
                  <a:cubicBezTo>
                    <a:pt x="0" y="4500"/>
                    <a:pt x="295" y="4872"/>
                    <a:pt x="664" y="4872"/>
                  </a:cubicBezTo>
                  <a:cubicBezTo>
                    <a:pt x="727" y="4872"/>
                    <a:pt x="793" y="4861"/>
                    <a:pt x="859" y="4837"/>
                  </a:cubicBezTo>
                  <a:lnTo>
                    <a:pt x="2530" y="4235"/>
                  </a:lnTo>
                  <a:lnTo>
                    <a:pt x="4574" y="3579"/>
                  </a:lnTo>
                  <a:cubicBezTo>
                    <a:pt x="5198" y="2672"/>
                    <a:pt x="5086" y="1450"/>
                    <a:pt x="4306" y="670"/>
                  </a:cubicBezTo>
                  <a:cubicBezTo>
                    <a:pt x="3866" y="228"/>
                    <a:pt x="3282" y="0"/>
                    <a:pt x="269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35" name="Google Shape;6129;p52">
            <a:extLst>
              <a:ext uri="{FF2B5EF4-FFF2-40B4-BE49-F238E27FC236}">
                <a16:creationId xmlns:a16="http://schemas.microsoft.com/office/drawing/2014/main" id="{4E8D1AE9-D5D3-4153-AD8C-91034433756A}"/>
              </a:ext>
            </a:extLst>
          </p:cNvPr>
          <p:cNvGrpSpPr/>
          <p:nvPr/>
        </p:nvGrpSpPr>
        <p:grpSpPr>
          <a:xfrm>
            <a:off x="1150434" y="968824"/>
            <a:ext cx="336296" cy="339235"/>
            <a:chOff x="4464775" y="3806475"/>
            <a:chExt cx="477625" cy="481800"/>
          </a:xfrm>
          <a:solidFill>
            <a:schemeClr val="accent6"/>
          </a:solidFill>
        </p:grpSpPr>
        <p:sp>
          <p:nvSpPr>
            <p:cNvPr id="36" name="Google Shape;6130;p52">
              <a:extLst>
                <a:ext uri="{FF2B5EF4-FFF2-40B4-BE49-F238E27FC236}">
                  <a16:creationId xmlns:a16="http://schemas.microsoft.com/office/drawing/2014/main" id="{2AB43A0A-5026-4A23-834F-AF469F1DAD51}"/>
                </a:ext>
              </a:extLst>
            </p:cNvPr>
            <p:cNvSpPr/>
            <p:nvPr/>
          </p:nvSpPr>
          <p:spPr>
            <a:xfrm>
              <a:off x="4726375" y="3806475"/>
              <a:ext cx="56500" cy="141125"/>
            </a:xfrm>
            <a:custGeom>
              <a:avLst/>
              <a:gdLst/>
              <a:ahLst/>
              <a:cxnLst/>
              <a:rect l="l" t="t" r="r" b="b"/>
              <a:pathLst>
                <a:path w="2260" h="5645" extrusionOk="0">
                  <a:moveTo>
                    <a:pt x="1133" y="1"/>
                  </a:moveTo>
                  <a:cubicBezTo>
                    <a:pt x="978" y="1"/>
                    <a:pt x="823" y="64"/>
                    <a:pt x="712" y="189"/>
                  </a:cubicBezTo>
                  <a:cubicBezTo>
                    <a:pt x="504" y="421"/>
                    <a:pt x="522" y="776"/>
                    <a:pt x="754" y="984"/>
                  </a:cubicBezTo>
                  <a:cubicBezTo>
                    <a:pt x="832" y="1056"/>
                    <a:pt x="1130" y="1385"/>
                    <a:pt x="1130" y="1695"/>
                  </a:cubicBezTo>
                  <a:cubicBezTo>
                    <a:pt x="1130" y="1990"/>
                    <a:pt x="850" y="2315"/>
                    <a:pt x="754" y="2402"/>
                  </a:cubicBezTo>
                  <a:cubicBezTo>
                    <a:pt x="678" y="2472"/>
                    <a:pt x="1" y="3101"/>
                    <a:pt x="1" y="3953"/>
                  </a:cubicBezTo>
                  <a:cubicBezTo>
                    <a:pt x="1" y="4802"/>
                    <a:pt x="675" y="5432"/>
                    <a:pt x="754" y="5501"/>
                  </a:cubicBezTo>
                  <a:cubicBezTo>
                    <a:pt x="861" y="5597"/>
                    <a:pt x="995" y="5644"/>
                    <a:pt x="1128" y="5644"/>
                  </a:cubicBezTo>
                  <a:cubicBezTo>
                    <a:pt x="1283" y="5644"/>
                    <a:pt x="1437" y="5580"/>
                    <a:pt x="1549" y="5456"/>
                  </a:cubicBezTo>
                  <a:cubicBezTo>
                    <a:pt x="1757" y="5224"/>
                    <a:pt x="1735" y="4869"/>
                    <a:pt x="1507" y="4661"/>
                  </a:cubicBezTo>
                  <a:cubicBezTo>
                    <a:pt x="1428" y="4588"/>
                    <a:pt x="1130" y="4260"/>
                    <a:pt x="1130" y="3950"/>
                  </a:cubicBezTo>
                  <a:cubicBezTo>
                    <a:pt x="1130" y="3655"/>
                    <a:pt x="1410" y="3330"/>
                    <a:pt x="1507" y="3242"/>
                  </a:cubicBezTo>
                  <a:cubicBezTo>
                    <a:pt x="1585" y="3173"/>
                    <a:pt x="2259" y="2544"/>
                    <a:pt x="2259" y="1692"/>
                  </a:cubicBezTo>
                  <a:cubicBezTo>
                    <a:pt x="2259" y="842"/>
                    <a:pt x="1585" y="213"/>
                    <a:pt x="1507" y="144"/>
                  </a:cubicBezTo>
                  <a:cubicBezTo>
                    <a:pt x="1399" y="48"/>
                    <a:pt x="1266" y="1"/>
                    <a:pt x="113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7" name="Google Shape;6131;p52">
              <a:extLst>
                <a:ext uri="{FF2B5EF4-FFF2-40B4-BE49-F238E27FC236}">
                  <a16:creationId xmlns:a16="http://schemas.microsoft.com/office/drawing/2014/main" id="{DC1FA845-5EB4-4183-AC92-FE3D1DF03E84}"/>
                </a:ext>
              </a:extLst>
            </p:cNvPr>
            <p:cNvSpPr/>
            <p:nvPr/>
          </p:nvSpPr>
          <p:spPr>
            <a:xfrm>
              <a:off x="4641700" y="3806475"/>
              <a:ext cx="56475" cy="141125"/>
            </a:xfrm>
            <a:custGeom>
              <a:avLst/>
              <a:gdLst/>
              <a:ahLst/>
              <a:cxnLst/>
              <a:rect l="l" t="t" r="r" b="b"/>
              <a:pathLst>
                <a:path w="2259" h="5645" extrusionOk="0">
                  <a:moveTo>
                    <a:pt x="1132" y="1"/>
                  </a:moveTo>
                  <a:cubicBezTo>
                    <a:pt x="977" y="1"/>
                    <a:pt x="823" y="64"/>
                    <a:pt x="711" y="189"/>
                  </a:cubicBezTo>
                  <a:cubicBezTo>
                    <a:pt x="503" y="421"/>
                    <a:pt x="521" y="776"/>
                    <a:pt x="753" y="984"/>
                  </a:cubicBezTo>
                  <a:cubicBezTo>
                    <a:pt x="831" y="1056"/>
                    <a:pt x="1130" y="1385"/>
                    <a:pt x="1130" y="1695"/>
                  </a:cubicBezTo>
                  <a:cubicBezTo>
                    <a:pt x="1130" y="1990"/>
                    <a:pt x="849" y="2315"/>
                    <a:pt x="753" y="2402"/>
                  </a:cubicBezTo>
                  <a:cubicBezTo>
                    <a:pt x="678" y="2472"/>
                    <a:pt x="0" y="3101"/>
                    <a:pt x="0" y="3953"/>
                  </a:cubicBezTo>
                  <a:cubicBezTo>
                    <a:pt x="0" y="4802"/>
                    <a:pt x="675" y="5432"/>
                    <a:pt x="753" y="5501"/>
                  </a:cubicBezTo>
                  <a:cubicBezTo>
                    <a:pt x="860" y="5597"/>
                    <a:pt x="994" y="5644"/>
                    <a:pt x="1127" y="5644"/>
                  </a:cubicBezTo>
                  <a:cubicBezTo>
                    <a:pt x="1282" y="5644"/>
                    <a:pt x="1436" y="5580"/>
                    <a:pt x="1548" y="5456"/>
                  </a:cubicBezTo>
                  <a:cubicBezTo>
                    <a:pt x="1756" y="5224"/>
                    <a:pt x="1735" y="4869"/>
                    <a:pt x="1506" y="4661"/>
                  </a:cubicBezTo>
                  <a:cubicBezTo>
                    <a:pt x="1428" y="4588"/>
                    <a:pt x="1130" y="4260"/>
                    <a:pt x="1130" y="3950"/>
                  </a:cubicBezTo>
                  <a:cubicBezTo>
                    <a:pt x="1130" y="3655"/>
                    <a:pt x="1410" y="3330"/>
                    <a:pt x="1506" y="3242"/>
                  </a:cubicBezTo>
                  <a:cubicBezTo>
                    <a:pt x="1581" y="3173"/>
                    <a:pt x="2259" y="2544"/>
                    <a:pt x="2259" y="1692"/>
                  </a:cubicBezTo>
                  <a:cubicBezTo>
                    <a:pt x="2259" y="842"/>
                    <a:pt x="1581" y="213"/>
                    <a:pt x="1506" y="144"/>
                  </a:cubicBezTo>
                  <a:cubicBezTo>
                    <a:pt x="1399" y="48"/>
                    <a:pt x="1265" y="1"/>
                    <a:pt x="1132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8" name="Google Shape;6132;p52">
              <a:extLst>
                <a:ext uri="{FF2B5EF4-FFF2-40B4-BE49-F238E27FC236}">
                  <a16:creationId xmlns:a16="http://schemas.microsoft.com/office/drawing/2014/main" id="{7E59AEB5-98E4-46AE-BC74-EEE2BE6432FD}"/>
                </a:ext>
              </a:extLst>
            </p:cNvPr>
            <p:cNvSpPr/>
            <p:nvPr/>
          </p:nvSpPr>
          <p:spPr>
            <a:xfrm>
              <a:off x="4557000" y="3806475"/>
              <a:ext cx="56500" cy="141125"/>
            </a:xfrm>
            <a:custGeom>
              <a:avLst/>
              <a:gdLst/>
              <a:ahLst/>
              <a:cxnLst/>
              <a:rect l="l" t="t" r="r" b="b"/>
              <a:pathLst>
                <a:path w="2260" h="5645" extrusionOk="0">
                  <a:moveTo>
                    <a:pt x="1132" y="1"/>
                  </a:moveTo>
                  <a:cubicBezTo>
                    <a:pt x="977" y="1"/>
                    <a:pt x="823" y="64"/>
                    <a:pt x="711" y="189"/>
                  </a:cubicBezTo>
                  <a:cubicBezTo>
                    <a:pt x="504" y="421"/>
                    <a:pt x="522" y="776"/>
                    <a:pt x="753" y="984"/>
                  </a:cubicBezTo>
                  <a:cubicBezTo>
                    <a:pt x="832" y="1056"/>
                    <a:pt x="1130" y="1385"/>
                    <a:pt x="1130" y="1695"/>
                  </a:cubicBezTo>
                  <a:cubicBezTo>
                    <a:pt x="1130" y="1990"/>
                    <a:pt x="850" y="2315"/>
                    <a:pt x="753" y="2402"/>
                  </a:cubicBezTo>
                  <a:cubicBezTo>
                    <a:pt x="678" y="2472"/>
                    <a:pt x="1" y="3101"/>
                    <a:pt x="1" y="3953"/>
                  </a:cubicBezTo>
                  <a:cubicBezTo>
                    <a:pt x="1" y="4802"/>
                    <a:pt x="675" y="5432"/>
                    <a:pt x="753" y="5501"/>
                  </a:cubicBezTo>
                  <a:cubicBezTo>
                    <a:pt x="861" y="5597"/>
                    <a:pt x="994" y="5644"/>
                    <a:pt x="1127" y="5644"/>
                  </a:cubicBezTo>
                  <a:cubicBezTo>
                    <a:pt x="1282" y="5644"/>
                    <a:pt x="1437" y="5580"/>
                    <a:pt x="1548" y="5456"/>
                  </a:cubicBezTo>
                  <a:cubicBezTo>
                    <a:pt x="1756" y="5224"/>
                    <a:pt x="1735" y="4869"/>
                    <a:pt x="1506" y="4661"/>
                  </a:cubicBezTo>
                  <a:cubicBezTo>
                    <a:pt x="1428" y="4588"/>
                    <a:pt x="1130" y="4260"/>
                    <a:pt x="1130" y="3950"/>
                  </a:cubicBezTo>
                  <a:cubicBezTo>
                    <a:pt x="1130" y="3655"/>
                    <a:pt x="1410" y="3330"/>
                    <a:pt x="1506" y="3242"/>
                  </a:cubicBezTo>
                  <a:cubicBezTo>
                    <a:pt x="1582" y="3173"/>
                    <a:pt x="2259" y="2544"/>
                    <a:pt x="2259" y="1692"/>
                  </a:cubicBezTo>
                  <a:cubicBezTo>
                    <a:pt x="2259" y="842"/>
                    <a:pt x="1582" y="213"/>
                    <a:pt x="1506" y="144"/>
                  </a:cubicBezTo>
                  <a:cubicBezTo>
                    <a:pt x="1399" y="48"/>
                    <a:pt x="1265" y="1"/>
                    <a:pt x="1132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9" name="Google Shape;6133;p52">
              <a:extLst>
                <a:ext uri="{FF2B5EF4-FFF2-40B4-BE49-F238E27FC236}">
                  <a16:creationId xmlns:a16="http://schemas.microsoft.com/office/drawing/2014/main" id="{D05984B2-DD18-465C-A46E-2AF8768F5A6A}"/>
                </a:ext>
              </a:extLst>
            </p:cNvPr>
            <p:cNvSpPr/>
            <p:nvPr/>
          </p:nvSpPr>
          <p:spPr>
            <a:xfrm>
              <a:off x="4464775" y="4230875"/>
              <a:ext cx="395250" cy="57400"/>
            </a:xfrm>
            <a:custGeom>
              <a:avLst/>
              <a:gdLst/>
              <a:ahLst/>
              <a:cxnLst/>
              <a:rect l="l" t="t" r="r" b="b"/>
              <a:pathLst>
                <a:path w="15810" h="2296" extrusionOk="0">
                  <a:moveTo>
                    <a:pt x="567" y="1"/>
                  </a:moveTo>
                  <a:cubicBezTo>
                    <a:pt x="254" y="1"/>
                    <a:pt x="1" y="251"/>
                    <a:pt x="1" y="564"/>
                  </a:cubicBezTo>
                  <a:cubicBezTo>
                    <a:pt x="1" y="877"/>
                    <a:pt x="254" y="1130"/>
                    <a:pt x="567" y="1130"/>
                  </a:cubicBezTo>
                  <a:lnTo>
                    <a:pt x="1910" y="1130"/>
                  </a:lnTo>
                  <a:lnTo>
                    <a:pt x="2006" y="1359"/>
                  </a:lnTo>
                  <a:cubicBezTo>
                    <a:pt x="2291" y="1932"/>
                    <a:pt x="2875" y="2295"/>
                    <a:pt x="3516" y="2295"/>
                  </a:cubicBezTo>
                  <a:cubicBezTo>
                    <a:pt x="3519" y="2295"/>
                    <a:pt x="3521" y="2295"/>
                    <a:pt x="3524" y="2295"/>
                  </a:cubicBezTo>
                  <a:lnTo>
                    <a:pt x="12290" y="2295"/>
                  </a:lnTo>
                  <a:cubicBezTo>
                    <a:pt x="12292" y="2295"/>
                    <a:pt x="12295" y="2295"/>
                    <a:pt x="12298" y="2295"/>
                  </a:cubicBezTo>
                  <a:cubicBezTo>
                    <a:pt x="12936" y="2295"/>
                    <a:pt x="13520" y="1932"/>
                    <a:pt x="13804" y="1359"/>
                  </a:cubicBezTo>
                  <a:lnTo>
                    <a:pt x="13901" y="1130"/>
                  </a:lnTo>
                  <a:lnTo>
                    <a:pt x="15247" y="1130"/>
                  </a:lnTo>
                  <a:cubicBezTo>
                    <a:pt x="15557" y="1130"/>
                    <a:pt x="15810" y="877"/>
                    <a:pt x="15810" y="564"/>
                  </a:cubicBezTo>
                  <a:cubicBezTo>
                    <a:pt x="15810" y="251"/>
                    <a:pt x="15557" y="1"/>
                    <a:pt x="1524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40" name="Google Shape;6134;p52">
              <a:extLst>
                <a:ext uri="{FF2B5EF4-FFF2-40B4-BE49-F238E27FC236}">
                  <a16:creationId xmlns:a16="http://schemas.microsoft.com/office/drawing/2014/main" id="{635B9F2C-E452-43B0-AF55-E18163A8BF12}"/>
                </a:ext>
              </a:extLst>
            </p:cNvPr>
            <p:cNvSpPr/>
            <p:nvPr/>
          </p:nvSpPr>
          <p:spPr>
            <a:xfrm>
              <a:off x="4840675" y="4007300"/>
              <a:ext cx="101725" cy="166025"/>
            </a:xfrm>
            <a:custGeom>
              <a:avLst/>
              <a:gdLst/>
              <a:ahLst/>
              <a:cxnLst/>
              <a:rect l="l" t="t" r="r" b="b"/>
              <a:pathLst>
                <a:path w="4069" h="6641" extrusionOk="0">
                  <a:moveTo>
                    <a:pt x="1870" y="0"/>
                  </a:moveTo>
                  <a:cubicBezTo>
                    <a:pt x="1852" y="380"/>
                    <a:pt x="1837" y="759"/>
                    <a:pt x="1795" y="1130"/>
                  </a:cubicBezTo>
                  <a:cubicBezTo>
                    <a:pt x="1927" y="1181"/>
                    <a:pt x="2048" y="1256"/>
                    <a:pt x="2150" y="1355"/>
                  </a:cubicBezTo>
                  <a:cubicBezTo>
                    <a:pt x="2800" y="2006"/>
                    <a:pt x="2433" y="3469"/>
                    <a:pt x="1352" y="4550"/>
                  </a:cubicBezTo>
                  <a:cubicBezTo>
                    <a:pt x="1177" y="4722"/>
                    <a:pt x="991" y="4879"/>
                    <a:pt x="792" y="5017"/>
                  </a:cubicBezTo>
                  <a:cubicBezTo>
                    <a:pt x="566" y="5577"/>
                    <a:pt x="301" y="6119"/>
                    <a:pt x="0" y="6640"/>
                  </a:cubicBezTo>
                  <a:cubicBezTo>
                    <a:pt x="747" y="6429"/>
                    <a:pt x="1506" y="5993"/>
                    <a:pt x="2150" y="5348"/>
                  </a:cubicBezTo>
                  <a:cubicBezTo>
                    <a:pt x="3716" y="3782"/>
                    <a:pt x="4068" y="1678"/>
                    <a:pt x="2948" y="557"/>
                  </a:cubicBezTo>
                  <a:cubicBezTo>
                    <a:pt x="2656" y="268"/>
                    <a:pt x="2280" y="97"/>
                    <a:pt x="1870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41" name="Google Shape;6135;p52">
              <a:extLst>
                <a:ext uri="{FF2B5EF4-FFF2-40B4-BE49-F238E27FC236}">
                  <a16:creationId xmlns:a16="http://schemas.microsoft.com/office/drawing/2014/main" id="{040A4CFE-8B79-4E5D-8AA7-6619E5B2F0FF}"/>
                </a:ext>
              </a:extLst>
            </p:cNvPr>
            <p:cNvSpPr/>
            <p:nvPr/>
          </p:nvSpPr>
          <p:spPr>
            <a:xfrm>
              <a:off x="4464775" y="3976800"/>
              <a:ext cx="395250" cy="225875"/>
            </a:xfrm>
            <a:custGeom>
              <a:avLst/>
              <a:gdLst/>
              <a:ahLst/>
              <a:cxnLst/>
              <a:rect l="l" t="t" r="r" b="b"/>
              <a:pathLst>
                <a:path w="15810" h="9035" extrusionOk="0">
                  <a:moveTo>
                    <a:pt x="564" y="1"/>
                  </a:moveTo>
                  <a:cubicBezTo>
                    <a:pt x="254" y="1"/>
                    <a:pt x="1" y="251"/>
                    <a:pt x="1" y="564"/>
                  </a:cubicBezTo>
                  <a:cubicBezTo>
                    <a:pt x="1" y="3930"/>
                    <a:pt x="1157" y="7026"/>
                    <a:pt x="3075" y="9035"/>
                  </a:cubicBezTo>
                  <a:lnTo>
                    <a:pt x="12735" y="9035"/>
                  </a:lnTo>
                  <a:cubicBezTo>
                    <a:pt x="14654" y="7026"/>
                    <a:pt x="15810" y="3930"/>
                    <a:pt x="15810" y="564"/>
                  </a:cubicBezTo>
                  <a:cubicBezTo>
                    <a:pt x="15810" y="251"/>
                    <a:pt x="15557" y="1"/>
                    <a:pt x="1524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pic>
        <p:nvPicPr>
          <p:cNvPr id="17" name="Picture 16">
            <a:extLst>
              <a:ext uri="{FF2B5EF4-FFF2-40B4-BE49-F238E27FC236}">
                <a16:creationId xmlns:a16="http://schemas.microsoft.com/office/drawing/2014/main" id="{852D4641-E94A-44DF-8BCF-2C9530218550}"/>
              </a:ext>
            </a:extLst>
          </p:cNvPr>
          <p:cNvPicPr/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641"/>
          <a:stretch/>
        </p:blipFill>
        <p:spPr bwMode="auto">
          <a:xfrm>
            <a:off x="2259738" y="1626920"/>
            <a:ext cx="5554226" cy="2324146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  <p:extLst>
      <p:ext uri="{BB962C8B-B14F-4D97-AF65-F5344CB8AC3E}">
        <p14:creationId xmlns:p14="http://schemas.microsoft.com/office/powerpoint/2010/main" val="171911241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Google Shape;270;p24"/>
          <p:cNvSpPr txBox="1">
            <a:spLocks noGrp="1"/>
          </p:cNvSpPr>
          <p:nvPr>
            <p:ph type="ctrTitle"/>
          </p:nvPr>
        </p:nvSpPr>
        <p:spPr>
          <a:xfrm>
            <a:off x="151761" y="1365844"/>
            <a:ext cx="1766403" cy="796943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2000" dirty="0">
                <a:solidFill>
                  <a:srgbClr val="48FFD5"/>
                </a:solidFill>
                <a:latin typeface="Impact"/>
                <a:ea typeface="Impact"/>
                <a:cs typeface="Impact"/>
                <a:sym typeface="Impact"/>
              </a:rPr>
              <a:t>PENGKODEAN</a:t>
            </a:r>
            <a:br>
              <a:rPr lang="es" sz="2000" dirty="0">
                <a:solidFill>
                  <a:srgbClr val="48FFD5"/>
                </a:solidFill>
                <a:latin typeface="Impact"/>
                <a:ea typeface="Impact"/>
                <a:cs typeface="Impact"/>
                <a:sym typeface="Impact"/>
              </a:rPr>
            </a:br>
            <a:r>
              <a:rPr lang="es" sz="2000" dirty="0">
                <a:solidFill>
                  <a:srgbClr val="48FFD5"/>
                </a:solidFill>
                <a:latin typeface="Impact"/>
                <a:ea typeface="Impact"/>
                <a:cs typeface="Impact"/>
                <a:sym typeface="Impact"/>
              </a:rPr>
              <a:t>SYSTEM</a:t>
            </a:r>
            <a:endParaRPr sz="2000" dirty="0">
              <a:solidFill>
                <a:srgbClr val="48FFD5"/>
              </a:solidFill>
              <a:latin typeface="Impact"/>
              <a:ea typeface="Impact"/>
              <a:cs typeface="Impact"/>
              <a:sym typeface="Impact"/>
            </a:endParaRPr>
          </a:p>
        </p:txBody>
      </p:sp>
      <p:sp>
        <p:nvSpPr>
          <p:cNvPr id="25" name="Google Shape;270;p24">
            <a:extLst>
              <a:ext uri="{FF2B5EF4-FFF2-40B4-BE49-F238E27FC236}">
                <a16:creationId xmlns:a16="http://schemas.microsoft.com/office/drawing/2014/main" id="{826F4B58-B400-4659-B4CE-1684508A8953}"/>
              </a:ext>
            </a:extLst>
          </p:cNvPr>
          <p:cNvSpPr txBox="1">
            <a:spLocks/>
          </p:cNvSpPr>
          <p:nvPr/>
        </p:nvSpPr>
        <p:spPr>
          <a:xfrm>
            <a:off x="1646193" y="4446317"/>
            <a:ext cx="6935189" cy="5254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Roboto Black"/>
              <a:buNone/>
              <a:defRPr sz="3600" b="0" i="0" u="none" strike="noStrike" cap="none">
                <a:solidFill>
                  <a:srgbClr val="FFFFFF"/>
                </a:solidFill>
                <a:latin typeface="Roboto Black"/>
                <a:ea typeface="Roboto Black"/>
                <a:cs typeface="Roboto Black"/>
                <a:sym typeface="Roboto Black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00"/>
              <a:buFont typeface="Bree Serif"/>
              <a:buNone/>
              <a:defRPr sz="5200" b="1" i="0" u="none" strike="noStrike" cap="none">
                <a:solidFill>
                  <a:srgbClr val="FFFFFF"/>
                </a:solidFill>
                <a:latin typeface="Bree Serif"/>
                <a:ea typeface="Bree Serif"/>
                <a:cs typeface="Bree Serif"/>
                <a:sym typeface="Bree Serif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00"/>
              <a:buFont typeface="Bree Serif"/>
              <a:buNone/>
              <a:defRPr sz="5200" b="1" i="0" u="none" strike="noStrike" cap="none">
                <a:solidFill>
                  <a:srgbClr val="FFFFFF"/>
                </a:solidFill>
                <a:latin typeface="Bree Serif"/>
                <a:ea typeface="Bree Serif"/>
                <a:cs typeface="Bree Serif"/>
                <a:sym typeface="Bree Serif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00"/>
              <a:buFont typeface="Bree Serif"/>
              <a:buNone/>
              <a:defRPr sz="5200" b="1" i="0" u="none" strike="noStrike" cap="none">
                <a:solidFill>
                  <a:srgbClr val="FFFFFF"/>
                </a:solidFill>
                <a:latin typeface="Bree Serif"/>
                <a:ea typeface="Bree Serif"/>
                <a:cs typeface="Bree Serif"/>
                <a:sym typeface="Bree Serif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00"/>
              <a:buFont typeface="Bree Serif"/>
              <a:buNone/>
              <a:defRPr sz="5200" b="1" i="0" u="none" strike="noStrike" cap="none">
                <a:solidFill>
                  <a:srgbClr val="FFFFFF"/>
                </a:solidFill>
                <a:latin typeface="Bree Serif"/>
                <a:ea typeface="Bree Serif"/>
                <a:cs typeface="Bree Serif"/>
                <a:sym typeface="Bree Serif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00"/>
              <a:buFont typeface="Bree Serif"/>
              <a:buNone/>
              <a:defRPr sz="5200" b="1" i="0" u="none" strike="noStrike" cap="none">
                <a:solidFill>
                  <a:srgbClr val="FFFFFF"/>
                </a:solidFill>
                <a:latin typeface="Bree Serif"/>
                <a:ea typeface="Bree Serif"/>
                <a:cs typeface="Bree Serif"/>
                <a:sym typeface="Bree Serif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00"/>
              <a:buFont typeface="Bree Serif"/>
              <a:buNone/>
              <a:defRPr sz="5200" b="1" i="0" u="none" strike="noStrike" cap="none">
                <a:solidFill>
                  <a:srgbClr val="FFFFFF"/>
                </a:solidFill>
                <a:latin typeface="Bree Serif"/>
                <a:ea typeface="Bree Serif"/>
                <a:cs typeface="Bree Serif"/>
                <a:sym typeface="Bree Serif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00"/>
              <a:buFont typeface="Bree Serif"/>
              <a:buNone/>
              <a:defRPr sz="5200" b="1" i="0" u="none" strike="noStrike" cap="none">
                <a:solidFill>
                  <a:srgbClr val="FFFFFF"/>
                </a:solidFill>
                <a:latin typeface="Bree Serif"/>
                <a:ea typeface="Bree Serif"/>
                <a:cs typeface="Bree Serif"/>
                <a:sym typeface="Bree Serif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00"/>
              <a:buFont typeface="Bree Serif"/>
              <a:buNone/>
              <a:defRPr sz="5200" b="1" i="0" u="none" strike="noStrike" cap="none">
                <a:solidFill>
                  <a:srgbClr val="FFFFFF"/>
                </a:solidFill>
                <a:latin typeface="Bree Serif"/>
                <a:ea typeface="Bree Serif"/>
                <a:cs typeface="Bree Serif"/>
                <a:sym typeface="Bree Serif"/>
              </a:defRPr>
            </a:lvl9pPr>
          </a:lstStyle>
          <a:p>
            <a:pPr algn="ctr"/>
            <a:r>
              <a:rPr lang="en-US" sz="2000" dirty="0" err="1">
                <a:solidFill>
                  <a:schemeClr val="accent6"/>
                </a:solidFill>
                <a:latin typeface="Impact"/>
                <a:ea typeface="Impact"/>
                <a:cs typeface="Impact"/>
                <a:sym typeface="Impact"/>
              </a:rPr>
              <a:t>Tampilan</a:t>
            </a:r>
            <a:r>
              <a:rPr lang="en-US" sz="2000" dirty="0">
                <a:solidFill>
                  <a:schemeClr val="accent6"/>
                </a:solidFill>
                <a:latin typeface="Impact"/>
                <a:ea typeface="Impact"/>
                <a:cs typeface="Impact"/>
                <a:sym typeface="Impact"/>
              </a:rPr>
              <a:t> Home</a:t>
            </a:r>
            <a:br>
              <a:rPr lang="en-US" sz="2000" dirty="0">
                <a:solidFill>
                  <a:schemeClr val="accent6"/>
                </a:solidFill>
                <a:latin typeface="Impact"/>
                <a:ea typeface="Impact"/>
                <a:cs typeface="Impact"/>
                <a:sym typeface="Impact"/>
              </a:rPr>
            </a:br>
            <a:r>
              <a:rPr lang="en-US" sz="2000" dirty="0">
                <a:solidFill>
                  <a:schemeClr val="accent6"/>
                </a:solidFill>
                <a:latin typeface="Impact"/>
                <a:ea typeface="Impact"/>
                <a:cs typeface="Impact"/>
                <a:sym typeface="Impact"/>
              </a:rPr>
              <a:t>#tentang</a:t>
            </a:r>
          </a:p>
        </p:txBody>
      </p:sp>
      <p:grpSp>
        <p:nvGrpSpPr>
          <p:cNvPr id="30" name="Google Shape;6112;p52">
            <a:extLst>
              <a:ext uri="{FF2B5EF4-FFF2-40B4-BE49-F238E27FC236}">
                <a16:creationId xmlns:a16="http://schemas.microsoft.com/office/drawing/2014/main" id="{4242C9B3-416D-4F66-94F9-B3F98CC371D5}"/>
              </a:ext>
            </a:extLst>
          </p:cNvPr>
          <p:cNvGrpSpPr/>
          <p:nvPr/>
        </p:nvGrpSpPr>
        <p:grpSpPr>
          <a:xfrm>
            <a:off x="620986" y="968837"/>
            <a:ext cx="346347" cy="339623"/>
            <a:chOff x="1490050" y="3805975"/>
            <a:chExt cx="491900" cy="482350"/>
          </a:xfrm>
          <a:solidFill>
            <a:schemeClr val="accent6"/>
          </a:solidFill>
        </p:grpSpPr>
        <p:sp>
          <p:nvSpPr>
            <p:cNvPr id="31" name="Google Shape;6113;p52">
              <a:extLst>
                <a:ext uri="{FF2B5EF4-FFF2-40B4-BE49-F238E27FC236}">
                  <a16:creationId xmlns:a16="http://schemas.microsoft.com/office/drawing/2014/main" id="{11609D5E-D4DF-47AE-85C3-093C27A5AC44}"/>
                </a:ext>
              </a:extLst>
            </p:cNvPr>
            <p:cNvSpPr/>
            <p:nvPr/>
          </p:nvSpPr>
          <p:spPr>
            <a:xfrm>
              <a:off x="1541775" y="3877050"/>
              <a:ext cx="302500" cy="277225"/>
            </a:xfrm>
            <a:custGeom>
              <a:avLst/>
              <a:gdLst/>
              <a:ahLst/>
              <a:cxnLst/>
              <a:rect l="l" t="t" r="r" b="b"/>
              <a:pathLst>
                <a:path w="12100" h="11089" extrusionOk="0">
                  <a:moveTo>
                    <a:pt x="10512" y="1"/>
                  </a:moveTo>
                  <a:lnTo>
                    <a:pt x="0" y="10513"/>
                  </a:lnTo>
                  <a:cubicBezTo>
                    <a:pt x="207" y="10475"/>
                    <a:pt x="415" y="10456"/>
                    <a:pt x="622" y="10456"/>
                  </a:cubicBezTo>
                  <a:cubicBezTo>
                    <a:pt x="1327" y="10456"/>
                    <a:pt x="2020" y="10674"/>
                    <a:pt x="2602" y="11088"/>
                  </a:cubicBezTo>
                  <a:lnTo>
                    <a:pt x="12099" y="1588"/>
                  </a:lnTo>
                  <a:lnTo>
                    <a:pt x="10512" y="1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2" name="Google Shape;6114;p52">
              <a:extLst>
                <a:ext uri="{FF2B5EF4-FFF2-40B4-BE49-F238E27FC236}">
                  <a16:creationId xmlns:a16="http://schemas.microsoft.com/office/drawing/2014/main" id="{59ED7026-E90B-4C60-BA0D-9CA344A6C55D}"/>
                </a:ext>
              </a:extLst>
            </p:cNvPr>
            <p:cNvSpPr/>
            <p:nvPr/>
          </p:nvSpPr>
          <p:spPr>
            <a:xfrm>
              <a:off x="1824450" y="3805975"/>
              <a:ext cx="157500" cy="150525"/>
            </a:xfrm>
            <a:custGeom>
              <a:avLst/>
              <a:gdLst/>
              <a:ahLst/>
              <a:cxnLst/>
              <a:rect l="l" t="t" r="r" b="b"/>
              <a:pathLst>
                <a:path w="6300" h="6021" extrusionOk="0">
                  <a:moveTo>
                    <a:pt x="3211" y="0"/>
                  </a:moveTo>
                  <a:cubicBezTo>
                    <a:pt x="2484" y="0"/>
                    <a:pt x="1758" y="281"/>
                    <a:pt x="1208" y="841"/>
                  </a:cubicBezTo>
                  <a:lnTo>
                    <a:pt x="0" y="2049"/>
                  </a:lnTo>
                  <a:lnTo>
                    <a:pt x="3972" y="6021"/>
                  </a:lnTo>
                  <a:lnTo>
                    <a:pt x="5180" y="4813"/>
                  </a:lnTo>
                  <a:cubicBezTo>
                    <a:pt x="6294" y="3717"/>
                    <a:pt x="6300" y="1925"/>
                    <a:pt x="5198" y="823"/>
                  </a:cubicBezTo>
                  <a:cubicBezTo>
                    <a:pt x="4649" y="274"/>
                    <a:pt x="3930" y="0"/>
                    <a:pt x="321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3" name="Google Shape;6115;p52">
              <a:extLst>
                <a:ext uri="{FF2B5EF4-FFF2-40B4-BE49-F238E27FC236}">
                  <a16:creationId xmlns:a16="http://schemas.microsoft.com/office/drawing/2014/main" id="{A35A982C-2D4F-4CB8-B29F-2E416F5AFF55}"/>
                </a:ext>
              </a:extLst>
            </p:cNvPr>
            <p:cNvSpPr/>
            <p:nvPr/>
          </p:nvSpPr>
          <p:spPr>
            <a:xfrm>
              <a:off x="1626675" y="3936600"/>
              <a:ext cx="277225" cy="302600"/>
            </a:xfrm>
            <a:custGeom>
              <a:avLst/>
              <a:gdLst/>
              <a:ahLst/>
              <a:cxnLst/>
              <a:rect l="l" t="t" r="r" b="b"/>
              <a:pathLst>
                <a:path w="11089" h="12104" extrusionOk="0">
                  <a:moveTo>
                    <a:pt x="9501" y="1"/>
                  </a:moveTo>
                  <a:lnTo>
                    <a:pt x="1" y="9501"/>
                  </a:lnTo>
                  <a:cubicBezTo>
                    <a:pt x="537" y="10254"/>
                    <a:pt x="745" y="11194"/>
                    <a:pt x="576" y="12103"/>
                  </a:cubicBezTo>
                  <a:lnTo>
                    <a:pt x="11088" y="1591"/>
                  </a:lnTo>
                  <a:lnTo>
                    <a:pt x="9501" y="1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4" name="Google Shape;6116;p52">
              <a:extLst>
                <a:ext uri="{FF2B5EF4-FFF2-40B4-BE49-F238E27FC236}">
                  <a16:creationId xmlns:a16="http://schemas.microsoft.com/office/drawing/2014/main" id="{196F6B18-F506-4B4E-A071-E20ACFB5D390}"/>
                </a:ext>
              </a:extLst>
            </p:cNvPr>
            <p:cNvSpPr/>
            <p:nvPr/>
          </p:nvSpPr>
          <p:spPr>
            <a:xfrm>
              <a:off x="1490050" y="4166500"/>
              <a:ext cx="129950" cy="121825"/>
            </a:xfrm>
            <a:custGeom>
              <a:avLst/>
              <a:gdLst/>
              <a:ahLst/>
              <a:cxnLst/>
              <a:rect l="l" t="t" r="r" b="b"/>
              <a:pathLst>
                <a:path w="5198" h="4873" extrusionOk="0">
                  <a:moveTo>
                    <a:pt x="2693" y="0"/>
                  </a:moveTo>
                  <a:cubicBezTo>
                    <a:pt x="2243" y="0"/>
                    <a:pt x="1790" y="133"/>
                    <a:pt x="1398" y="405"/>
                  </a:cubicBezTo>
                  <a:lnTo>
                    <a:pt x="1398" y="402"/>
                  </a:lnTo>
                  <a:lnTo>
                    <a:pt x="741" y="2446"/>
                  </a:lnTo>
                  <a:lnTo>
                    <a:pt x="139" y="4118"/>
                  </a:lnTo>
                  <a:cubicBezTo>
                    <a:pt x="0" y="4500"/>
                    <a:pt x="295" y="4872"/>
                    <a:pt x="664" y="4872"/>
                  </a:cubicBezTo>
                  <a:cubicBezTo>
                    <a:pt x="727" y="4872"/>
                    <a:pt x="793" y="4861"/>
                    <a:pt x="859" y="4837"/>
                  </a:cubicBezTo>
                  <a:lnTo>
                    <a:pt x="2530" y="4235"/>
                  </a:lnTo>
                  <a:lnTo>
                    <a:pt x="4574" y="3579"/>
                  </a:lnTo>
                  <a:cubicBezTo>
                    <a:pt x="5198" y="2672"/>
                    <a:pt x="5086" y="1450"/>
                    <a:pt x="4306" y="670"/>
                  </a:cubicBezTo>
                  <a:cubicBezTo>
                    <a:pt x="3866" y="228"/>
                    <a:pt x="3282" y="0"/>
                    <a:pt x="269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35" name="Google Shape;6129;p52">
            <a:extLst>
              <a:ext uri="{FF2B5EF4-FFF2-40B4-BE49-F238E27FC236}">
                <a16:creationId xmlns:a16="http://schemas.microsoft.com/office/drawing/2014/main" id="{4E8D1AE9-D5D3-4153-AD8C-91034433756A}"/>
              </a:ext>
            </a:extLst>
          </p:cNvPr>
          <p:cNvGrpSpPr/>
          <p:nvPr/>
        </p:nvGrpSpPr>
        <p:grpSpPr>
          <a:xfrm>
            <a:off x="1150434" y="968824"/>
            <a:ext cx="336296" cy="339235"/>
            <a:chOff x="4464775" y="3806475"/>
            <a:chExt cx="477625" cy="481800"/>
          </a:xfrm>
          <a:solidFill>
            <a:schemeClr val="accent6"/>
          </a:solidFill>
        </p:grpSpPr>
        <p:sp>
          <p:nvSpPr>
            <p:cNvPr id="36" name="Google Shape;6130;p52">
              <a:extLst>
                <a:ext uri="{FF2B5EF4-FFF2-40B4-BE49-F238E27FC236}">
                  <a16:creationId xmlns:a16="http://schemas.microsoft.com/office/drawing/2014/main" id="{2AB43A0A-5026-4A23-834F-AF469F1DAD51}"/>
                </a:ext>
              </a:extLst>
            </p:cNvPr>
            <p:cNvSpPr/>
            <p:nvPr/>
          </p:nvSpPr>
          <p:spPr>
            <a:xfrm>
              <a:off x="4726375" y="3806475"/>
              <a:ext cx="56500" cy="141125"/>
            </a:xfrm>
            <a:custGeom>
              <a:avLst/>
              <a:gdLst/>
              <a:ahLst/>
              <a:cxnLst/>
              <a:rect l="l" t="t" r="r" b="b"/>
              <a:pathLst>
                <a:path w="2260" h="5645" extrusionOk="0">
                  <a:moveTo>
                    <a:pt x="1133" y="1"/>
                  </a:moveTo>
                  <a:cubicBezTo>
                    <a:pt x="978" y="1"/>
                    <a:pt x="823" y="64"/>
                    <a:pt x="712" y="189"/>
                  </a:cubicBezTo>
                  <a:cubicBezTo>
                    <a:pt x="504" y="421"/>
                    <a:pt x="522" y="776"/>
                    <a:pt x="754" y="984"/>
                  </a:cubicBezTo>
                  <a:cubicBezTo>
                    <a:pt x="832" y="1056"/>
                    <a:pt x="1130" y="1385"/>
                    <a:pt x="1130" y="1695"/>
                  </a:cubicBezTo>
                  <a:cubicBezTo>
                    <a:pt x="1130" y="1990"/>
                    <a:pt x="850" y="2315"/>
                    <a:pt x="754" y="2402"/>
                  </a:cubicBezTo>
                  <a:cubicBezTo>
                    <a:pt x="678" y="2472"/>
                    <a:pt x="1" y="3101"/>
                    <a:pt x="1" y="3953"/>
                  </a:cubicBezTo>
                  <a:cubicBezTo>
                    <a:pt x="1" y="4802"/>
                    <a:pt x="675" y="5432"/>
                    <a:pt x="754" y="5501"/>
                  </a:cubicBezTo>
                  <a:cubicBezTo>
                    <a:pt x="861" y="5597"/>
                    <a:pt x="995" y="5644"/>
                    <a:pt x="1128" y="5644"/>
                  </a:cubicBezTo>
                  <a:cubicBezTo>
                    <a:pt x="1283" y="5644"/>
                    <a:pt x="1437" y="5580"/>
                    <a:pt x="1549" y="5456"/>
                  </a:cubicBezTo>
                  <a:cubicBezTo>
                    <a:pt x="1757" y="5224"/>
                    <a:pt x="1735" y="4869"/>
                    <a:pt x="1507" y="4661"/>
                  </a:cubicBezTo>
                  <a:cubicBezTo>
                    <a:pt x="1428" y="4588"/>
                    <a:pt x="1130" y="4260"/>
                    <a:pt x="1130" y="3950"/>
                  </a:cubicBezTo>
                  <a:cubicBezTo>
                    <a:pt x="1130" y="3655"/>
                    <a:pt x="1410" y="3330"/>
                    <a:pt x="1507" y="3242"/>
                  </a:cubicBezTo>
                  <a:cubicBezTo>
                    <a:pt x="1585" y="3173"/>
                    <a:pt x="2259" y="2544"/>
                    <a:pt x="2259" y="1692"/>
                  </a:cubicBezTo>
                  <a:cubicBezTo>
                    <a:pt x="2259" y="842"/>
                    <a:pt x="1585" y="213"/>
                    <a:pt x="1507" y="144"/>
                  </a:cubicBezTo>
                  <a:cubicBezTo>
                    <a:pt x="1399" y="48"/>
                    <a:pt x="1266" y="1"/>
                    <a:pt x="113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7" name="Google Shape;6131;p52">
              <a:extLst>
                <a:ext uri="{FF2B5EF4-FFF2-40B4-BE49-F238E27FC236}">
                  <a16:creationId xmlns:a16="http://schemas.microsoft.com/office/drawing/2014/main" id="{DC1FA845-5EB4-4183-AC92-FE3D1DF03E84}"/>
                </a:ext>
              </a:extLst>
            </p:cNvPr>
            <p:cNvSpPr/>
            <p:nvPr/>
          </p:nvSpPr>
          <p:spPr>
            <a:xfrm>
              <a:off x="4641700" y="3806475"/>
              <a:ext cx="56475" cy="141125"/>
            </a:xfrm>
            <a:custGeom>
              <a:avLst/>
              <a:gdLst/>
              <a:ahLst/>
              <a:cxnLst/>
              <a:rect l="l" t="t" r="r" b="b"/>
              <a:pathLst>
                <a:path w="2259" h="5645" extrusionOk="0">
                  <a:moveTo>
                    <a:pt x="1132" y="1"/>
                  </a:moveTo>
                  <a:cubicBezTo>
                    <a:pt x="977" y="1"/>
                    <a:pt x="823" y="64"/>
                    <a:pt x="711" y="189"/>
                  </a:cubicBezTo>
                  <a:cubicBezTo>
                    <a:pt x="503" y="421"/>
                    <a:pt x="521" y="776"/>
                    <a:pt x="753" y="984"/>
                  </a:cubicBezTo>
                  <a:cubicBezTo>
                    <a:pt x="831" y="1056"/>
                    <a:pt x="1130" y="1385"/>
                    <a:pt x="1130" y="1695"/>
                  </a:cubicBezTo>
                  <a:cubicBezTo>
                    <a:pt x="1130" y="1990"/>
                    <a:pt x="849" y="2315"/>
                    <a:pt x="753" y="2402"/>
                  </a:cubicBezTo>
                  <a:cubicBezTo>
                    <a:pt x="678" y="2472"/>
                    <a:pt x="0" y="3101"/>
                    <a:pt x="0" y="3953"/>
                  </a:cubicBezTo>
                  <a:cubicBezTo>
                    <a:pt x="0" y="4802"/>
                    <a:pt x="675" y="5432"/>
                    <a:pt x="753" y="5501"/>
                  </a:cubicBezTo>
                  <a:cubicBezTo>
                    <a:pt x="860" y="5597"/>
                    <a:pt x="994" y="5644"/>
                    <a:pt x="1127" y="5644"/>
                  </a:cubicBezTo>
                  <a:cubicBezTo>
                    <a:pt x="1282" y="5644"/>
                    <a:pt x="1436" y="5580"/>
                    <a:pt x="1548" y="5456"/>
                  </a:cubicBezTo>
                  <a:cubicBezTo>
                    <a:pt x="1756" y="5224"/>
                    <a:pt x="1735" y="4869"/>
                    <a:pt x="1506" y="4661"/>
                  </a:cubicBezTo>
                  <a:cubicBezTo>
                    <a:pt x="1428" y="4588"/>
                    <a:pt x="1130" y="4260"/>
                    <a:pt x="1130" y="3950"/>
                  </a:cubicBezTo>
                  <a:cubicBezTo>
                    <a:pt x="1130" y="3655"/>
                    <a:pt x="1410" y="3330"/>
                    <a:pt x="1506" y="3242"/>
                  </a:cubicBezTo>
                  <a:cubicBezTo>
                    <a:pt x="1581" y="3173"/>
                    <a:pt x="2259" y="2544"/>
                    <a:pt x="2259" y="1692"/>
                  </a:cubicBezTo>
                  <a:cubicBezTo>
                    <a:pt x="2259" y="842"/>
                    <a:pt x="1581" y="213"/>
                    <a:pt x="1506" y="144"/>
                  </a:cubicBezTo>
                  <a:cubicBezTo>
                    <a:pt x="1399" y="48"/>
                    <a:pt x="1265" y="1"/>
                    <a:pt x="1132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8" name="Google Shape;6132;p52">
              <a:extLst>
                <a:ext uri="{FF2B5EF4-FFF2-40B4-BE49-F238E27FC236}">
                  <a16:creationId xmlns:a16="http://schemas.microsoft.com/office/drawing/2014/main" id="{7E59AEB5-98E4-46AE-BC74-EEE2BE6432FD}"/>
                </a:ext>
              </a:extLst>
            </p:cNvPr>
            <p:cNvSpPr/>
            <p:nvPr/>
          </p:nvSpPr>
          <p:spPr>
            <a:xfrm>
              <a:off x="4557000" y="3806475"/>
              <a:ext cx="56500" cy="141125"/>
            </a:xfrm>
            <a:custGeom>
              <a:avLst/>
              <a:gdLst/>
              <a:ahLst/>
              <a:cxnLst/>
              <a:rect l="l" t="t" r="r" b="b"/>
              <a:pathLst>
                <a:path w="2260" h="5645" extrusionOk="0">
                  <a:moveTo>
                    <a:pt x="1132" y="1"/>
                  </a:moveTo>
                  <a:cubicBezTo>
                    <a:pt x="977" y="1"/>
                    <a:pt x="823" y="64"/>
                    <a:pt x="711" y="189"/>
                  </a:cubicBezTo>
                  <a:cubicBezTo>
                    <a:pt x="504" y="421"/>
                    <a:pt x="522" y="776"/>
                    <a:pt x="753" y="984"/>
                  </a:cubicBezTo>
                  <a:cubicBezTo>
                    <a:pt x="832" y="1056"/>
                    <a:pt x="1130" y="1385"/>
                    <a:pt x="1130" y="1695"/>
                  </a:cubicBezTo>
                  <a:cubicBezTo>
                    <a:pt x="1130" y="1990"/>
                    <a:pt x="850" y="2315"/>
                    <a:pt x="753" y="2402"/>
                  </a:cubicBezTo>
                  <a:cubicBezTo>
                    <a:pt x="678" y="2472"/>
                    <a:pt x="1" y="3101"/>
                    <a:pt x="1" y="3953"/>
                  </a:cubicBezTo>
                  <a:cubicBezTo>
                    <a:pt x="1" y="4802"/>
                    <a:pt x="675" y="5432"/>
                    <a:pt x="753" y="5501"/>
                  </a:cubicBezTo>
                  <a:cubicBezTo>
                    <a:pt x="861" y="5597"/>
                    <a:pt x="994" y="5644"/>
                    <a:pt x="1127" y="5644"/>
                  </a:cubicBezTo>
                  <a:cubicBezTo>
                    <a:pt x="1282" y="5644"/>
                    <a:pt x="1437" y="5580"/>
                    <a:pt x="1548" y="5456"/>
                  </a:cubicBezTo>
                  <a:cubicBezTo>
                    <a:pt x="1756" y="5224"/>
                    <a:pt x="1735" y="4869"/>
                    <a:pt x="1506" y="4661"/>
                  </a:cubicBezTo>
                  <a:cubicBezTo>
                    <a:pt x="1428" y="4588"/>
                    <a:pt x="1130" y="4260"/>
                    <a:pt x="1130" y="3950"/>
                  </a:cubicBezTo>
                  <a:cubicBezTo>
                    <a:pt x="1130" y="3655"/>
                    <a:pt x="1410" y="3330"/>
                    <a:pt x="1506" y="3242"/>
                  </a:cubicBezTo>
                  <a:cubicBezTo>
                    <a:pt x="1582" y="3173"/>
                    <a:pt x="2259" y="2544"/>
                    <a:pt x="2259" y="1692"/>
                  </a:cubicBezTo>
                  <a:cubicBezTo>
                    <a:pt x="2259" y="842"/>
                    <a:pt x="1582" y="213"/>
                    <a:pt x="1506" y="144"/>
                  </a:cubicBezTo>
                  <a:cubicBezTo>
                    <a:pt x="1399" y="48"/>
                    <a:pt x="1265" y="1"/>
                    <a:pt x="1132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9" name="Google Shape;6133;p52">
              <a:extLst>
                <a:ext uri="{FF2B5EF4-FFF2-40B4-BE49-F238E27FC236}">
                  <a16:creationId xmlns:a16="http://schemas.microsoft.com/office/drawing/2014/main" id="{D05984B2-DD18-465C-A46E-2AF8768F5A6A}"/>
                </a:ext>
              </a:extLst>
            </p:cNvPr>
            <p:cNvSpPr/>
            <p:nvPr/>
          </p:nvSpPr>
          <p:spPr>
            <a:xfrm>
              <a:off x="4464775" y="4230875"/>
              <a:ext cx="395250" cy="57400"/>
            </a:xfrm>
            <a:custGeom>
              <a:avLst/>
              <a:gdLst/>
              <a:ahLst/>
              <a:cxnLst/>
              <a:rect l="l" t="t" r="r" b="b"/>
              <a:pathLst>
                <a:path w="15810" h="2296" extrusionOk="0">
                  <a:moveTo>
                    <a:pt x="567" y="1"/>
                  </a:moveTo>
                  <a:cubicBezTo>
                    <a:pt x="254" y="1"/>
                    <a:pt x="1" y="251"/>
                    <a:pt x="1" y="564"/>
                  </a:cubicBezTo>
                  <a:cubicBezTo>
                    <a:pt x="1" y="877"/>
                    <a:pt x="254" y="1130"/>
                    <a:pt x="567" y="1130"/>
                  </a:cubicBezTo>
                  <a:lnTo>
                    <a:pt x="1910" y="1130"/>
                  </a:lnTo>
                  <a:lnTo>
                    <a:pt x="2006" y="1359"/>
                  </a:lnTo>
                  <a:cubicBezTo>
                    <a:pt x="2291" y="1932"/>
                    <a:pt x="2875" y="2295"/>
                    <a:pt x="3516" y="2295"/>
                  </a:cubicBezTo>
                  <a:cubicBezTo>
                    <a:pt x="3519" y="2295"/>
                    <a:pt x="3521" y="2295"/>
                    <a:pt x="3524" y="2295"/>
                  </a:cubicBezTo>
                  <a:lnTo>
                    <a:pt x="12290" y="2295"/>
                  </a:lnTo>
                  <a:cubicBezTo>
                    <a:pt x="12292" y="2295"/>
                    <a:pt x="12295" y="2295"/>
                    <a:pt x="12298" y="2295"/>
                  </a:cubicBezTo>
                  <a:cubicBezTo>
                    <a:pt x="12936" y="2295"/>
                    <a:pt x="13520" y="1932"/>
                    <a:pt x="13804" y="1359"/>
                  </a:cubicBezTo>
                  <a:lnTo>
                    <a:pt x="13901" y="1130"/>
                  </a:lnTo>
                  <a:lnTo>
                    <a:pt x="15247" y="1130"/>
                  </a:lnTo>
                  <a:cubicBezTo>
                    <a:pt x="15557" y="1130"/>
                    <a:pt x="15810" y="877"/>
                    <a:pt x="15810" y="564"/>
                  </a:cubicBezTo>
                  <a:cubicBezTo>
                    <a:pt x="15810" y="251"/>
                    <a:pt x="15557" y="1"/>
                    <a:pt x="1524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40" name="Google Shape;6134;p52">
              <a:extLst>
                <a:ext uri="{FF2B5EF4-FFF2-40B4-BE49-F238E27FC236}">
                  <a16:creationId xmlns:a16="http://schemas.microsoft.com/office/drawing/2014/main" id="{635B9F2C-E452-43B0-AF55-E18163A8BF12}"/>
                </a:ext>
              </a:extLst>
            </p:cNvPr>
            <p:cNvSpPr/>
            <p:nvPr/>
          </p:nvSpPr>
          <p:spPr>
            <a:xfrm>
              <a:off x="4840675" y="4007300"/>
              <a:ext cx="101725" cy="166025"/>
            </a:xfrm>
            <a:custGeom>
              <a:avLst/>
              <a:gdLst/>
              <a:ahLst/>
              <a:cxnLst/>
              <a:rect l="l" t="t" r="r" b="b"/>
              <a:pathLst>
                <a:path w="4069" h="6641" extrusionOk="0">
                  <a:moveTo>
                    <a:pt x="1870" y="0"/>
                  </a:moveTo>
                  <a:cubicBezTo>
                    <a:pt x="1852" y="380"/>
                    <a:pt x="1837" y="759"/>
                    <a:pt x="1795" y="1130"/>
                  </a:cubicBezTo>
                  <a:cubicBezTo>
                    <a:pt x="1927" y="1181"/>
                    <a:pt x="2048" y="1256"/>
                    <a:pt x="2150" y="1355"/>
                  </a:cubicBezTo>
                  <a:cubicBezTo>
                    <a:pt x="2800" y="2006"/>
                    <a:pt x="2433" y="3469"/>
                    <a:pt x="1352" y="4550"/>
                  </a:cubicBezTo>
                  <a:cubicBezTo>
                    <a:pt x="1177" y="4722"/>
                    <a:pt x="991" y="4879"/>
                    <a:pt x="792" y="5017"/>
                  </a:cubicBezTo>
                  <a:cubicBezTo>
                    <a:pt x="566" y="5577"/>
                    <a:pt x="301" y="6119"/>
                    <a:pt x="0" y="6640"/>
                  </a:cubicBezTo>
                  <a:cubicBezTo>
                    <a:pt x="747" y="6429"/>
                    <a:pt x="1506" y="5993"/>
                    <a:pt x="2150" y="5348"/>
                  </a:cubicBezTo>
                  <a:cubicBezTo>
                    <a:pt x="3716" y="3782"/>
                    <a:pt x="4068" y="1678"/>
                    <a:pt x="2948" y="557"/>
                  </a:cubicBezTo>
                  <a:cubicBezTo>
                    <a:pt x="2656" y="268"/>
                    <a:pt x="2280" y="97"/>
                    <a:pt x="1870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41" name="Google Shape;6135;p52">
              <a:extLst>
                <a:ext uri="{FF2B5EF4-FFF2-40B4-BE49-F238E27FC236}">
                  <a16:creationId xmlns:a16="http://schemas.microsoft.com/office/drawing/2014/main" id="{040A4CFE-8B79-4E5D-8AA7-6619E5B2F0FF}"/>
                </a:ext>
              </a:extLst>
            </p:cNvPr>
            <p:cNvSpPr/>
            <p:nvPr/>
          </p:nvSpPr>
          <p:spPr>
            <a:xfrm>
              <a:off x="4464775" y="3976800"/>
              <a:ext cx="395250" cy="225875"/>
            </a:xfrm>
            <a:custGeom>
              <a:avLst/>
              <a:gdLst/>
              <a:ahLst/>
              <a:cxnLst/>
              <a:rect l="l" t="t" r="r" b="b"/>
              <a:pathLst>
                <a:path w="15810" h="9035" extrusionOk="0">
                  <a:moveTo>
                    <a:pt x="564" y="1"/>
                  </a:moveTo>
                  <a:cubicBezTo>
                    <a:pt x="254" y="1"/>
                    <a:pt x="1" y="251"/>
                    <a:pt x="1" y="564"/>
                  </a:cubicBezTo>
                  <a:cubicBezTo>
                    <a:pt x="1" y="3930"/>
                    <a:pt x="1157" y="7026"/>
                    <a:pt x="3075" y="9035"/>
                  </a:cubicBezTo>
                  <a:lnTo>
                    <a:pt x="12735" y="9035"/>
                  </a:lnTo>
                  <a:cubicBezTo>
                    <a:pt x="14654" y="7026"/>
                    <a:pt x="15810" y="3930"/>
                    <a:pt x="15810" y="564"/>
                  </a:cubicBezTo>
                  <a:cubicBezTo>
                    <a:pt x="15810" y="251"/>
                    <a:pt x="15557" y="1"/>
                    <a:pt x="1524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pic>
        <p:nvPicPr>
          <p:cNvPr id="18" name="Picture 17">
            <a:extLst>
              <a:ext uri="{FF2B5EF4-FFF2-40B4-BE49-F238E27FC236}">
                <a16:creationId xmlns:a16="http://schemas.microsoft.com/office/drawing/2014/main" id="{A42A279F-9CD5-4314-A084-433C5947EEE6}"/>
              </a:ext>
            </a:extLst>
          </p:cNvPr>
          <p:cNvPicPr/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45314" y="1214075"/>
            <a:ext cx="6001159" cy="27484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797873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Google Shape;270;p24"/>
          <p:cNvSpPr txBox="1">
            <a:spLocks noGrp="1"/>
          </p:cNvSpPr>
          <p:nvPr>
            <p:ph type="ctrTitle"/>
          </p:nvPr>
        </p:nvSpPr>
        <p:spPr>
          <a:xfrm>
            <a:off x="151761" y="1365844"/>
            <a:ext cx="1766403" cy="796943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2000" dirty="0">
                <a:solidFill>
                  <a:srgbClr val="48FFD5"/>
                </a:solidFill>
                <a:latin typeface="Impact"/>
                <a:ea typeface="Impact"/>
                <a:cs typeface="Impact"/>
                <a:sym typeface="Impact"/>
              </a:rPr>
              <a:t>PENGKODEAN</a:t>
            </a:r>
            <a:br>
              <a:rPr lang="es" sz="2000" dirty="0">
                <a:solidFill>
                  <a:srgbClr val="48FFD5"/>
                </a:solidFill>
                <a:latin typeface="Impact"/>
                <a:ea typeface="Impact"/>
                <a:cs typeface="Impact"/>
                <a:sym typeface="Impact"/>
              </a:rPr>
            </a:br>
            <a:r>
              <a:rPr lang="es" sz="2000" dirty="0">
                <a:solidFill>
                  <a:srgbClr val="48FFD5"/>
                </a:solidFill>
                <a:latin typeface="Impact"/>
                <a:ea typeface="Impact"/>
                <a:cs typeface="Impact"/>
                <a:sym typeface="Impact"/>
              </a:rPr>
              <a:t>SYSTEM</a:t>
            </a:r>
            <a:endParaRPr sz="2000" dirty="0">
              <a:solidFill>
                <a:srgbClr val="48FFD5"/>
              </a:solidFill>
              <a:latin typeface="Impact"/>
              <a:ea typeface="Impact"/>
              <a:cs typeface="Impact"/>
              <a:sym typeface="Impact"/>
            </a:endParaRPr>
          </a:p>
        </p:txBody>
      </p:sp>
      <p:sp>
        <p:nvSpPr>
          <p:cNvPr id="25" name="Google Shape;270;p24">
            <a:extLst>
              <a:ext uri="{FF2B5EF4-FFF2-40B4-BE49-F238E27FC236}">
                <a16:creationId xmlns:a16="http://schemas.microsoft.com/office/drawing/2014/main" id="{826F4B58-B400-4659-B4CE-1684508A8953}"/>
              </a:ext>
            </a:extLst>
          </p:cNvPr>
          <p:cNvSpPr txBox="1">
            <a:spLocks/>
          </p:cNvSpPr>
          <p:nvPr/>
        </p:nvSpPr>
        <p:spPr>
          <a:xfrm>
            <a:off x="1646193" y="4446317"/>
            <a:ext cx="6935189" cy="5254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Roboto Black"/>
              <a:buNone/>
              <a:defRPr sz="3600" b="0" i="0" u="none" strike="noStrike" cap="none">
                <a:solidFill>
                  <a:srgbClr val="FFFFFF"/>
                </a:solidFill>
                <a:latin typeface="Roboto Black"/>
                <a:ea typeface="Roboto Black"/>
                <a:cs typeface="Roboto Black"/>
                <a:sym typeface="Roboto Black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00"/>
              <a:buFont typeface="Bree Serif"/>
              <a:buNone/>
              <a:defRPr sz="5200" b="1" i="0" u="none" strike="noStrike" cap="none">
                <a:solidFill>
                  <a:srgbClr val="FFFFFF"/>
                </a:solidFill>
                <a:latin typeface="Bree Serif"/>
                <a:ea typeface="Bree Serif"/>
                <a:cs typeface="Bree Serif"/>
                <a:sym typeface="Bree Serif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00"/>
              <a:buFont typeface="Bree Serif"/>
              <a:buNone/>
              <a:defRPr sz="5200" b="1" i="0" u="none" strike="noStrike" cap="none">
                <a:solidFill>
                  <a:srgbClr val="FFFFFF"/>
                </a:solidFill>
                <a:latin typeface="Bree Serif"/>
                <a:ea typeface="Bree Serif"/>
                <a:cs typeface="Bree Serif"/>
                <a:sym typeface="Bree Serif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00"/>
              <a:buFont typeface="Bree Serif"/>
              <a:buNone/>
              <a:defRPr sz="5200" b="1" i="0" u="none" strike="noStrike" cap="none">
                <a:solidFill>
                  <a:srgbClr val="FFFFFF"/>
                </a:solidFill>
                <a:latin typeface="Bree Serif"/>
                <a:ea typeface="Bree Serif"/>
                <a:cs typeface="Bree Serif"/>
                <a:sym typeface="Bree Serif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00"/>
              <a:buFont typeface="Bree Serif"/>
              <a:buNone/>
              <a:defRPr sz="5200" b="1" i="0" u="none" strike="noStrike" cap="none">
                <a:solidFill>
                  <a:srgbClr val="FFFFFF"/>
                </a:solidFill>
                <a:latin typeface="Bree Serif"/>
                <a:ea typeface="Bree Serif"/>
                <a:cs typeface="Bree Serif"/>
                <a:sym typeface="Bree Serif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00"/>
              <a:buFont typeface="Bree Serif"/>
              <a:buNone/>
              <a:defRPr sz="5200" b="1" i="0" u="none" strike="noStrike" cap="none">
                <a:solidFill>
                  <a:srgbClr val="FFFFFF"/>
                </a:solidFill>
                <a:latin typeface="Bree Serif"/>
                <a:ea typeface="Bree Serif"/>
                <a:cs typeface="Bree Serif"/>
                <a:sym typeface="Bree Serif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00"/>
              <a:buFont typeface="Bree Serif"/>
              <a:buNone/>
              <a:defRPr sz="5200" b="1" i="0" u="none" strike="noStrike" cap="none">
                <a:solidFill>
                  <a:srgbClr val="FFFFFF"/>
                </a:solidFill>
                <a:latin typeface="Bree Serif"/>
                <a:ea typeface="Bree Serif"/>
                <a:cs typeface="Bree Serif"/>
                <a:sym typeface="Bree Serif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00"/>
              <a:buFont typeface="Bree Serif"/>
              <a:buNone/>
              <a:defRPr sz="5200" b="1" i="0" u="none" strike="noStrike" cap="none">
                <a:solidFill>
                  <a:srgbClr val="FFFFFF"/>
                </a:solidFill>
                <a:latin typeface="Bree Serif"/>
                <a:ea typeface="Bree Serif"/>
                <a:cs typeface="Bree Serif"/>
                <a:sym typeface="Bree Serif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00"/>
              <a:buFont typeface="Bree Serif"/>
              <a:buNone/>
              <a:defRPr sz="5200" b="1" i="0" u="none" strike="noStrike" cap="none">
                <a:solidFill>
                  <a:srgbClr val="FFFFFF"/>
                </a:solidFill>
                <a:latin typeface="Bree Serif"/>
                <a:ea typeface="Bree Serif"/>
                <a:cs typeface="Bree Serif"/>
                <a:sym typeface="Bree Serif"/>
              </a:defRPr>
            </a:lvl9pPr>
          </a:lstStyle>
          <a:p>
            <a:pPr algn="ctr"/>
            <a:r>
              <a:rPr lang="en-US" sz="2000" dirty="0" err="1">
                <a:solidFill>
                  <a:schemeClr val="accent6"/>
                </a:solidFill>
                <a:latin typeface="Impact"/>
                <a:ea typeface="Impact"/>
                <a:cs typeface="Impact"/>
                <a:sym typeface="Impact"/>
              </a:rPr>
              <a:t>Tampilan</a:t>
            </a:r>
            <a:r>
              <a:rPr lang="en-US" sz="2000" dirty="0">
                <a:solidFill>
                  <a:schemeClr val="accent6"/>
                </a:solidFill>
                <a:latin typeface="Impact"/>
                <a:ea typeface="Impact"/>
                <a:cs typeface="Impact"/>
                <a:sym typeface="Impact"/>
              </a:rPr>
              <a:t> Home</a:t>
            </a:r>
            <a:br>
              <a:rPr lang="en-US" sz="2000" dirty="0">
                <a:solidFill>
                  <a:schemeClr val="accent6"/>
                </a:solidFill>
                <a:latin typeface="Impact"/>
                <a:ea typeface="Impact"/>
                <a:cs typeface="Impact"/>
                <a:sym typeface="Impact"/>
              </a:rPr>
            </a:br>
            <a:r>
              <a:rPr lang="en-US" sz="2000" dirty="0">
                <a:solidFill>
                  <a:schemeClr val="accent6"/>
                </a:solidFill>
                <a:latin typeface="Impact"/>
                <a:ea typeface="Impact"/>
                <a:cs typeface="Impact"/>
                <a:sym typeface="Impact"/>
              </a:rPr>
              <a:t>#pelayanan</a:t>
            </a:r>
          </a:p>
        </p:txBody>
      </p:sp>
      <p:grpSp>
        <p:nvGrpSpPr>
          <p:cNvPr id="30" name="Google Shape;6112;p52">
            <a:extLst>
              <a:ext uri="{FF2B5EF4-FFF2-40B4-BE49-F238E27FC236}">
                <a16:creationId xmlns:a16="http://schemas.microsoft.com/office/drawing/2014/main" id="{4242C9B3-416D-4F66-94F9-B3F98CC371D5}"/>
              </a:ext>
            </a:extLst>
          </p:cNvPr>
          <p:cNvGrpSpPr/>
          <p:nvPr/>
        </p:nvGrpSpPr>
        <p:grpSpPr>
          <a:xfrm>
            <a:off x="620986" y="968837"/>
            <a:ext cx="346347" cy="339623"/>
            <a:chOff x="1490050" y="3805975"/>
            <a:chExt cx="491900" cy="482350"/>
          </a:xfrm>
          <a:solidFill>
            <a:schemeClr val="accent6"/>
          </a:solidFill>
        </p:grpSpPr>
        <p:sp>
          <p:nvSpPr>
            <p:cNvPr id="31" name="Google Shape;6113;p52">
              <a:extLst>
                <a:ext uri="{FF2B5EF4-FFF2-40B4-BE49-F238E27FC236}">
                  <a16:creationId xmlns:a16="http://schemas.microsoft.com/office/drawing/2014/main" id="{11609D5E-D4DF-47AE-85C3-093C27A5AC44}"/>
                </a:ext>
              </a:extLst>
            </p:cNvPr>
            <p:cNvSpPr/>
            <p:nvPr/>
          </p:nvSpPr>
          <p:spPr>
            <a:xfrm>
              <a:off x="1541775" y="3877050"/>
              <a:ext cx="302500" cy="277225"/>
            </a:xfrm>
            <a:custGeom>
              <a:avLst/>
              <a:gdLst/>
              <a:ahLst/>
              <a:cxnLst/>
              <a:rect l="l" t="t" r="r" b="b"/>
              <a:pathLst>
                <a:path w="12100" h="11089" extrusionOk="0">
                  <a:moveTo>
                    <a:pt x="10512" y="1"/>
                  </a:moveTo>
                  <a:lnTo>
                    <a:pt x="0" y="10513"/>
                  </a:lnTo>
                  <a:cubicBezTo>
                    <a:pt x="207" y="10475"/>
                    <a:pt x="415" y="10456"/>
                    <a:pt x="622" y="10456"/>
                  </a:cubicBezTo>
                  <a:cubicBezTo>
                    <a:pt x="1327" y="10456"/>
                    <a:pt x="2020" y="10674"/>
                    <a:pt x="2602" y="11088"/>
                  </a:cubicBezTo>
                  <a:lnTo>
                    <a:pt x="12099" y="1588"/>
                  </a:lnTo>
                  <a:lnTo>
                    <a:pt x="10512" y="1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2" name="Google Shape;6114;p52">
              <a:extLst>
                <a:ext uri="{FF2B5EF4-FFF2-40B4-BE49-F238E27FC236}">
                  <a16:creationId xmlns:a16="http://schemas.microsoft.com/office/drawing/2014/main" id="{59ED7026-E90B-4C60-BA0D-9CA344A6C55D}"/>
                </a:ext>
              </a:extLst>
            </p:cNvPr>
            <p:cNvSpPr/>
            <p:nvPr/>
          </p:nvSpPr>
          <p:spPr>
            <a:xfrm>
              <a:off x="1824450" y="3805975"/>
              <a:ext cx="157500" cy="150525"/>
            </a:xfrm>
            <a:custGeom>
              <a:avLst/>
              <a:gdLst/>
              <a:ahLst/>
              <a:cxnLst/>
              <a:rect l="l" t="t" r="r" b="b"/>
              <a:pathLst>
                <a:path w="6300" h="6021" extrusionOk="0">
                  <a:moveTo>
                    <a:pt x="3211" y="0"/>
                  </a:moveTo>
                  <a:cubicBezTo>
                    <a:pt x="2484" y="0"/>
                    <a:pt x="1758" y="281"/>
                    <a:pt x="1208" y="841"/>
                  </a:cubicBezTo>
                  <a:lnTo>
                    <a:pt x="0" y="2049"/>
                  </a:lnTo>
                  <a:lnTo>
                    <a:pt x="3972" y="6021"/>
                  </a:lnTo>
                  <a:lnTo>
                    <a:pt x="5180" y="4813"/>
                  </a:lnTo>
                  <a:cubicBezTo>
                    <a:pt x="6294" y="3717"/>
                    <a:pt x="6300" y="1925"/>
                    <a:pt x="5198" y="823"/>
                  </a:cubicBezTo>
                  <a:cubicBezTo>
                    <a:pt x="4649" y="274"/>
                    <a:pt x="3930" y="0"/>
                    <a:pt x="321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3" name="Google Shape;6115;p52">
              <a:extLst>
                <a:ext uri="{FF2B5EF4-FFF2-40B4-BE49-F238E27FC236}">
                  <a16:creationId xmlns:a16="http://schemas.microsoft.com/office/drawing/2014/main" id="{A35A982C-2D4F-4CB8-B29F-2E416F5AFF55}"/>
                </a:ext>
              </a:extLst>
            </p:cNvPr>
            <p:cNvSpPr/>
            <p:nvPr/>
          </p:nvSpPr>
          <p:spPr>
            <a:xfrm>
              <a:off x="1626675" y="3936600"/>
              <a:ext cx="277225" cy="302600"/>
            </a:xfrm>
            <a:custGeom>
              <a:avLst/>
              <a:gdLst/>
              <a:ahLst/>
              <a:cxnLst/>
              <a:rect l="l" t="t" r="r" b="b"/>
              <a:pathLst>
                <a:path w="11089" h="12104" extrusionOk="0">
                  <a:moveTo>
                    <a:pt x="9501" y="1"/>
                  </a:moveTo>
                  <a:lnTo>
                    <a:pt x="1" y="9501"/>
                  </a:lnTo>
                  <a:cubicBezTo>
                    <a:pt x="537" y="10254"/>
                    <a:pt x="745" y="11194"/>
                    <a:pt x="576" y="12103"/>
                  </a:cubicBezTo>
                  <a:lnTo>
                    <a:pt x="11088" y="1591"/>
                  </a:lnTo>
                  <a:lnTo>
                    <a:pt x="9501" y="1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4" name="Google Shape;6116;p52">
              <a:extLst>
                <a:ext uri="{FF2B5EF4-FFF2-40B4-BE49-F238E27FC236}">
                  <a16:creationId xmlns:a16="http://schemas.microsoft.com/office/drawing/2014/main" id="{196F6B18-F506-4B4E-A071-E20ACFB5D390}"/>
                </a:ext>
              </a:extLst>
            </p:cNvPr>
            <p:cNvSpPr/>
            <p:nvPr/>
          </p:nvSpPr>
          <p:spPr>
            <a:xfrm>
              <a:off x="1490050" y="4166500"/>
              <a:ext cx="129950" cy="121825"/>
            </a:xfrm>
            <a:custGeom>
              <a:avLst/>
              <a:gdLst/>
              <a:ahLst/>
              <a:cxnLst/>
              <a:rect l="l" t="t" r="r" b="b"/>
              <a:pathLst>
                <a:path w="5198" h="4873" extrusionOk="0">
                  <a:moveTo>
                    <a:pt x="2693" y="0"/>
                  </a:moveTo>
                  <a:cubicBezTo>
                    <a:pt x="2243" y="0"/>
                    <a:pt x="1790" y="133"/>
                    <a:pt x="1398" y="405"/>
                  </a:cubicBezTo>
                  <a:lnTo>
                    <a:pt x="1398" y="402"/>
                  </a:lnTo>
                  <a:lnTo>
                    <a:pt x="741" y="2446"/>
                  </a:lnTo>
                  <a:lnTo>
                    <a:pt x="139" y="4118"/>
                  </a:lnTo>
                  <a:cubicBezTo>
                    <a:pt x="0" y="4500"/>
                    <a:pt x="295" y="4872"/>
                    <a:pt x="664" y="4872"/>
                  </a:cubicBezTo>
                  <a:cubicBezTo>
                    <a:pt x="727" y="4872"/>
                    <a:pt x="793" y="4861"/>
                    <a:pt x="859" y="4837"/>
                  </a:cubicBezTo>
                  <a:lnTo>
                    <a:pt x="2530" y="4235"/>
                  </a:lnTo>
                  <a:lnTo>
                    <a:pt x="4574" y="3579"/>
                  </a:lnTo>
                  <a:cubicBezTo>
                    <a:pt x="5198" y="2672"/>
                    <a:pt x="5086" y="1450"/>
                    <a:pt x="4306" y="670"/>
                  </a:cubicBezTo>
                  <a:cubicBezTo>
                    <a:pt x="3866" y="228"/>
                    <a:pt x="3282" y="0"/>
                    <a:pt x="269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35" name="Google Shape;6129;p52">
            <a:extLst>
              <a:ext uri="{FF2B5EF4-FFF2-40B4-BE49-F238E27FC236}">
                <a16:creationId xmlns:a16="http://schemas.microsoft.com/office/drawing/2014/main" id="{4E8D1AE9-D5D3-4153-AD8C-91034433756A}"/>
              </a:ext>
            </a:extLst>
          </p:cNvPr>
          <p:cNvGrpSpPr/>
          <p:nvPr/>
        </p:nvGrpSpPr>
        <p:grpSpPr>
          <a:xfrm>
            <a:off x="1150434" y="968824"/>
            <a:ext cx="336296" cy="339235"/>
            <a:chOff x="4464775" y="3806475"/>
            <a:chExt cx="477625" cy="481800"/>
          </a:xfrm>
          <a:solidFill>
            <a:schemeClr val="accent6"/>
          </a:solidFill>
        </p:grpSpPr>
        <p:sp>
          <p:nvSpPr>
            <p:cNvPr id="36" name="Google Shape;6130;p52">
              <a:extLst>
                <a:ext uri="{FF2B5EF4-FFF2-40B4-BE49-F238E27FC236}">
                  <a16:creationId xmlns:a16="http://schemas.microsoft.com/office/drawing/2014/main" id="{2AB43A0A-5026-4A23-834F-AF469F1DAD51}"/>
                </a:ext>
              </a:extLst>
            </p:cNvPr>
            <p:cNvSpPr/>
            <p:nvPr/>
          </p:nvSpPr>
          <p:spPr>
            <a:xfrm>
              <a:off x="4726375" y="3806475"/>
              <a:ext cx="56500" cy="141125"/>
            </a:xfrm>
            <a:custGeom>
              <a:avLst/>
              <a:gdLst/>
              <a:ahLst/>
              <a:cxnLst/>
              <a:rect l="l" t="t" r="r" b="b"/>
              <a:pathLst>
                <a:path w="2260" h="5645" extrusionOk="0">
                  <a:moveTo>
                    <a:pt x="1133" y="1"/>
                  </a:moveTo>
                  <a:cubicBezTo>
                    <a:pt x="978" y="1"/>
                    <a:pt x="823" y="64"/>
                    <a:pt x="712" y="189"/>
                  </a:cubicBezTo>
                  <a:cubicBezTo>
                    <a:pt x="504" y="421"/>
                    <a:pt x="522" y="776"/>
                    <a:pt x="754" y="984"/>
                  </a:cubicBezTo>
                  <a:cubicBezTo>
                    <a:pt x="832" y="1056"/>
                    <a:pt x="1130" y="1385"/>
                    <a:pt x="1130" y="1695"/>
                  </a:cubicBezTo>
                  <a:cubicBezTo>
                    <a:pt x="1130" y="1990"/>
                    <a:pt x="850" y="2315"/>
                    <a:pt x="754" y="2402"/>
                  </a:cubicBezTo>
                  <a:cubicBezTo>
                    <a:pt x="678" y="2472"/>
                    <a:pt x="1" y="3101"/>
                    <a:pt x="1" y="3953"/>
                  </a:cubicBezTo>
                  <a:cubicBezTo>
                    <a:pt x="1" y="4802"/>
                    <a:pt x="675" y="5432"/>
                    <a:pt x="754" y="5501"/>
                  </a:cubicBezTo>
                  <a:cubicBezTo>
                    <a:pt x="861" y="5597"/>
                    <a:pt x="995" y="5644"/>
                    <a:pt x="1128" y="5644"/>
                  </a:cubicBezTo>
                  <a:cubicBezTo>
                    <a:pt x="1283" y="5644"/>
                    <a:pt x="1437" y="5580"/>
                    <a:pt x="1549" y="5456"/>
                  </a:cubicBezTo>
                  <a:cubicBezTo>
                    <a:pt x="1757" y="5224"/>
                    <a:pt x="1735" y="4869"/>
                    <a:pt x="1507" y="4661"/>
                  </a:cubicBezTo>
                  <a:cubicBezTo>
                    <a:pt x="1428" y="4588"/>
                    <a:pt x="1130" y="4260"/>
                    <a:pt x="1130" y="3950"/>
                  </a:cubicBezTo>
                  <a:cubicBezTo>
                    <a:pt x="1130" y="3655"/>
                    <a:pt x="1410" y="3330"/>
                    <a:pt x="1507" y="3242"/>
                  </a:cubicBezTo>
                  <a:cubicBezTo>
                    <a:pt x="1585" y="3173"/>
                    <a:pt x="2259" y="2544"/>
                    <a:pt x="2259" y="1692"/>
                  </a:cubicBezTo>
                  <a:cubicBezTo>
                    <a:pt x="2259" y="842"/>
                    <a:pt x="1585" y="213"/>
                    <a:pt x="1507" y="144"/>
                  </a:cubicBezTo>
                  <a:cubicBezTo>
                    <a:pt x="1399" y="48"/>
                    <a:pt x="1266" y="1"/>
                    <a:pt x="113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7" name="Google Shape;6131;p52">
              <a:extLst>
                <a:ext uri="{FF2B5EF4-FFF2-40B4-BE49-F238E27FC236}">
                  <a16:creationId xmlns:a16="http://schemas.microsoft.com/office/drawing/2014/main" id="{DC1FA845-5EB4-4183-AC92-FE3D1DF03E84}"/>
                </a:ext>
              </a:extLst>
            </p:cNvPr>
            <p:cNvSpPr/>
            <p:nvPr/>
          </p:nvSpPr>
          <p:spPr>
            <a:xfrm>
              <a:off x="4641700" y="3806475"/>
              <a:ext cx="56475" cy="141125"/>
            </a:xfrm>
            <a:custGeom>
              <a:avLst/>
              <a:gdLst/>
              <a:ahLst/>
              <a:cxnLst/>
              <a:rect l="l" t="t" r="r" b="b"/>
              <a:pathLst>
                <a:path w="2259" h="5645" extrusionOk="0">
                  <a:moveTo>
                    <a:pt x="1132" y="1"/>
                  </a:moveTo>
                  <a:cubicBezTo>
                    <a:pt x="977" y="1"/>
                    <a:pt x="823" y="64"/>
                    <a:pt x="711" y="189"/>
                  </a:cubicBezTo>
                  <a:cubicBezTo>
                    <a:pt x="503" y="421"/>
                    <a:pt x="521" y="776"/>
                    <a:pt x="753" y="984"/>
                  </a:cubicBezTo>
                  <a:cubicBezTo>
                    <a:pt x="831" y="1056"/>
                    <a:pt x="1130" y="1385"/>
                    <a:pt x="1130" y="1695"/>
                  </a:cubicBezTo>
                  <a:cubicBezTo>
                    <a:pt x="1130" y="1990"/>
                    <a:pt x="849" y="2315"/>
                    <a:pt x="753" y="2402"/>
                  </a:cubicBezTo>
                  <a:cubicBezTo>
                    <a:pt x="678" y="2472"/>
                    <a:pt x="0" y="3101"/>
                    <a:pt x="0" y="3953"/>
                  </a:cubicBezTo>
                  <a:cubicBezTo>
                    <a:pt x="0" y="4802"/>
                    <a:pt x="675" y="5432"/>
                    <a:pt x="753" y="5501"/>
                  </a:cubicBezTo>
                  <a:cubicBezTo>
                    <a:pt x="860" y="5597"/>
                    <a:pt x="994" y="5644"/>
                    <a:pt x="1127" y="5644"/>
                  </a:cubicBezTo>
                  <a:cubicBezTo>
                    <a:pt x="1282" y="5644"/>
                    <a:pt x="1436" y="5580"/>
                    <a:pt x="1548" y="5456"/>
                  </a:cubicBezTo>
                  <a:cubicBezTo>
                    <a:pt x="1756" y="5224"/>
                    <a:pt x="1735" y="4869"/>
                    <a:pt x="1506" y="4661"/>
                  </a:cubicBezTo>
                  <a:cubicBezTo>
                    <a:pt x="1428" y="4588"/>
                    <a:pt x="1130" y="4260"/>
                    <a:pt x="1130" y="3950"/>
                  </a:cubicBezTo>
                  <a:cubicBezTo>
                    <a:pt x="1130" y="3655"/>
                    <a:pt x="1410" y="3330"/>
                    <a:pt x="1506" y="3242"/>
                  </a:cubicBezTo>
                  <a:cubicBezTo>
                    <a:pt x="1581" y="3173"/>
                    <a:pt x="2259" y="2544"/>
                    <a:pt x="2259" y="1692"/>
                  </a:cubicBezTo>
                  <a:cubicBezTo>
                    <a:pt x="2259" y="842"/>
                    <a:pt x="1581" y="213"/>
                    <a:pt x="1506" y="144"/>
                  </a:cubicBezTo>
                  <a:cubicBezTo>
                    <a:pt x="1399" y="48"/>
                    <a:pt x="1265" y="1"/>
                    <a:pt x="1132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8" name="Google Shape;6132;p52">
              <a:extLst>
                <a:ext uri="{FF2B5EF4-FFF2-40B4-BE49-F238E27FC236}">
                  <a16:creationId xmlns:a16="http://schemas.microsoft.com/office/drawing/2014/main" id="{7E59AEB5-98E4-46AE-BC74-EEE2BE6432FD}"/>
                </a:ext>
              </a:extLst>
            </p:cNvPr>
            <p:cNvSpPr/>
            <p:nvPr/>
          </p:nvSpPr>
          <p:spPr>
            <a:xfrm>
              <a:off x="4557000" y="3806475"/>
              <a:ext cx="56500" cy="141125"/>
            </a:xfrm>
            <a:custGeom>
              <a:avLst/>
              <a:gdLst/>
              <a:ahLst/>
              <a:cxnLst/>
              <a:rect l="l" t="t" r="r" b="b"/>
              <a:pathLst>
                <a:path w="2260" h="5645" extrusionOk="0">
                  <a:moveTo>
                    <a:pt x="1132" y="1"/>
                  </a:moveTo>
                  <a:cubicBezTo>
                    <a:pt x="977" y="1"/>
                    <a:pt x="823" y="64"/>
                    <a:pt x="711" y="189"/>
                  </a:cubicBezTo>
                  <a:cubicBezTo>
                    <a:pt x="504" y="421"/>
                    <a:pt x="522" y="776"/>
                    <a:pt x="753" y="984"/>
                  </a:cubicBezTo>
                  <a:cubicBezTo>
                    <a:pt x="832" y="1056"/>
                    <a:pt x="1130" y="1385"/>
                    <a:pt x="1130" y="1695"/>
                  </a:cubicBezTo>
                  <a:cubicBezTo>
                    <a:pt x="1130" y="1990"/>
                    <a:pt x="850" y="2315"/>
                    <a:pt x="753" y="2402"/>
                  </a:cubicBezTo>
                  <a:cubicBezTo>
                    <a:pt x="678" y="2472"/>
                    <a:pt x="1" y="3101"/>
                    <a:pt x="1" y="3953"/>
                  </a:cubicBezTo>
                  <a:cubicBezTo>
                    <a:pt x="1" y="4802"/>
                    <a:pt x="675" y="5432"/>
                    <a:pt x="753" y="5501"/>
                  </a:cubicBezTo>
                  <a:cubicBezTo>
                    <a:pt x="861" y="5597"/>
                    <a:pt x="994" y="5644"/>
                    <a:pt x="1127" y="5644"/>
                  </a:cubicBezTo>
                  <a:cubicBezTo>
                    <a:pt x="1282" y="5644"/>
                    <a:pt x="1437" y="5580"/>
                    <a:pt x="1548" y="5456"/>
                  </a:cubicBezTo>
                  <a:cubicBezTo>
                    <a:pt x="1756" y="5224"/>
                    <a:pt x="1735" y="4869"/>
                    <a:pt x="1506" y="4661"/>
                  </a:cubicBezTo>
                  <a:cubicBezTo>
                    <a:pt x="1428" y="4588"/>
                    <a:pt x="1130" y="4260"/>
                    <a:pt x="1130" y="3950"/>
                  </a:cubicBezTo>
                  <a:cubicBezTo>
                    <a:pt x="1130" y="3655"/>
                    <a:pt x="1410" y="3330"/>
                    <a:pt x="1506" y="3242"/>
                  </a:cubicBezTo>
                  <a:cubicBezTo>
                    <a:pt x="1582" y="3173"/>
                    <a:pt x="2259" y="2544"/>
                    <a:pt x="2259" y="1692"/>
                  </a:cubicBezTo>
                  <a:cubicBezTo>
                    <a:pt x="2259" y="842"/>
                    <a:pt x="1582" y="213"/>
                    <a:pt x="1506" y="144"/>
                  </a:cubicBezTo>
                  <a:cubicBezTo>
                    <a:pt x="1399" y="48"/>
                    <a:pt x="1265" y="1"/>
                    <a:pt x="1132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9" name="Google Shape;6133;p52">
              <a:extLst>
                <a:ext uri="{FF2B5EF4-FFF2-40B4-BE49-F238E27FC236}">
                  <a16:creationId xmlns:a16="http://schemas.microsoft.com/office/drawing/2014/main" id="{D05984B2-DD18-465C-A46E-2AF8768F5A6A}"/>
                </a:ext>
              </a:extLst>
            </p:cNvPr>
            <p:cNvSpPr/>
            <p:nvPr/>
          </p:nvSpPr>
          <p:spPr>
            <a:xfrm>
              <a:off x="4464775" y="4230875"/>
              <a:ext cx="395250" cy="57400"/>
            </a:xfrm>
            <a:custGeom>
              <a:avLst/>
              <a:gdLst/>
              <a:ahLst/>
              <a:cxnLst/>
              <a:rect l="l" t="t" r="r" b="b"/>
              <a:pathLst>
                <a:path w="15810" h="2296" extrusionOk="0">
                  <a:moveTo>
                    <a:pt x="567" y="1"/>
                  </a:moveTo>
                  <a:cubicBezTo>
                    <a:pt x="254" y="1"/>
                    <a:pt x="1" y="251"/>
                    <a:pt x="1" y="564"/>
                  </a:cubicBezTo>
                  <a:cubicBezTo>
                    <a:pt x="1" y="877"/>
                    <a:pt x="254" y="1130"/>
                    <a:pt x="567" y="1130"/>
                  </a:cubicBezTo>
                  <a:lnTo>
                    <a:pt x="1910" y="1130"/>
                  </a:lnTo>
                  <a:lnTo>
                    <a:pt x="2006" y="1359"/>
                  </a:lnTo>
                  <a:cubicBezTo>
                    <a:pt x="2291" y="1932"/>
                    <a:pt x="2875" y="2295"/>
                    <a:pt x="3516" y="2295"/>
                  </a:cubicBezTo>
                  <a:cubicBezTo>
                    <a:pt x="3519" y="2295"/>
                    <a:pt x="3521" y="2295"/>
                    <a:pt x="3524" y="2295"/>
                  </a:cubicBezTo>
                  <a:lnTo>
                    <a:pt x="12290" y="2295"/>
                  </a:lnTo>
                  <a:cubicBezTo>
                    <a:pt x="12292" y="2295"/>
                    <a:pt x="12295" y="2295"/>
                    <a:pt x="12298" y="2295"/>
                  </a:cubicBezTo>
                  <a:cubicBezTo>
                    <a:pt x="12936" y="2295"/>
                    <a:pt x="13520" y="1932"/>
                    <a:pt x="13804" y="1359"/>
                  </a:cubicBezTo>
                  <a:lnTo>
                    <a:pt x="13901" y="1130"/>
                  </a:lnTo>
                  <a:lnTo>
                    <a:pt x="15247" y="1130"/>
                  </a:lnTo>
                  <a:cubicBezTo>
                    <a:pt x="15557" y="1130"/>
                    <a:pt x="15810" y="877"/>
                    <a:pt x="15810" y="564"/>
                  </a:cubicBezTo>
                  <a:cubicBezTo>
                    <a:pt x="15810" y="251"/>
                    <a:pt x="15557" y="1"/>
                    <a:pt x="1524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40" name="Google Shape;6134;p52">
              <a:extLst>
                <a:ext uri="{FF2B5EF4-FFF2-40B4-BE49-F238E27FC236}">
                  <a16:creationId xmlns:a16="http://schemas.microsoft.com/office/drawing/2014/main" id="{635B9F2C-E452-43B0-AF55-E18163A8BF12}"/>
                </a:ext>
              </a:extLst>
            </p:cNvPr>
            <p:cNvSpPr/>
            <p:nvPr/>
          </p:nvSpPr>
          <p:spPr>
            <a:xfrm>
              <a:off x="4840675" y="4007300"/>
              <a:ext cx="101725" cy="166025"/>
            </a:xfrm>
            <a:custGeom>
              <a:avLst/>
              <a:gdLst/>
              <a:ahLst/>
              <a:cxnLst/>
              <a:rect l="l" t="t" r="r" b="b"/>
              <a:pathLst>
                <a:path w="4069" h="6641" extrusionOk="0">
                  <a:moveTo>
                    <a:pt x="1870" y="0"/>
                  </a:moveTo>
                  <a:cubicBezTo>
                    <a:pt x="1852" y="380"/>
                    <a:pt x="1837" y="759"/>
                    <a:pt x="1795" y="1130"/>
                  </a:cubicBezTo>
                  <a:cubicBezTo>
                    <a:pt x="1927" y="1181"/>
                    <a:pt x="2048" y="1256"/>
                    <a:pt x="2150" y="1355"/>
                  </a:cubicBezTo>
                  <a:cubicBezTo>
                    <a:pt x="2800" y="2006"/>
                    <a:pt x="2433" y="3469"/>
                    <a:pt x="1352" y="4550"/>
                  </a:cubicBezTo>
                  <a:cubicBezTo>
                    <a:pt x="1177" y="4722"/>
                    <a:pt x="991" y="4879"/>
                    <a:pt x="792" y="5017"/>
                  </a:cubicBezTo>
                  <a:cubicBezTo>
                    <a:pt x="566" y="5577"/>
                    <a:pt x="301" y="6119"/>
                    <a:pt x="0" y="6640"/>
                  </a:cubicBezTo>
                  <a:cubicBezTo>
                    <a:pt x="747" y="6429"/>
                    <a:pt x="1506" y="5993"/>
                    <a:pt x="2150" y="5348"/>
                  </a:cubicBezTo>
                  <a:cubicBezTo>
                    <a:pt x="3716" y="3782"/>
                    <a:pt x="4068" y="1678"/>
                    <a:pt x="2948" y="557"/>
                  </a:cubicBezTo>
                  <a:cubicBezTo>
                    <a:pt x="2656" y="268"/>
                    <a:pt x="2280" y="97"/>
                    <a:pt x="1870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41" name="Google Shape;6135;p52">
              <a:extLst>
                <a:ext uri="{FF2B5EF4-FFF2-40B4-BE49-F238E27FC236}">
                  <a16:creationId xmlns:a16="http://schemas.microsoft.com/office/drawing/2014/main" id="{040A4CFE-8B79-4E5D-8AA7-6619E5B2F0FF}"/>
                </a:ext>
              </a:extLst>
            </p:cNvPr>
            <p:cNvSpPr/>
            <p:nvPr/>
          </p:nvSpPr>
          <p:spPr>
            <a:xfrm>
              <a:off x="4464775" y="3976800"/>
              <a:ext cx="395250" cy="225875"/>
            </a:xfrm>
            <a:custGeom>
              <a:avLst/>
              <a:gdLst/>
              <a:ahLst/>
              <a:cxnLst/>
              <a:rect l="l" t="t" r="r" b="b"/>
              <a:pathLst>
                <a:path w="15810" h="9035" extrusionOk="0">
                  <a:moveTo>
                    <a:pt x="564" y="1"/>
                  </a:moveTo>
                  <a:cubicBezTo>
                    <a:pt x="254" y="1"/>
                    <a:pt x="1" y="251"/>
                    <a:pt x="1" y="564"/>
                  </a:cubicBezTo>
                  <a:cubicBezTo>
                    <a:pt x="1" y="3930"/>
                    <a:pt x="1157" y="7026"/>
                    <a:pt x="3075" y="9035"/>
                  </a:cubicBezTo>
                  <a:lnTo>
                    <a:pt x="12735" y="9035"/>
                  </a:lnTo>
                  <a:cubicBezTo>
                    <a:pt x="14654" y="7026"/>
                    <a:pt x="15810" y="3930"/>
                    <a:pt x="15810" y="564"/>
                  </a:cubicBezTo>
                  <a:cubicBezTo>
                    <a:pt x="15810" y="251"/>
                    <a:pt x="15557" y="1"/>
                    <a:pt x="1524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pic>
        <p:nvPicPr>
          <p:cNvPr id="17" name="Picture 16">
            <a:extLst>
              <a:ext uri="{FF2B5EF4-FFF2-40B4-BE49-F238E27FC236}">
                <a16:creationId xmlns:a16="http://schemas.microsoft.com/office/drawing/2014/main" id="{649DECE5-5A0E-420A-B2BF-13263102A0CB}"/>
              </a:ext>
            </a:extLst>
          </p:cNvPr>
          <p:cNvPicPr/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66680" y="896786"/>
            <a:ext cx="6290813" cy="30948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1931557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Google Shape;270;p24"/>
          <p:cNvSpPr txBox="1">
            <a:spLocks noGrp="1"/>
          </p:cNvSpPr>
          <p:nvPr>
            <p:ph type="ctrTitle"/>
          </p:nvPr>
        </p:nvSpPr>
        <p:spPr>
          <a:xfrm>
            <a:off x="151761" y="1365844"/>
            <a:ext cx="1766403" cy="796943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2000" dirty="0">
                <a:solidFill>
                  <a:srgbClr val="48FFD5"/>
                </a:solidFill>
                <a:latin typeface="Impact"/>
                <a:ea typeface="Impact"/>
                <a:cs typeface="Impact"/>
                <a:sym typeface="Impact"/>
              </a:rPr>
              <a:t>PENGKODEAN</a:t>
            </a:r>
            <a:br>
              <a:rPr lang="es" sz="2000" dirty="0">
                <a:solidFill>
                  <a:srgbClr val="48FFD5"/>
                </a:solidFill>
                <a:latin typeface="Impact"/>
                <a:ea typeface="Impact"/>
                <a:cs typeface="Impact"/>
                <a:sym typeface="Impact"/>
              </a:rPr>
            </a:br>
            <a:r>
              <a:rPr lang="es" sz="2000" dirty="0">
                <a:solidFill>
                  <a:srgbClr val="48FFD5"/>
                </a:solidFill>
                <a:latin typeface="Impact"/>
                <a:ea typeface="Impact"/>
                <a:cs typeface="Impact"/>
                <a:sym typeface="Impact"/>
              </a:rPr>
              <a:t>SYSTEM</a:t>
            </a:r>
            <a:endParaRPr sz="2000" dirty="0">
              <a:solidFill>
                <a:srgbClr val="48FFD5"/>
              </a:solidFill>
              <a:latin typeface="Impact"/>
              <a:ea typeface="Impact"/>
              <a:cs typeface="Impact"/>
              <a:sym typeface="Impact"/>
            </a:endParaRPr>
          </a:p>
        </p:txBody>
      </p:sp>
      <p:sp>
        <p:nvSpPr>
          <p:cNvPr id="25" name="Google Shape;270;p24">
            <a:extLst>
              <a:ext uri="{FF2B5EF4-FFF2-40B4-BE49-F238E27FC236}">
                <a16:creationId xmlns:a16="http://schemas.microsoft.com/office/drawing/2014/main" id="{826F4B58-B400-4659-B4CE-1684508A8953}"/>
              </a:ext>
            </a:extLst>
          </p:cNvPr>
          <p:cNvSpPr txBox="1">
            <a:spLocks/>
          </p:cNvSpPr>
          <p:nvPr/>
        </p:nvSpPr>
        <p:spPr>
          <a:xfrm>
            <a:off x="1646193" y="4446317"/>
            <a:ext cx="6935189" cy="5254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Roboto Black"/>
              <a:buNone/>
              <a:defRPr sz="3600" b="0" i="0" u="none" strike="noStrike" cap="none">
                <a:solidFill>
                  <a:srgbClr val="FFFFFF"/>
                </a:solidFill>
                <a:latin typeface="Roboto Black"/>
                <a:ea typeface="Roboto Black"/>
                <a:cs typeface="Roboto Black"/>
                <a:sym typeface="Roboto Black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00"/>
              <a:buFont typeface="Bree Serif"/>
              <a:buNone/>
              <a:defRPr sz="5200" b="1" i="0" u="none" strike="noStrike" cap="none">
                <a:solidFill>
                  <a:srgbClr val="FFFFFF"/>
                </a:solidFill>
                <a:latin typeface="Bree Serif"/>
                <a:ea typeface="Bree Serif"/>
                <a:cs typeface="Bree Serif"/>
                <a:sym typeface="Bree Serif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00"/>
              <a:buFont typeface="Bree Serif"/>
              <a:buNone/>
              <a:defRPr sz="5200" b="1" i="0" u="none" strike="noStrike" cap="none">
                <a:solidFill>
                  <a:srgbClr val="FFFFFF"/>
                </a:solidFill>
                <a:latin typeface="Bree Serif"/>
                <a:ea typeface="Bree Serif"/>
                <a:cs typeface="Bree Serif"/>
                <a:sym typeface="Bree Serif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00"/>
              <a:buFont typeface="Bree Serif"/>
              <a:buNone/>
              <a:defRPr sz="5200" b="1" i="0" u="none" strike="noStrike" cap="none">
                <a:solidFill>
                  <a:srgbClr val="FFFFFF"/>
                </a:solidFill>
                <a:latin typeface="Bree Serif"/>
                <a:ea typeface="Bree Serif"/>
                <a:cs typeface="Bree Serif"/>
                <a:sym typeface="Bree Serif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00"/>
              <a:buFont typeface="Bree Serif"/>
              <a:buNone/>
              <a:defRPr sz="5200" b="1" i="0" u="none" strike="noStrike" cap="none">
                <a:solidFill>
                  <a:srgbClr val="FFFFFF"/>
                </a:solidFill>
                <a:latin typeface="Bree Serif"/>
                <a:ea typeface="Bree Serif"/>
                <a:cs typeface="Bree Serif"/>
                <a:sym typeface="Bree Serif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00"/>
              <a:buFont typeface="Bree Serif"/>
              <a:buNone/>
              <a:defRPr sz="5200" b="1" i="0" u="none" strike="noStrike" cap="none">
                <a:solidFill>
                  <a:srgbClr val="FFFFFF"/>
                </a:solidFill>
                <a:latin typeface="Bree Serif"/>
                <a:ea typeface="Bree Serif"/>
                <a:cs typeface="Bree Serif"/>
                <a:sym typeface="Bree Serif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00"/>
              <a:buFont typeface="Bree Serif"/>
              <a:buNone/>
              <a:defRPr sz="5200" b="1" i="0" u="none" strike="noStrike" cap="none">
                <a:solidFill>
                  <a:srgbClr val="FFFFFF"/>
                </a:solidFill>
                <a:latin typeface="Bree Serif"/>
                <a:ea typeface="Bree Serif"/>
                <a:cs typeface="Bree Serif"/>
                <a:sym typeface="Bree Serif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00"/>
              <a:buFont typeface="Bree Serif"/>
              <a:buNone/>
              <a:defRPr sz="5200" b="1" i="0" u="none" strike="noStrike" cap="none">
                <a:solidFill>
                  <a:srgbClr val="FFFFFF"/>
                </a:solidFill>
                <a:latin typeface="Bree Serif"/>
                <a:ea typeface="Bree Serif"/>
                <a:cs typeface="Bree Serif"/>
                <a:sym typeface="Bree Serif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00"/>
              <a:buFont typeface="Bree Serif"/>
              <a:buNone/>
              <a:defRPr sz="5200" b="1" i="0" u="none" strike="noStrike" cap="none">
                <a:solidFill>
                  <a:srgbClr val="FFFFFF"/>
                </a:solidFill>
                <a:latin typeface="Bree Serif"/>
                <a:ea typeface="Bree Serif"/>
                <a:cs typeface="Bree Serif"/>
                <a:sym typeface="Bree Serif"/>
              </a:defRPr>
            </a:lvl9pPr>
          </a:lstStyle>
          <a:p>
            <a:pPr algn="ctr"/>
            <a:r>
              <a:rPr lang="en-US" sz="2000" dirty="0" err="1">
                <a:solidFill>
                  <a:schemeClr val="accent6"/>
                </a:solidFill>
                <a:latin typeface="Impact"/>
                <a:ea typeface="Impact"/>
                <a:cs typeface="Impact"/>
                <a:sym typeface="Impact"/>
              </a:rPr>
              <a:t>Tampilan</a:t>
            </a:r>
            <a:r>
              <a:rPr lang="en-US" sz="2000" dirty="0">
                <a:solidFill>
                  <a:schemeClr val="accent6"/>
                </a:solidFill>
                <a:latin typeface="Impact"/>
                <a:ea typeface="Impact"/>
                <a:cs typeface="Impact"/>
                <a:sym typeface="Impact"/>
              </a:rPr>
              <a:t> Home</a:t>
            </a:r>
            <a:br>
              <a:rPr lang="en-US" sz="2000" dirty="0">
                <a:solidFill>
                  <a:schemeClr val="accent6"/>
                </a:solidFill>
                <a:latin typeface="Impact"/>
                <a:ea typeface="Impact"/>
                <a:cs typeface="Impact"/>
                <a:sym typeface="Impact"/>
              </a:rPr>
            </a:br>
            <a:r>
              <a:rPr lang="en-US" sz="2000" dirty="0">
                <a:solidFill>
                  <a:schemeClr val="accent6"/>
                </a:solidFill>
                <a:latin typeface="Impact"/>
                <a:ea typeface="Impact"/>
                <a:cs typeface="Impact"/>
                <a:sym typeface="Impact"/>
              </a:rPr>
              <a:t>#faq</a:t>
            </a:r>
          </a:p>
        </p:txBody>
      </p:sp>
      <p:grpSp>
        <p:nvGrpSpPr>
          <p:cNvPr id="30" name="Google Shape;6112;p52">
            <a:extLst>
              <a:ext uri="{FF2B5EF4-FFF2-40B4-BE49-F238E27FC236}">
                <a16:creationId xmlns:a16="http://schemas.microsoft.com/office/drawing/2014/main" id="{4242C9B3-416D-4F66-94F9-B3F98CC371D5}"/>
              </a:ext>
            </a:extLst>
          </p:cNvPr>
          <p:cNvGrpSpPr/>
          <p:nvPr/>
        </p:nvGrpSpPr>
        <p:grpSpPr>
          <a:xfrm>
            <a:off x="620986" y="968837"/>
            <a:ext cx="346347" cy="339623"/>
            <a:chOff x="1490050" y="3805975"/>
            <a:chExt cx="491900" cy="482350"/>
          </a:xfrm>
          <a:solidFill>
            <a:schemeClr val="accent6"/>
          </a:solidFill>
        </p:grpSpPr>
        <p:sp>
          <p:nvSpPr>
            <p:cNvPr id="31" name="Google Shape;6113;p52">
              <a:extLst>
                <a:ext uri="{FF2B5EF4-FFF2-40B4-BE49-F238E27FC236}">
                  <a16:creationId xmlns:a16="http://schemas.microsoft.com/office/drawing/2014/main" id="{11609D5E-D4DF-47AE-85C3-093C27A5AC44}"/>
                </a:ext>
              </a:extLst>
            </p:cNvPr>
            <p:cNvSpPr/>
            <p:nvPr/>
          </p:nvSpPr>
          <p:spPr>
            <a:xfrm>
              <a:off x="1541775" y="3877050"/>
              <a:ext cx="302500" cy="277225"/>
            </a:xfrm>
            <a:custGeom>
              <a:avLst/>
              <a:gdLst/>
              <a:ahLst/>
              <a:cxnLst/>
              <a:rect l="l" t="t" r="r" b="b"/>
              <a:pathLst>
                <a:path w="12100" h="11089" extrusionOk="0">
                  <a:moveTo>
                    <a:pt x="10512" y="1"/>
                  </a:moveTo>
                  <a:lnTo>
                    <a:pt x="0" y="10513"/>
                  </a:lnTo>
                  <a:cubicBezTo>
                    <a:pt x="207" y="10475"/>
                    <a:pt x="415" y="10456"/>
                    <a:pt x="622" y="10456"/>
                  </a:cubicBezTo>
                  <a:cubicBezTo>
                    <a:pt x="1327" y="10456"/>
                    <a:pt x="2020" y="10674"/>
                    <a:pt x="2602" y="11088"/>
                  </a:cubicBezTo>
                  <a:lnTo>
                    <a:pt x="12099" y="1588"/>
                  </a:lnTo>
                  <a:lnTo>
                    <a:pt x="10512" y="1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2" name="Google Shape;6114;p52">
              <a:extLst>
                <a:ext uri="{FF2B5EF4-FFF2-40B4-BE49-F238E27FC236}">
                  <a16:creationId xmlns:a16="http://schemas.microsoft.com/office/drawing/2014/main" id="{59ED7026-E90B-4C60-BA0D-9CA344A6C55D}"/>
                </a:ext>
              </a:extLst>
            </p:cNvPr>
            <p:cNvSpPr/>
            <p:nvPr/>
          </p:nvSpPr>
          <p:spPr>
            <a:xfrm>
              <a:off x="1824450" y="3805975"/>
              <a:ext cx="157500" cy="150525"/>
            </a:xfrm>
            <a:custGeom>
              <a:avLst/>
              <a:gdLst/>
              <a:ahLst/>
              <a:cxnLst/>
              <a:rect l="l" t="t" r="r" b="b"/>
              <a:pathLst>
                <a:path w="6300" h="6021" extrusionOk="0">
                  <a:moveTo>
                    <a:pt x="3211" y="0"/>
                  </a:moveTo>
                  <a:cubicBezTo>
                    <a:pt x="2484" y="0"/>
                    <a:pt x="1758" y="281"/>
                    <a:pt x="1208" y="841"/>
                  </a:cubicBezTo>
                  <a:lnTo>
                    <a:pt x="0" y="2049"/>
                  </a:lnTo>
                  <a:lnTo>
                    <a:pt x="3972" y="6021"/>
                  </a:lnTo>
                  <a:lnTo>
                    <a:pt x="5180" y="4813"/>
                  </a:lnTo>
                  <a:cubicBezTo>
                    <a:pt x="6294" y="3717"/>
                    <a:pt x="6300" y="1925"/>
                    <a:pt x="5198" y="823"/>
                  </a:cubicBezTo>
                  <a:cubicBezTo>
                    <a:pt x="4649" y="274"/>
                    <a:pt x="3930" y="0"/>
                    <a:pt x="321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3" name="Google Shape;6115;p52">
              <a:extLst>
                <a:ext uri="{FF2B5EF4-FFF2-40B4-BE49-F238E27FC236}">
                  <a16:creationId xmlns:a16="http://schemas.microsoft.com/office/drawing/2014/main" id="{A35A982C-2D4F-4CB8-B29F-2E416F5AFF55}"/>
                </a:ext>
              </a:extLst>
            </p:cNvPr>
            <p:cNvSpPr/>
            <p:nvPr/>
          </p:nvSpPr>
          <p:spPr>
            <a:xfrm>
              <a:off x="1626675" y="3936600"/>
              <a:ext cx="277225" cy="302600"/>
            </a:xfrm>
            <a:custGeom>
              <a:avLst/>
              <a:gdLst/>
              <a:ahLst/>
              <a:cxnLst/>
              <a:rect l="l" t="t" r="r" b="b"/>
              <a:pathLst>
                <a:path w="11089" h="12104" extrusionOk="0">
                  <a:moveTo>
                    <a:pt x="9501" y="1"/>
                  </a:moveTo>
                  <a:lnTo>
                    <a:pt x="1" y="9501"/>
                  </a:lnTo>
                  <a:cubicBezTo>
                    <a:pt x="537" y="10254"/>
                    <a:pt x="745" y="11194"/>
                    <a:pt x="576" y="12103"/>
                  </a:cubicBezTo>
                  <a:lnTo>
                    <a:pt x="11088" y="1591"/>
                  </a:lnTo>
                  <a:lnTo>
                    <a:pt x="9501" y="1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4" name="Google Shape;6116;p52">
              <a:extLst>
                <a:ext uri="{FF2B5EF4-FFF2-40B4-BE49-F238E27FC236}">
                  <a16:creationId xmlns:a16="http://schemas.microsoft.com/office/drawing/2014/main" id="{196F6B18-F506-4B4E-A071-E20ACFB5D390}"/>
                </a:ext>
              </a:extLst>
            </p:cNvPr>
            <p:cNvSpPr/>
            <p:nvPr/>
          </p:nvSpPr>
          <p:spPr>
            <a:xfrm>
              <a:off x="1490050" y="4166500"/>
              <a:ext cx="129950" cy="121825"/>
            </a:xfrm>
            <a:custGeom>
              <a:avLst/>
              <a:gdLst/>
              <a:ahLst/>
              <a:cxnLst/>
              <a:rect l="l" t="t" r="r" b="b"/>
              <a:pathLst>
                <a:path w="5198" h="4873" extrusionOk="0">
                  <a:moveTo>
                    <a:pt x="2693" y="0"/>
                  </a:moveTo>
                  <a:cubicBezTo>
                    <a:pt x="2243" y="0"/>
                    <a:pt x="1790" y="133"/>
                    <a:pt x="1398" y="405"/>
                  </a:cubicBezTo>
                  <a:lnTo>
                    <a:pt x="1398" y="402"/>
                  </a:lnTo>
                  <a:lnTo>
                    <a:pt x="741" y="2446"/>
                  </a:lnTo>
                  <a:lnTo>
                    <a:pt x="139" y="4118"/>
                  </a:lnTo>
                  <a:cubicBezTo>
                    <a:pt x="0" y="4500"/>
                    <a:pt x="295" y="4872"/>
                    <a:pt x="664" y="4872"/>
                  </a:cubicBezTo>
                  <a:cubicBezTo>
                    <a:pt x="727" y="4872"/>
                    <a:pt x="793" y="4861"/>
                    <a:pt x="859" y="4837"/>
                  </a:cubicBezTo>
                  <a:lnTo>
                    <a:pt x="2530" y="4235"/>
                  </a:lnTo>
                  <a:lnTo>
                    <a:pt x="4574" y="3579"/>
                  </a:lnTo>
                  <a:cubicBezTo>
                    <a:pt x="5198" y="2672"/>
                    <a:pt x="5086" y="1450"/>
                    <a:pt x="4306" y="670"/>
                  </a:cubicBezTo>
                  <a:cubicBezTo>
                    <a:pt x="3866" y="228"/>
                    <a:pt x="3282" y="0"/>
                    <a:pt x="269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35" name="Google Shape;6129;p52">
            <a:extLst>
              <a:ext uri="{FF2B5EF4-FFF2-40B4-BE49-F238E27FC236}">
                <a16:creationId xmlns:a16="http://schemas.microsoft.com/office/drawing/2014/main" id="{4E8D1AE9-D5D3-4153-AD8C-91034433756A}"/>
              </a:ext>
            </a:extLst>
          </p:cNvPr>
          <p:cNvGrpSpPr/>
          <p:nvPr/>
        </p:nvGrpSpPr>
        <p:grpSpPr>
          <a:xfrm>
            <a:off x="1150434" y="968824"/>
            <a:ext cx="336296" cy="339235"/>
            <a:chOff x="4464775" y="3806475"/>
            <a:chExt cx="477625" cy="481800"/>
          </a:xfrm>
          <a:solidFill>
            <a:schemeClr val="accent6"/>
          </a:solidFill>
        </p:grpSpPr>
        <p:sp>
          <p:nvSpPr>
            <p:cNvPr id="36" name="Google Shape;6130;p52">
              <a:extLst>
                <a:ext uri="{FF2B5EF4-FFF2-40B4-BE49-F238E27FC236}">
                  <a16:creationId xmlns:a16="http://schemas.microsoft.com/office/drawing/2014/main" id="{2AB43A0A-5026-4A23-834F-AF469F1DAD51}"/>
                </a:ext>
              </a:extLst>
            </p:cNvPr>
            <p:cNvSpPr/>
            <p:nvPr/>
          </p:nvSpPr>
          <p:spPr>
            <a:xfrm>
              <a:off x="4726375" y="3806475"/>
              <a:ext cx="56500" cy="141125"/>
            </a:xfrm>
            <a:custGeom>
              <a:avLst/>
              <a:gdLst/>
              <a:ahLst/>
              <a:cxnLst/>
              <a:rect l="l" t="t" r="r" b="b"/>
              <a:pathLst>
                <a:path w="2260" h="5645" extrusionOk="0">
                  <a:moveTo>
                    <a:pt x="1133" y="1"/>
                  </a:moveTo>
                  <a:cubicBezTo>
                    <a:pt x="978" y="1"/>
                    <a:pt x="823" y="64"/>
                    <a:pt x="712" y="189"/>
                  </a:cubicBezTo>
                  <a:cubicBezTo>
                    <a:pt x="504" y="421"/>
                    <a:pt x="522" y="776"/>
                    <a:pt x="754" y="984"/>
                  </a:cubicBezTo>
                  <a:cubicBezTo>
                    <a:pt x="832" y="1056"/>
                    <a:pt x="1130" y="1385"/>
                    <a:pt x="1130" y="1695"/>
                  </a:cubicBezTo>
                  <a:cubicBezTo>
                    <a:pt x="1130" y="1990"/>
                    <a:pt x="850" y="2315"/>
                    <a:pt x="754" y="2402"/>
                  </a:cubicBezTo>
                  <a:cubicBezTo>
                    <a:pt x="678" y="2472"/>
                    <a:pt x="1" y="3101"/>
                    <a:pt x="1" y="3953"/>
                  </a:cubicBezTo>
                  <a:cubicBezTo>
                    <a:pt x="1" y="4802"/>
                    <a:pt x="675" y="5432"/>
                    <a:pt x="754" y="5501"/>
                  </a:cubicBezTo>
                  <a:cubicBezTo>
                    <a:pt x="861" y="5597"/>
                    <a:pt x="995" y="5644"/>
                    <a:pt x="1128" y="5644"/>
                  </a:cubicBezTo>
                  <a:cubicBezTo>
                    <a:pt x="1283" y="5644"/>
                    <a:pt x="1437" y="5580"/>
                    <a:pt x="1549" y="5456"/>
                  </a:cubicBezTo>
                  <a:cubicBezTo>
                    <a:pt x="1757" y="5224"/>
                    <a:pt x="1735" y="4869"/>
                    <a:pt x="1507" y="4661"/>
                  </a:cubicBezTo>
                  <a:cubicBezTo>
                    <a:pt x="1428" y="4588"/>
                    <a:pt x="1130" y="4260"/>
                    <a:pt x="1130" y="3950"/>
                  </a:cubicBezTo>
                  <a:cubicBezTo>
                    <a:pt x="1130" y="3655"/>
                    <a:pt x="1410" y="3330"/>
                    <a:pt x="1507" y="3242"/>
                  </a:cubicBezTo>
                  <a:cubicBezTo>
                    <a:pt x="1585" y="3173"/>
                    <a:pt x="2259" y="2544"/>
                    <a:pt x="2259" y="1692"/>
                  </a:cubicBezTo>
                  <a:cubicBezTo>
                    <a:pt x="2259" y="842"/>
                    <a:pt x="1585" y="213"/>
                    <a:pt x="1507" y="144"/>
                  </a:cubicBezTo>
                  <a:cubicBezTo>
                    <a:pt x="1399" y="48"/>
                    <a:pt x="1266" y="1"/>
                    <a:pt x="113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7" name="Google Shape;6131;p52">
              <a:extLst>
                <a:ext uri="{FF2B5EF4-FFF2-40B4-BE49-F238E27FC236}">
                  <a16:creationId xmlns:a16="http://schemas.microsoft.com/office/drawing/2014/main" id="{DC1FA845-5EB4-4183-AC92-FE3D1DF03E84}"/>
                </a:ext>
              </a:extLst>
            </p:cNvPr>
            <p:cNvSpPr/>
            <p:nvPr/>
          </p:nvSpPr>
          <p:spPr>
            <a:xfrm>
              <a:off x="4641700" y="3806475"/>
              <a:ext cx="56475" cy="141125"/>
            </a:xfrm>
            <a:custGeom>
              <a:avLst/>
              <a:gdLst/>
              <a:ahLst/>
              <a:cxnLst/>
              <a:rect l="l" t="t" r="r" b="b"/>
              <a:pathLst>
                <a:path w="2259" h="5645" extrusionOk="0">
                  <a:moveTo>
                    <a:pt x="1132" y="1"/>
                  </a:moveTo>
                  <a:cubicBezTo>
                    <a:pt x="977" y="1"/>
                    <a:pt x="823" y="64"/>
                    <a:pt x="711" y="189"/>
                  </a:cubicBezTo>
                  <a:cubicBezTo>
                    <a:pt x="503" y="421"/>
                    <a:pt x="521" y="776"/>
                    <a:pt x="753" y="984"/>
                  </a:cubicBezTo>
                  <a:cubicBezTo>
                    <a:pt x="831" y="1056"/>
                    <a:pt x="1130" y="1385"/>
                    <a:pt x="1130" y="1695"/>
                  </a:cubicBezTo>
                  <a:cubicBezTo>
                    <a:pt x="1130" y="1990"/>
                    <a:pt x="849" y="2315"/>
                    <a:pt x="753" y="2402"/>
                  </a:cubicBezTo>
                  <a:cubicBezTo>
                    <a:pt x="678" y="2472"/>
                    <a:pt x="0" y="3101"/>
                    <a:pt x="0" y="3953"/>
                  </a:cubicBezTo>
                  <a:cubicBezTo>
                    <a:pt x="0" y="4802"/>
                    <a:pt x="675" y="5432"/>
                    <a:pt x="753" y="5501"/>
                  </a:cubicBezTo>
                  <a:cubicBezTo>
                    <a:pt x="860" y="5597"/>
                    <a:pt x="994" y="5644"/>
                    <a:pt x="1127" y="5644"/>
                  </a:cubicBezTo>
                  <a:cubicBezTo>
                    <a:pt x="1282" y="5644"/>
                    <a:pt x="1436" y="5580"/>
                    <a:pt x="1548" y="5456"/>
                  </a:cubicBezTo>
                  <a:cubicBezTo>
                    <a:pt x="1756" y="5224"/>
                    <a:pt x="1735" y="4869"/>
                    <a:pt x="1506" y="4661"/>
                  </a:cubicBezTo>
                  <a:cubicBezTo>
                    <a:pt x="1428" y="4588"/>
                    <a:pt x="1130" y="4260"/>
                    <a:pt x="1130" y="3950"/>
                  </a:cubicBezTo>
                  <a:cubicBezTo>
                    <a:pt x="1130" y="3655"/>
                    <a:pt x="1410" y="3330"/>
                    <a:pt x="1506" y="3242"/>
                  </a:cubicBezTo>
                  <a:cubicBezTo>
                    <a:pt x="1581" y="3173"/>
                    <a:pt x="2259" y="2544"/>
                    <a:pt x="2259" y="1692"/>
                  </a:cubicBezTo>
                  <a:cubicBezTo>
                    <a:pt x="2259" y="842"/>
                    <a:pt x="1581" y="213"/>
                    <a:pt x="1506" y="144"/>
                  </a:cubicBezTo>
                  <a:cubicBezTo>
                    <a:pt x="1399" y="48"/>
                    <a:pt x="1265" y="1"/>
                    <a:pt x="1132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8" name="Google Shape;6132;p52">
              <a:extLst>
                <a:ext uri="{FF2B5EF4-FFF2-40B4-BE49-F238E27FC236}">
                  <a16:creationId xmlns:a16="http://schemas.microsoft.com/office/drawing/2014/main" id="{7E59AEB5-98E4-46AE-BC74-EEE2BE6432FD}"/>
                </a:ext>
              </a:extLst>
            </p:cNvPr>
            <p:cNvSpPr/>
            <p:nvPr/>
          </p:nvSpPr>
          <p:spPr>
            <a:xfrm>
              <a:off x="4557000" y="3806475"/>
              <a:ext cx="56500" cy="141125"/>
            </a:xfrm>
            <a:custGeom>
              <a:avLst/>
              <a:gdLst/>
              <a:ahLst/>
              <a:cxnLst/>
              <a:rect l="l" t="t" r="r" b="b"/>
              <a:pathLst>
                <a:path w="2260" h="5645" extrusionOk="0">
                  <a:moveTo>
                    <a:pt x="1132" y="1"/>
                  </a:moveTo>
                  <a:cubicBezTo>
                    <a:pt x="977" y="1"/>
                    <a:pt x="823" y="64"/>
                    <a:pt x="711" y="189"/>
                  </a:cubicBezTo>
                  <a:cubicBezTo>
                    <a:pt x="504" y="421"/>
                    <a:pt x="522" y="776"/>
                    <a:pt x="753" y="984"/>
                  </a:cubicBezTo>
                  <a:cubicBezTo>
                    <a:pt x="832" y="1056"/>
                    <a:pt x="1130" y="1385"/>
                    <a:pt x="1130" y="1695"/>
                  </a:cubicBezTo>
                  <a:cubicBezTo>
                    <a:pt x="1130" y="1990"/>
                    <a:pt x="850" y="2315"/>
                    <a:pt x="753" y="2402"/>
                  </a:cubicBezTo>
                  <a:cubicBezTo>
                    <a:pt x="678" y="2472"/>
                    <a:pt x="1" y="3101"/>
                    <a:pt x="1" y="3953"/>
                  </a:cubicBezTo>
                  <a:cubicBezTo>
                    <a:pt x="1" y="4802"/>
                    <a:pt x="675" y="5432"/>
                    <a:pt x="753" y="5501"/>
                  </a:cubicBezTo>
                  <a:cubicBezTo>
                    <a:pt x="861" y="5597"/>
                    <a:pt x="994" y="5644"/>
                    <a:pt x="1127" y="5644"/>
                  </a:cubicBezTo>
                  <a:cubicBezTo>
                    <a:pt x="1282" y="5644"/>
                    <a:pt x="1437" y="5580"/>
                    <a:pt x="1548" y="5456"/>
                  </a:cubicBezTo>
                  <a:cubicBezTo>
                    <a:pt x="1756" y="5224"/>
                    <a:pt x="1735" y="4869"/>
                    <a:pt x="1506" y="4661"/>
                  </a:cubicBezTo>
                  <a:cubicBezTo>
                    <a:pt x="1428" y="4588"/>
                    <a:pt x="1130" y="4260"/>
                    <a:pt x="1130" y="3950"/>
                  </a:cubicBezTo>
                  <a:cubicBezTo>
                    <a:pt x="1130" y="3655"/>
                    <a:pt x="1410" y="3330"/>
                    <a:pt x="1506" y="3242"/>
                  </a:cubicBezTo>
                  <a:cubicBezTo>
                    <a:pt x="1582" y="3173"/>
                    <a:pt x="2259" y="2544"/>
                    <a:pt x="2259" y="1692"/>
                  </a:cubicBezTo>
                  <a:cubicBezTo>
                    <a:pt x="2259" y="842"/>
                    <a:pt x="1582" y="213"/>
                    <a:pt x="1506" y="144"/>
                  </a:cubicBezTo>
                  <a:cubicBezTo>
                    <a:pt x="1399" y="48"/>
                    <a:pt x="1265" y="1"/>
                    <a:pt x="1132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9" name="Google Shape;6133;p52">
              <a:extLst>
                <a:ext uri="{FF2B5EF4-FFF2-40B4-BE49-F238E27FC236}">
                  <a16:creationId xmlns:a16="http://schemas.microsoft.com/office/drawing/2014/main" id="{D05984B2-DD18-465C-A46E-2AF8768F5A6A}"/>
                </a:ext>
              </a:extLst>
            </p:cNvPr>
            <p:cNvSpPr/>
            <p:nvPr/>
          </p:nvSpPr>
          <p:spPr>
            <a:xfrm>
              <a:off x="4464775" y="4230875"/>
              <a:ext cx="395250" cy="57400"/>
            </a:xfrm>
            <a:custGeom>
              <a:avLst/>
              <a:gdLst/>
              <a:ahLst/>
              <a:cxnLst/>
              <a:rect l="l" t="t" r="r" b="b"/>
              <a:pathLst>
                <a:path w="15810" h="2296" extrusionOk="0">
                  <a:moveTo>
                    <a:pt x="567" y="1"/>
                  </a:moveTo>
                  <a:cubicBezTo>
                    <a:pt x="254" y="1"/>
                    <a:pt x="1" y="251"/>
                    <a:pt x="1" y="564"/>
                  </a:cubicBezTo>
                  <a:cubicBezTo>
                    <a:pt x="1" y="877"/>
                    <a:pt x="254" y="1130"/>
                    <a:pt x="567" y="1130"/>
                  </a:cubicBezTo>
                  <a:lnTo>
                    <a:pt x="1910" y="1130"/>
                  </a:lnTo>
                  <a:lnTo>
                    <a:pt x="2006" y="1359"/>
                  </a:lnTo>
                  <a:cubicBezTo>
                    <a:pt x="2291" y="1932"/>
                    <a:pt x="2875" y="2295"/>
                    <a:pt x="3516" y="2295"/>
                  </a:cubicBezTo>
                  <a:cubicBezTo>
                    <a:pt x="3519" y="2295"/>
                    <a:pt x="3521" y="2295"/>
                    <a:pt x="3524" y="2295"/>
                  </a:cubicBezTo>
                  <a:lnTo>
                    <a:pt x="12290" y="2295"/>
                  </a:lnTo>
                  <a:cubicBezTo>
                    <a:pt x="12292" y="2295"/>
                    <a:pt x="12295" y="2295"/>
                    <a:pt x="12298" y="2295"/>
                  </a:cubicBezTo>
                  <a:cubicBezTo>
                    <a:pt x="12936" y="2295"/>
                    <a:pt x="13520" y="1932"/>
                    <a:pt x="13804" y="1359"/>
                  </a:cubicBezTo>
                  <a:lnTo>
                    <a:pt x="13901" y="1130"/>
                  </a:lnTo>
                  <a:lnTo>
                    <a:pt x="15247" y="1130"/>
                  </a:lnTo>
                  <a:cubicBezTo>
                    <a:pt x="15557" y="1130"/>
                    <a:pt x="15810" y="877"/>
                    <a:pt x="15810" y="564"/>
                  </a:cubicBezTo>
                  <a:cubicBezTo>
                    <a:pt x="15810" y="251"/>
                    <a:pt x="15557" y="1"/>
                    <a:pt x="1524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40" name="Google Shape;6134;p52">
              <a:extLst>
                <a:ext uri="{FF2B5EF4-FFF2-40B4-BE49-F238E27FC236}">
                  <a16:creationId xmlns:a16="http://schemas.microsoft.com/office/drawing/2014/main" id="{635B9F2C-E452-43B0-AF55-E18163A8BF12}"/>
                </a:ext>
              </a:extLst>
            </p:cNvPr>
            <p:cNvSpPr/>
            <p:nvPr/>
          </p:nvSpPr>
          <p:spPr>
            <a:xfrm>
              <a:off x="4840675" y="4007300"/>
              <a:ext cx="101725" cy="166025"/>
            </a:xfrm>
            <a:custGeom>
              <a:avLst/>
              <a:gdLst/>
              <a:ahLst/>
              <a:cxnLst/>
              <a:rect l="l" t="t" r="r" b="b"/>
              <a:pathLst>
                <a:path w="4069" h="6641" extrusionOk="0">
                  <a:moveTo>
                    <a:pt x="1870" y="0"/>
                  </a:moveTo>
                  <a:cubicBezTo>
                    <a:pt x="1852" y="380"/>
                    <a:pt x="1837" y="759"/>
                    <a:pt x="1795" y="1130"/>
                  </a:cubicBezTo>
                  <a:cubicBezTo>
                    <a:pt x="1927" y="1181"/>
                    <a:pt x="2048" y="1256"/>
                    <a:pt x="2150" y="1355"/>
                  </a:cubicBezTo>
                  <a:cubicBezTo>
                    <a:pt x="2800" y="2006"/>
                    <a:pt x="2433" y="3469"/>
                    <a:pt x="1352" y="4550"/>
                  </a:cubicBezTo>
                  <a:cubicBezTo>
                    <a:pt x="1177" y="4722"/>
                    <a:pt x="991" y="4879"/>
                    <a:pt x="792" y="5017"/>
                  </a:cubicBezTo>
                  <a:cubicBezTo>
                    <a:pt x="566" y="5577"/>
                    <a:pt x="301" y="6119"/>
                    <a:pt x="0" y="6640"/>
                  </a:cubicBezTo>
                  <a:cubicBezTo>
                    <a:pt x="747" y="6429"/>
                    <a:pt x="1506" y="5993"/>
                    <a:pt x="2150" y="5348"/>
                  </a:cubicBezTo>
                  <a:cubicBezTo>
                    <a:pt x="3716" y="3782"/>
                    <a:pt x="4068" y="1678"/>
                    <a:pt x="2948" y="557"/>
                  </a:cubicBezTo>
                  <a:cubicBezTo>
                    <a:pt x="2656" y="268"/>
                    <a:pt x="2280" y="97"/>
                    <a:pt x="1870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41" name="Google Shape;6135;p52">
              <a:extLst>
                <a:ext uri="{FF2B5EF4-FFF2-40B4-BE49-F238E27FC236}">
                  <a16:creationId xmlns:a16="http://schemas.microsoft.com/office/drawing/2014/main" id="{040A4CFE-8B79-4E5D-8AA7-6619E5B2F0FF}"/>
                </a:ext>
              </a:extLst>
            </p:cNvPr>
            <p:cNvSpPr/>
            <p:nvPr/>
          </p:nvSpPr>
          <p:spPr>
            <a:xfrm>
              <a:off x="4464775" y="3976800"/>
              <a:ext cx="395250" cy="225875"/>
            </a:xfrm>
            <a:custGeom>
              <a:avLst/>
              <a:gdLst/>
              <a:ahLst/>
              <a:cxnLst/>
              <a:rect l="l" t="t" r="r" b="b"/>
              <a:pathLst>
                <a:path w="15810" h="9035" extrusionOk="0">
                  <a:moveTo>
                    <a:pt x="564" y="1"/>
                  </a:moveTo>
                  <a:cubicBezTo>
                    <a:pt x="254" y="1"/>
                    <a:pt x="1" y="251"/>
                    <a:pt x="1" y="564"/>
                  </a:cubicBezTo>
                  <a:cubicBezTo>
                    <a:pt x="1" y="3930"/>
                    <a:pt x="1157" y="7026"/>
                    <a:pt x="3075" y="9035"/>
                  </a:cubicBezTo>
                  <a:lnTo>
                    <a:pt x="12735" y="9035"/>
                  </a:lnTo>
                  <a:cubicBezTo>
                    <a:pt x="14654" y="7026"/>
                    <a:pt x="15810" y="3930"/>
                    <a:pt x="15810" y="564"/>
                  </a:cubicBezTo>
                  <a:cubicBezTo>
                    <a:pt x="15810" y="251"/>
                    <a:pt x="15557" y="1"/>
                    <a:pt x="1524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pic>
        <p:nvPicPr>
          <p:cNvPr id="18" name="Picture 17">
            <a:extLst>
              <a:ext uri="{FF2B5EF4-FFF2-40B4-BE49-F238E27FC236}">
                <a16:creationId xmlns:a16="http://schemas.microsoft.com/office/drawing/2014/main" id="{1533C3A8-7E76-4D03-89BA-89E1CAC8DCA5}"/>
              </a:ext>
            </a:extLst>
          </p:cNvPr>
          <p:cNvPicPr/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50874" y="639412"/>
            <a:ext cx="6465046" cy="35152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21947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Google Shape;270;p24"/>
          <p:cNvSpPr txBox="1">
            <a:spLocks noGrp="1"/>
          </p:cNvSpPr>
          <p:nvPr>
            <p:ph type="ctrTitle"/>
          </p:nvPr>
        </p:nvSpPr>
        <p:spPr>
          <a:xfrm>
            <a:off x="151761" y="1365844"/>
            <a:ext cx="1766403" cy="796943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2000" dirty="0">
                <a:solidFill>
                  <a:srgbClr val="48FFD5"/>
                </a:solidFill>
                <a:latin typeface="Impact"/>
                <a:ea typeface="Impact"/>
                <a:cs typeface="Impact"/>
                <a:sym typeface="Impact"/>
              </a:rPr>
              <a:t>PENGKODEAN</a:t>
            </a:r>
            <a:br>
              <a:rPr lang="es" sz="2000" dirty="0">
                <a:solidFill>
                  <a:srgbClr val="48FFD5"/>
                </a:solidFill>
                <a:latin typeface="Impact"/>
                <a:ea typeface="Impact"/>
                <a:cs typeface="Impact"/>
                <a:sym typeface="Impact"/>
              </a:rPr>
            </a:br>
            <a:r>
              <a:rPr lang="es" sz="2000" dirty="0">
                <a:solidFill>
                  <a:srgbClr val="48FFD5"/>
                </a:solidFill>
                <a:latin typeface="Impact"/>
                <a:ea typeface="Impact"/>
                <a:cs typeface="Impact"/>
                <a:sym typeface="Impact"/>
              </a:rPr>
              <a:t>SYSTEM</a:t>
            </a:r>
            <a:endParaRPr sz="2000" dirty="0">
              <a:solidFill>
                <a:srgbClr val="48FFD5"/>
              </a:solidFill>
              <a:latin typeface="Impact"/>
              <a:ea typeface="Impact"/>
              <a:cs typeface="Impact"/>
              <a:sym typeface="Impact"/>
            </a:endParaRPr>
          </a:p>
        </p:txBody>
      </p:sp>
      <p:sp>
        <p:nvSpPr>
          <p:cNvPr id="25" name="Google Shape;270;p24">
            <a:extLst>
              <a:ext uri="{FF2B5EF4-FFF2-40B4-BE49-F238E27FC236}">
                <a16:creationId xmlns:a16="http://schemas.microsoft.com/office/drawing/2014/main" id="{826F4B58-B400-4659-B4CE-1684508A8953}"/>
              </a:ext>
            </a:extLst>
          </p:cNvPr>
          <p:cNvSpPr txBox="1">
            <a:spLocks/>
          </p:cNvSpPr>
          <p:nvPr/>
        </p:nvSpPr>
        <p:spPr>
          <a:xfrm>
            <a:off x="1646193" y="4446317"/>
            <a:ext cx="6935189" cy="5254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Roboto Black"/>
              <a:buNone/>
              <a:defRPr sz="3600" b="0" i="0" u="none" strike="noStrike" cap="none">
                <a:solidFill>
                  <a:srgbClr val="FFFFFF"/>
                </a:solidFill>
                <a:latin typeface="Roboto Black"/>
                <a:ea typeface="Roboto Black"/>
                <a:cs typeface="Roboto Black"/>
                <a:sym typeface="Roboto Black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00"/>
              <a:buFont typeface="Bree Serif"/>
              <a:buNone/>
              <a:defRPr sz="5200" b="1" i="0" u="none" strike="noStrike" cap="none">
                <a:solidFill>
                  <a:srgbClr val="FFFFFF"/>
                </a:solidFill>
                <a:latin typeface="Bree Serif"/>
                <a:ea typeface="Bree Serif"/>
                <a:cs typeface="Bree Serif"/>
                <a:sym typeface="Bree Serif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00"/>
              <a:buFont typeface="Bree Serif"/>
              <a:buNone/>
              <a:defRPr sz="5200" b="1" i="0" u="none" strike="noStrike" cap="none">
                <a:solidFill>
                  <a:srgbClr val="FFFFFF"/>
                </a:solidFill>
                <a:latin typeface="Bree Serif"/>
                <a:ea typeface="Bree Serif"/>
                <a:cs typeface="Bree Serif"/>
                <a:sym typeface="Bree Serif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00"/>
              <a:buFont typeface="Bree Serif"/>
              <a:buNone/>
              <a:defRPr sz="5200" b="1" i="0" u="none" strike="noStrike" cap="none">
                <a:solidFill>
                  <a:srgbClr val="FFFFFF"/>
                </a:solidFill>
                <a:latin typeface="Bree Serif"/>
                <a:ea typeface="Bree Serif"/>
                <a:cs typeface="Bree Serif"/>
                <a:sym typeface="Bree Serif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00"/>
              <a:buFont typeface="Bree Serif"/>
              <a:buNone/>
              <a:defRPr sz="5200" b="1" i="0" u="none" strike="noStrike" cap="none">
                <a:solidFill>
                  <a:srgbClr val="FFFFFF"/>
                </a:solidFill>
                <a:latin typeface="Bree Serif"/>
                <a:ea typeface="Bree Serif"/>
                <a:cs typeface="Bree Serif"/>
                <a:sym typeface="Bree Serif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00"/>
              <a:buFont typeface="Bree Serif"/>
              <a:buNone/>
              <a:defRPr sz="5200" b="1" i="0" u="none" strike="noStrike" cap="none">
                <a:solidFill>
                  <a:srgbClr val="FFFFFF"/>
                </a:solidFill>
                <a:latin typeface="Bree Serif"/>
                <a:ea typeface="Bree Serif"/>
                <a:cs typeface="Bree Serif"/>
                <a:sym typeface="Bree Serif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00"/>
              <a:buFont typeface="Bree Serif"/>
              <a:buNone/>
              <a:defRPr sz="5200" b="1" i="0" u="none" strike="noStrike" cap="none">
                <a:solidFill>
                  <a:srgbClr val="FFFFFF"/>
                </a:solidFill>
                <a:latin typeface="Bree Serif"/>
                <a:ea typeface="Bree Serif"/>
                <a:cs typeface="Bree Serif"/>
                <a:sym typeface="Bree Serif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00"/>
              <a:buFont typeface="Bree Serif"/>
              <a:buNone/>
              <a:defRPr sz="5200" b="1" i="0" u="none" strike="noStrike" cap="none">
                <a:solidFill>
                  <a:srgbClr val="FFFFFF"/>
                </a:solidFill>
                <a:latin typeface="Bree Serif"/>
                <a:ea typeface="Bree Serif"/>
                <a:cs typeface="Bree Serif"/>
                <a:sym typeface="Bree Serif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00"/>
              <a:buFont typeface="Bree Serif"/>
              <a:buNone/>
              <a:defRPr sz="5200" b="1" i="0" u="none" strike="noStrike" cap="none">
                <a:solidFill>
                  <a:srgbClr val="FFFFFF"/>
                </a:solidFill>
                <a:latin typeface="Bree Serif"/>
                <a:ea typeface="Bree Serif"/>
                <a:cs typeface="Bree Serif"/>
                <a:sym typeface="Bree Serif"/>
              </a:defRPr>
            </a:lvl9pPr>
          </a:lstStyle>
          <a:p>
            <a:pPr algn="ctr"/>
            <a:r>
              <a:rPr lang="en-US" sz="2000" dirty="0" err="1">
                <a:solidFill>
                  <a:schemeClr val="accent6"/>
                </a:solidFill>
                <a:latin typeface="Impact"/>
                <a:ea typeface="Impact"/>
                <a:cs typeface="Impact"/>
                <a:sym typeface="Impact"/>
              </a:rPr>
              <a:t>Tampilan</a:t>
            </a:r>
            <a:r>
              <a:rPr lang="en-US" sz="2000" dirty="0">
                <a:solidFill>
                  <a:schemeClr val="accent6"/>
                </a:solidFill>
                <a:latin typeface="Impact"/>
                <a:ea typeface="Impact"/>
                <a:cs typeface="Impact"/>
                <a:sym typeface="Impact"/>
              </a:rPr>
              <a:t> Home</a:t>
            </a:r>
            <a:br>
              <a:rPr lang="en-US" sz="2000" dirty="0">
                <a:solidFill>
                  <a:schemeClr val="accent6"/>
                </a:solidFill>
                <a:latin typeface="Impact"/>
                <a:ea typeface="Impact"/>
                <a:cs typeface="Impact"/>
                <a:sym typeface="Impact"/>
              </a:rPr>
            </a:br>
            <a:r>
              <a:rPr lang="en-US" sz="2000" dirty="0">
                <a:solidFill>
                  <a:schemeClr val="accent6"/>
                </a:solidFill>
                <a:latin typeface="Impact"/>
                <a:ea typeface="Impact"/>
                <a:cs typeface="Impact"/>
                <a:sym typeface="Impact"/>
              </a:rPr>
              <a:t>#komtak</a:t>
            </a:r>
          </a:p>
        </p:txBody>
      </p:sp>
      <p:grpSp>
        <p:nvGrpSpPr>
          <p:cNvPr id="30" name="Google Shape;6112;p52">
            <a:extLst>
              <a:ext uri="{FF2B5EF4-FFF2-40B4-BE49-F238E27FC236}">
                <a16:creationId xmlns:a16="http://schemas.microsoft.com/office/drawing/2014/main" id="{4242C9B3-416D-4F66-94F9-B3F98CC371D5}"/>
              </a:ext>
            </a:extLst>
          </p:cNvPr>
          <p:cNvGrpSpPr/>
          <p:nvPr/>
        </p:nvGrpSpPr>
        <p:grpSpPr>
          <a:xfrm>
            <a:off x="620986" y="968837"/>
            <a:ext cx="346347" cy="339623"/>
            <a:chOff x="1490050" y="3805975"/>
            <a:chExt cx="491900" cy="482350"/>
          </a:xfrm>
          <a:solidFill>
            <a:schemeClr val="accent6"/>
          </a:solidFill>
        </p:grpSpPr>
        <p:sp>
          <p:nvSpPr>
            <p:cNvPr id="31" name="Google Shape;6113;p52">
              <a:extLst>
                <a:ext uri="{FF2B5EF4-FFF2-40B4-BE49-F238E27FC236}">
                  <a16:creationId xmlns:a16="http://schemas.microsoft.com/office/drawing/2014/main" id="{11609D5E-D4DF-47AE-85C3-093C27A5AC44}"/>
                </a:ext>
              </a:extLst>
            </p:cNvPr>
            <p:cNvSpPr/>
            <p:nvPr/>
          </p:nvSpPr>
          <p:spPr>
            <a:xfrm>
              <a:off x="1541775" y="3877050"/>
              <a:ext cx="302500" cy="277225"/>
            </a:xfrm>
            <a:custGeom>
              <a:avLst/>
              <a:gdLst/>
              <a:ahLst/>
              <a:cxnLst/>
              <a:rect l="l" t="t" r="r" b="b"/>
              <a:pathLst>
                <a:path w="12100" h="11089" extrusionOk="0">
                  <a:moveTo>
                    <a:pt x="10512" y="1"/>
                  </a:moveTo>
                  <a:lnTo>
                    <a:pt x="0" y="10513"/>
                  </a:lnTo>
                  <a:cubicBezTo>
                    <a:pt x="207" y="10475"/>
                    <a:pt x="415" y="10456"/>
                    <a:pt x="622" y="10456"/>
                  </a:cubicBezTo>
                  <a:cubicBezTo>
                    <a:pt x="1327" y="10456"/>
                    <a:pt x="2020" y="10674"/>
                    <a:pt x="2602" y="11088"/>
                  </a:cubicBezTo>
                  <a:lnTo>
                    <a:pt x="12099" y="1588"/>
                  </a:lnTo>
                  <a:lnTo>
                    <a:pt x="10512" y="1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2" name="Google Shape;6114;p52">
              <a:extLst>
                <a:ext uri="{FF2B5EF4-FFF2-40B4-BE49-F238E27FC236}">
                  <a16:creationId xmlns:a16="http://schemas.microsoft.com/office/drawing/2014/main" id="{59ED7026-E90B-4C60-BA0D-9CA344A6C55D}"/>
                </a:ext>
              </a:extLst>
            </p:cNvPr>
            <p:cNvSpPr/>
            <p:nvPr/>
          </p:nvSpPr>
          <p:spPr>
            <a:xfrm>
              <a:off x="1824450" y="3805975"/>
              <a:ext cx="157500" cy="150525"/>
            </a:xfrm>
            <a:custGeom>
              <a:avLst/>
              <a:gdLst/>
              <a:ahLst/>
              <a:cxnLst/>
              <a:rect l="l" t="t" r="r" b="b"/>
              <a:pathLst>
                <a:path w="6300" h="6021" extrusionOk="0">
                  <a:moveTo>
                    <a:pt x="3211" y="0"/>
                  </a:moveTo>
                  <a:cubicBezTo>
                    <a:pt x="2484" y="0"/>
                    <a:pt x="1758" y="281"/>
                    <a:pt x="1208" y="841"/>
                  </a:cubicBezTo>
                  <a:lnTo>
                    <a:pt x="0" y="2049"/>
                  </a:lnTo>
                  <a:lnTo>
                    <a:pt x="3972" y="6021"/>
                  </a:lnTo>
                  <a:lnTo>
                    <a:pt x="5180" y="4813"/>
                  </a:lnTo>
                  <a:cubicBezTo>
                    <a:pt x="6294" y="3717"/>
                    <a:pt x="6300" y="1925"/>
                    <a:pt x="5198" y="823"/>
                  </a:cubicBezTo>
                  <a:cubicBezTo>
                    <a:pt x="4649" y="274"/>
                    <a:pt x="3930" y="0"/>
                    <a:pt x="321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3" name="Google Shape;6115;p52">
              <a:extLst>
                <a:ext uri="{FF2B5EF4-FFF2-40B4-BE49-F238E27FC236}">
                  <a16:creationId xmlns:a16="http://schemas.microsoft.com/office/drawing/2014/main" id="{A35A982C-2D4F-4CB8-B29F-2E416F5AFF55}"/>
                </a:ext>
              </a:extLst>
            </p:cNvPr>
            <p:cNvSpPr/>
            <p:nvPr/>
          </p:nvSpPr>
          <p:spPr>
            <a:xfrm>
              <a:off x="1626675" y="3936600"/>
              <a:ext cx="277225" cy="302600"/>
            </a:xfrm>
            <a:custGeom>
              <a:avLst/>
              <a:gdLst/>
              <a:ahLst/>
              <a:cxnLst/>
              <a:rect l="l" t="t" r="r" b="b"/>
              <a:pathLst>
                <a:path w="11089" h="12104" extrusionOk="0">
                  <a:moveTo>
                    <a:pt x="9501" y="1"/>
                  </a:moveTo>
                  <a:lnTo>
                    <a:pt x="1" y="9501"/>
                  </a:lnTo>
                  <a:cubicBezTo>
                    <a:pt x="537" y="10254"/>
                    <a:pt x="745" y="11194"/>
                    <a:pt x="576" y="12103"/>
                  </a:cubicBezTo>
                  <a:lnTo>
                    <a:pt x="11088" y="1591"/>
                  </a:lnTo>
                  <a:lnTo>
                    <a:pt x="9501" y="1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4" name="Google Shape;6116;p52">
              <a:extLst>
                <a:ext uri="{FF2B5EF4-FFF2-40B4-BE49-F238E27FC236}">
                  <a16:creationId xmlns:a16="http://schemas.microsoft.com/office/drawing/2014/main" id="{196F6B18-F506-4B4E-A071-E20ACFB5D390}"/>
                </a:ext>
              </a:extLst>
            </p:cNvPr>
            <p:cNvSpPr/>
            <p:nvPr/>
          </p:nvSpPr>
          <p:spPr>
            <a:xfrm>
              <a:off x="1490050" y="4166500"/>
              <a:ext cx="129950" cy="121825"/>
            </a:xfrm>
            <a:custGeom>
              <a:avLst/>
              <a:gdLst/>
              <a:ahLst/>
              <a:cxnLst/>
              <a:rect l="l" t="t" r="r" b="b"/>
              <a:pathLst>
                <a:path w="5198" h="4873" extrusionOk="0">
                  <a:moveTo>
                    <a:pt x="2693" y="0"/>
                  </a:moveTo>
                  <a:cubicBezTo>
                    <a:pt x="2243" y="0"/>
                    <a:pt x="1790" y="133"/>
                    <a:pt x="1398" y="405"/>
                  </a:cubicBezTo>
                  <a:lnTo>
                    <a:pt x="1398" y="402"/>
                  </a:lnTo>
                  <a:lnTo>
                    <a:pt x="741" y="2446"/>
                  </a:lnTo>
                  <a:lnTo>
                    <a:pt x="139" y="4118"/>
                  </a:lnTo>
                  <a:cubicBezTo>
                    <a:pt x="0" y="4500"/>
                    <a:pt x="295" y="4872"/>
                    <a:pt x="664" y="4872"/>
                  </a:cubicBezTo>
                  <a:cubicBezTo>
                    <a:pt x="727" y="4872"/>
                    <a:pt x="793" y="4861"/>
                    <a:pt x="859" y="4837"/>
                  </a:cubicBezTo>
                  <a:lnTo>
                    <a:pt x="2530" y="4235"/>
                  </a:lnTo>
                  <a:lnTo>
                    <a:pt x="4574" y="3579"/>
                  </a:lnTo>
                  <a:cubicBezTo>
                    <a:pt x="5198" y="2672"/>
                    <a:pt x="5086" y="1450"/>
                    <a:pt x="4306" y="670"/>
                  </a:cubicBezTo>
                  <a:cubicBezTo>
                    <a:pt x="3866" y="228"/>
                    <a:pt x="3282" y="0"/>
                    <a:pt x="269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35" name="Google Shape;6129;p52">
            <a:extLst>
              <a:ext uri="{FF2B5EF4-FFF2-40B4-BE49-F238E27FC236}">
                <a16:creationId xmlns:a16="http://schemas.microsoft.com/office/drawing/2014/main" id="{4E8D1AE9-D5D3-4153-AD8C-91034433756A}"/>
              </a:ext>
            </a:extLst>
          </p:cNvPr>
          <p:cNvGrpSpPr/>
          <p:nvPr/>
        </p:nvGrpSpPr>
        <p:grpSpPr>
          <a:xfrm>
            <a:off x="1150434" y="968824"/>
            <a:ext cx="336296" cy="339235"/>
            <a:chOff x="4464775" y="3806475"/>
            <a:chExt cx="477625" cy="481800"/>
          </a:xfrm>
          <a:solidFill>
            <a:schemeClr val="accent6"/>
          </a:solidFill>
        </p:grpSpPr>
        <p:sp>
          <p:nvSpPr>
            <p:cNvPr id="36" name="Google Shape;6130;p52">
              <a:extLst>
                <a:ext uri="{FF2B5EF4-FFF2-40B4-BE49-F238E27FC236}">
                  <a16:creationId xmlns:a16="http://schemas.microsoft.com/office/drawing/2014/main" id="{2AB43A0A-5026-4A23-834F-AF469F1DAD51}"/>
                </a:ext>
              </a:extLst>
            </p:cNvPr>
            <p:cNvSpPr/>
            <p:nvPr/>
          </p:nvSpPr>
          <p:spPr>
            <a:xfrm>
              <a:off x="4726375" y="3806475"/>
              <a:ext cx="56500" cy="141125"/>
            </a:xfrm>
            <a:custGeom>
              <a:avLst/>
              <a:gdLst/>
              <a:ahLst/>
              <a:cxnLst/>
              <a:rect l="l" t="t" r="r" b="b"/>
              <a:pathLst>
                <a:path w="2260" h="5645" extrusionOk="0">
                  <a:moveTo>
                    <a:pt x="1133" y="1"/>
                  </a:moveTo>
                  <a:cubicBezTo>
                    <a:pt x="978" y="1"/>
                    <a:pt x="823" y="64"/>
                    <a:pt x="712" y="189"/>
                  </a:cubicBezTo>
                  <a:cubicBezTo>
                    <a:pt x="504" y="421"/>
                    <a:pt x="522" y="776"/>
                    <a:pt x="754" y="984"/>
                  </a:cubicBezTo>
                  <a:cubicBezTo>
                    <a:pt x="832" y="1056"/>
                    <a:pt x="1130" y="1385"/>
                    <a:pt x="1130" y="1695"/>
                  </a:cubicBezTo>
                  <a:cubicBezTo>
                    <a:pt x="1130" y="1990"/>
                    <a:pt x="850" y="2315"/>
                    <a:pt x="754" y="2402"/>
                  </a:cubicBezTo>
                  <a:cubicBezTo>
                    <a:pt x="678" y="2472"/>
                    <a:pt x="1" y="3101"/>
                    <a:pt x="1" y="3953"/>
                  </a:cubicBezTo>
                  <a:cubicBezTo>
                    <a:pt x="1" y="4802"/>
                    <a:pt x="675" y="5432"/>
                    <a:pt x="754" y="5501"/>
                  </a:cubicBezTo>
                  <a:cubicBezTo>
                    <a:pt x="861" y="5597"/>
                    <a:pt x="995" y="5644"/>
                    <a:pt x="1128" y="5644"/>
                  </a:cubicBezTo>
                  <a:cubicBezTo>
                    <a:pt x="1283" y="5644"/>
                    <a:pt x="1437" y="5580"/>
                    <a:pt x="1549" y="5456"/>
                  </a:cubicBezTo>
                  <a:cubicBezTo>
                    <a:pt x="1757" y="5224"/>
                    <a:pt x="1735" y="4869"/>
                    <a:pt x="1507" y="4661"/>
                  </a:cubicBezTo>
                  <a:cubicBezTo>
                    <a:pt x="1428" y="4588"/>
                    <a:pt x="1130" y="4260"/>
                    <a:pt x="1130" y="3950"/>
                  </a:cubicBezTo>
                  <a:cubicBezTo>
                    <a:pt x="1130" y="3655"/>
                    <a:pt x="1410" y="3330"/>
                    <a:pt x="1507" y="3242"/>
                  </a:cubicBezTo>
                  <a:cubicBezTo>
                    <a:pt x="1585" y="3173"/>
                    <a:pt x="2259" y="2544"/>
                    <a:pt x="2259" y="1692"/>
                  </a:cubicBezTo>
                  <a:cubicBezTo>
                    <a:pt x="2259" y="842"/>
                    <a:pt x="1585" y="213"/>
                    <a:pt x="1507" y="144"/>
                  </a:cubicBezTo>
                  <a:cubicBezTo>
                    <a:pt x="1399" y="48"/>
                    <a:pt x="1266" y="1"/>
                    <a:pt x="113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7" name="Google Shape;6131;p52">
              <a:extLst>
                <a:ext uri="{FF2B5EF4-FFF2-40B4-BE49-F238E27FC236}">
                  <a16:creationId xmlns:a16="http://schemas.microsoft.com/office/drawing/2014/main" id="{DC1FA845-5EB4-4183-AC92-FE3D1DF03E84}"/>
                </a:ext>
              </a:extLst>
            </p:cNvPr>
            <p:cNvSpPr/>
            <p:nvPr/>
          </p:nvSpPr>
          <p:spPr>
            <a:xfrm>
              <a:off x="4641700" y="3806475"/>
              <a:ext cx="56475" cy="141125"/>
            </a:xfrm>
            <a:custGeom>
              <a:avLst/>
              <a:gdLst/>
              <a:ahLst/>
              <a:cxnLst/>
              <a:rect l="l" t="t" r="r" b="b"/>
              <a:pathLst>
                <a:path w="2259" h="5645" extrusionOk="0">
                  <a:moveTo>
                    <a:pt x="1132" y="1"/>
                  </a:moveTo>
                  <a:cubicBezTo>
                    <a:pt x="977" y="1"/>
                    <a:pt x="823" y="64"/>
                    <a:pt x="711" y="189"/>
                  </a:cubicBezTo>
                  <a:cubicBezTo>
                    <a:pt x="503" y="421"/>
                    <a:pt x="521" y="776"/>
                    <a:pt x="753" y="984"/>
                  </a:cubicBezTo>
                  <a:cubicBezTo>
                    <a:pt x="831" y="1056"/>
                    <a:pt x="1130" y="1385"/>
                    <a:pt x="1130" y="1695"/>
                  </a:cubicBezTo>
                  <a:cubicBezTo>
                    <a:pt x="1130" y="1990"/>
                    <a:pt x="849" y="2315"/>
                    <a:pt x="753" y="2402"/>
                  </a:cubicBezTo>
                  <a:cubicBezTo>
                    <a:pt x="678" y="2472"/>
                    <a:pt x="0" y="3101"/>
                    <a:pt x="0" y="3953"/>
                  </a:cubicBezTo>
                  <a:cubicBezTo>
                    <a:pt x="0" y="4802"/>
                    <a:pt x="675" y="5432"/>
                    <a:pt x="753" y="5501"/>
                  </a:cubicBezTo>
                  <a:cubicBezTo>
                    <a:pt x="860" y="5597"/>
                    <a:pt x="994" y="5644"/>
                    <a:pt x="1127" y="5644"/>
                  </a:cubicBezTo>
                  <a:cubicBezTo>
                    <a:pt x="1282" y="5644"/>
                    <a:pt x="1436" y="5580"/>
                    <a:pt x="1548" y="5456"/>
                  </a:cubicBezTo>
                  <a:cubicBezTo>
                    <a:pt x="1756" y="5224"/>
                    <a:pt x="1735" y="4869"/>
                    <a:pt x="1506" y="4661"/>
                  </a:cubicBezTo>
                  <a:cubicBezTo>
                    <a:pt x="1428" y="4588"/>
                    <a:pt x="1130" y="4260"/>
                    <a:pt x="1130" y="3950"/>
                  </a:cubicBezTo>
                  <a:cubicBezTo>
                    <a:pt x="1130" y="3655"/>
                    <a:pt x="1410" y="3330"/>
                    <a:pt x="1506" y="3242"/>
                  </a:cubicBezTo>
                  <a:cubicBezTo>
                    <a:pt x="1581" y="3173"/>
                    <a:pt x="2259" y="2544"/>
                    <a:pt x="2259" y="1692"/>
                  </a:cubicBezTo>
                  <a:cubicBezTo>
                    <a:pt x="2259" y="842"/>
                    <a:pt x="1581" y="213"/>
                    <a:pt x="1506" y="144"/>
                  </a:cubicBezTo>
                  <a:cubicBezTo>
                    <a:pt x="1399" y="48"/>
                    <a:pt x="1265" y="1"/>
                    <a:pt x="1132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8" name="Google Shape;6132;p52">
              <a:extLst>
                <a:ext uri="{FF2B5EF4-FFF2-40B4-BE49-F238E27FC236}">
                  <a16:creationId xmlns:a16="http://schemas.microsoft.com/office/drawing/2014/main" id="{7E59AEB5-98E4-46AE-BC74-EEE2BE6432FD}"/>
                </a:ext>
              </a:extLst>
            </p:cNvPr>
            <p:cNvSpPr/>
            <p:nvPr/>
          </p:nvSpPr>
          <p:spPr>
            <a:xfrm>
              <a:off x="4557000" y="3806475"/>
              <a:ext cx="56500" cy="141125"/>
            </a:xfrm>
            <a:custGeom>
              <a:avLst/>
              <a:gdLst/>
              <a:ahLst/>
              <a:cxnLst/>
              <a:rect l="l" t="t" r="r" b="b"/>
              <a:pathLst>
                <a:path w="2260" h="5645" extrusionOk="0">
                  <a:moveTo>
                    <a:pt x="1132" y="1"/>
                  </a:moveTo>
                  <a:cubicBezTo>
                    <a:pt x="977" y="1"/>
                    <a:pt x="823" y="64"/>
                    <a:pt x="711" y="189"/>
                  </a:cubicBezTo>
                  <a:cubicBezTo>
                    <a:pt x="504" y="421"/>
                    <a:pt x="522" y="776"/>
                    <a:pt x="753" y="984"/>
                  </a:cubicBezTo>
                  <a:cubicBezTo>
                    <a:pt x="832" y="1056"/>
                    <a:pt x="1130" y="1385"/>
                    <a:pt x="1130" y="1695"/>
                  </a:cubicBezTo>
                  <a:cubicBezTo>
                    <a:pt x="1130" y="1990"/>
                    <a:pt x="850" y="2315"/>
                    <a:pt x="753" y="2402"/>
                  </a:cubicBezTo>
                  <a:cubicBezTo>
                    <a:pt x="678" y="2472"/>
                    <a:pt x="1" y="3101"/>
                    <a:pt x="1" y="3953"/>
                  </a:cubicBezTo>
                  <a:cubicBezTo>
                    <a:pt x="1" y="4802"/>
                    <a:pt x="675" y="5432"/>
                    <a:pt x="753" y="5501"/>
                  </a:cubicBezTo>
                  <a:cubicBezTo>
                    <a:pt x="861" y="5597"/>
                    <a:pt x="994" y="5644"/>
                    <a:pt x="1127" y="5644"/>
                  </a:cubicBezTo>
                  <a:cubicBezTo>
                    <a:pt x="1282" y="5644"/>
                    <a:pt x="1437" y="5580"/>
                    <a:pt x="1548" y="5456"/>
                  </a:cubicBezTo>
                  <a:cubicBezTo>
                    <a:pt x="1756" y="5224"/>
                    <a:pt x="1735" y="4869"/>
                    <a:pt x="1506" y="4661"/>
                  </a:cubicBezTo>
                  <a:cubicBezTo>
                    <a:pt x="1428" y="4588"/>
                    <a:pt x="1130" y="4260"/>
                    <a:pt x="1130" y="3950"/>
                  </a:cubicBezTo>
                  <a:cubicBezTo>
                    <a:pt x="1130" y="3655"/>
                    <a:pt x="1410" y="3330"/>
                    <a:pt x="1506" y="3242"/>
                  </a:cubicBezTo>
                  <a:cubicBezTo>
                    <a:pt x="1582" y="3173"/>
                    <a:pt x="2259" y="2544"/>
                    <a:pt x="2259" y="1692"/>
                  </a:cubicBezTo>
                  <a:cubicBezTo>
                    <a:pt x="2259" y="842"/>
                    <a:pt x="1582" y="213"/>
                    <a:pt x="1506" y="144"/>
                  </a:cubicBezTo>
                  <a:cubicBezTo>
                    <a:pt x="1399" y="48"/>
                    <a:pt x="1265" y="1"/>
                    <a:pt x="1132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9" name="Google Shape;6133;p52">
              <a:extLst>
                <a:ext uri="{FF2B5EF4-FFF2-40B4-BE49-F238E27FC236}">
                  <a16:creationId xmlns:a16="http://schemas.microsoft.com/office/drawing/2014/main" id="{D05984B2-DD18-465C-A46E-2AF8768F5A6A}"/>
                </a:ext>
              </a:extLst>
            </p:cNvPr>
            <p:cNvSpPr/>
            <p:nvPr/>
          </p:nvSpPr>
          <p:spPr>
            <a:xfrm>
              <a:off x="4464775" y="4230875"/>
              <a:ext cx="395250" cy="57400"/>
            </a:xfrm>
            <a:custGeom>
              <a:avLst/>
              <a:gdLst/>
              <a:ahLst/>
              <a:cxnLst/>
              <a:rect l="l" t="t" r="r" b="b"/>
              <a:pathLst>
                <a:path w="15810" h="2296" extrusionOk="0">
                  <a:moveTo>
                    <a:pt x="567" y="1"/>
                  </a:moveTo>
                  <a:cubicBezTo>
                    <a:pt x="254" y="1"/>
                    <a:pt x="1" y="251"/>
                    <a:pt x="1" y="564"/>
                  </a:cubicBezTo>
                  <a:cubicBezTo>
                    <a:pt x="1" y="877"/>
                    <a:pt x="254" y="1130"/>
                    <a:pt x="567" y="1130"/>
                  </a:cubicBezTo>
                  <a:lnTo>
                    <a:pt x="1910" y="1130"/>
                  </a:lnTo>
                  <a:lnTo>
                    <a:pt x="2006" y="1359"/>
                  </a:lnTo>
                  <a:cubicBezTo>
                    <a:pt x="2291" y="1932"/>
                    <a:pt x="2875" y="2295"/>
                    <a:pt x="3516" y="2295"/>
                  </a:cubicBezTo>
                  <a:cubicBezTo>
                    <a:pt x="3519" y="2295"/>
                    <a:pt x="3521" y="2295"/>
                    <a:pt x="3524" y="2295"/>
                  </a:cubicBezTo>
                  <a:lnTo>
                    <a:pt x="12290" y="2295"/>
                  </a:lnTo>
                  <a:cubicBezTo>
                    <a:pt x="12292" y="2295"/>
                    <a:pt x="12295" y="2295"/>
                    <a:pt x="12298" y="2295"/>
                  </a:cubicBezTo>
                  <a:cubicBezTo>
                    <a:pt x="12936" y="2295"/>
                    <a:pt x="13520" y="1932"/>
                    <a:pt x="13804" y="1359"/>
                  </a:cubicBezTo>
                  <a:lnTo>
                    <a:pt x="13901" y="1130"/>
                  </a:lnTo>
                  <a:lnTo>
                    <a:pt x="15247" y="1130"/>
                  </a:lnTo>
                  <a:cubicBezTo>
                    <a:pt x="15557" y="1130"/>
                    <a:pt x="15810" y="877"/>
                    <a:pt x="15810" y="564"/>
                  </a:cubicBezTo>
                  <a:cubicBezTo>
                    <a:pt x="15810" y="251"/>
                    <a:pt x="15557" y="1"/>
                    <a:pt x="1524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40" name="Google Shape;6134;p52">
              <a:extLst>
                <a:ext uri="{FF2B5EF4-FFF2-40B4-BE49-F238E27FC236}">
                  <a16:creationId xmlns:a16="http://schemas.microsoft.com/office/drawing/2014/main" id="{635B9F2C-E452-43B0-AF55-E18163A8BF12}"/>
                </a:ext>
              </a:extLst>
            </p:cNvPr>
            <p:cNvSpPr/>
            <p:nvPr/>
          </p:nvSpPr>
          <p:spPr>
            <a:xfrm>
              <a:off x="4840675" y="4007300"/>
              <a:ext cx="101725" cy="166025"/>
            </a:xfrm>
            <a:custGeom>
              <a:avLst/>
              <a:gdLst/>
              <a:ahLst/>
              <a:cxnLst/>
              <a:rect l="l" t="t" r="r" b="b"/>
              <a:pathLst>
                <a:path w="4069" h="6641" extrusionOk="0">
                  <a:moveTo>
                    <a:pt x="1870" y="0"/>
                  </a:moveTo>
                  <a:cubicBezTo>
                    <a:pt x="1852" y="380"/>
                    <a:pt x="1837" y="759"/>
                    <a:pt x="1795" y="1130"/>
                  </a:cubicBezTo>
                  <a:cubicBezTo>
                    <a:pt x="1927" y="1181"/>
                    <a:pt x="2048" y="1256"/>
                    <a:pt x="2150" y="1355"/>
                  </a:cubicBezTo>
                  <a:cubicBezTo>
                    <a:pt x="2800" y="2006"/>
                    <a:pt x="2433" y="3469"/>
                    <a:pt x="1352" y="4550"/>
                  </a:cubicBezTo>
                  <a:cubicBezTo>
                    <a:pt x="1177" y="4722"/>
                    <a:pt x="991" y="4879"/>
                    <a:pt x="792" y="5017"/>
                  </a:cubicBezTo>
                  <a:cubicBezTo>
                    <a:pt x="566" y="5577"/>
                    <a:pt x="301" y="6119"/>
                    <a:pt x="0" y="6640"/>
                  </a:cubicBezTo>
                  <a:cubicBezTo>
                    <a:pt x="747" y="6429"/>
                    <a:pt x="1506" y="5993"/>
                    <a:pt x="2150" y="5348"/>
                  </a:cubicBezTo>
                  <a:cubicBezTo>
                    <a:pt x="3716" y="3782"/>
                    <a:pt x="4068" y="1678"/>
                    <a:pt x="2948" y="557"/>
                  </a:cubicBezTo>
                  <a:cubicBezTo>
                    <a:pt x="2656" y="268"/>
                    <a:pt x="2280" y="97"/>
                    <a:pt x="1870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41" name="Google Shape;6135;p52">
              <a:extLst>
                <a:ext uri="{FF2B5EF4-FFF2-40B4-BE49-F238E27FC236}">
                  <a16:creationId xmlns:a16="http://schemas.microsoft.com/office/drawing/2014/main" id="{040A4CFE-8B79-4E5D-8AA7-6619E5B2F0FF}"/>
                </a:ext>
              </a:extLst>
            </p:cNvPr>
            <p:cNvSpPr/>
            <p:nvPr/>
          </p:nvSpPr>
          <p:spPr>
            <a:xfrm>
              <a:off x="4464775" y="3976800"/>
              <a:ext cx="395250" cy="225875"/>
            </a:xfrm>
            <a:custGeom>
              <a:avLst/>
              <a:gdLst/>
              <a:ahLst/>
              <a:cxnLst/>
              <a:rect l="l" t="t" r="r" b="b"/>
              <a:pathLst>
                <a:path w="15810" h="9035" extrusionOk="0">
                  <a:moveTo>
                    <a:pt x="564" y="1"/>
                  </a:moveTo>
                  <a:cubicBezTo>
                    <a:pt x="254" y="1"/>
                    <a:pt x="1" y="251"/>
                    <a:pt x="1" y="564"/>
                  </a:cubicBezTo>
                  <a:cubicBezTo>
                    <a:pt x="1" y="3930"/>
                    <a:pt x="1157" y="7026"/>
                    <a:pt x="3075" y="9035"/>
                  </a:cubicBezTo>
                  <a:lnTo>
                    <a:pt x="12735" y="9035"/>
                  </a:lnTo>
                  <a:cubicBezTo>
                    <a:pt x="14654" y="7026"/>
                    <a:pt x="15810" y="3930"/>
                    <a:pt x="15810" y="564"/>
                  </a:cubicBezTo>
                  <a:cubicBezTo>
                    <a:pt x="15810" y="251"/>
                    <a:pt x="15557" y="1"/>
                    <a:pt x="1524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pic>
        <p:nvPicPr>
          <p:cNvPr id="17" name="Picture 16">
            <a:extLst>
              <a:ext uri="{FF2B5EF4-FFF2-40B4-BE49-F238E27FC236}">
                <a16:creationId xmlns:a16="http://schemas.microsoft.com/office/drawing/2014/main" id="{9F19CA28-1346-4759-B0C7-5F0C3BE8D1CE}"/>
              </a:ext>
            </a:extLst>
          </p:cNvPr>
          <p:cNvPicPr/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15620" y="188416"/>
            <a:ext cx="6707394" cy="40677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882060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Google Shape;270;p24"/>
          <p:cNvSpPr txBox="1">
            <a:spLocks noGrp="1"/>
          </p:cNvSpPr>
          <p:nvPr>
            <p:ph type="ctrTitle"/>
          </p:nvPr>
        </p:nvSpPr>
        <p:spPr>
          <a:xfrm>
            <a:off x="151761" y="1365844"/>
            <a:ext cx="1766403" cy="796943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2000" dirty="0">
                <a:solidFill>
                  <a:srgbClr val="48FFD5"/>
                </a:solidFill>
                <a:latin typeface="Impact"/>
                <a:ea typeface="Impact"/>
                <a:cs typeface="Impact"/>
                <a:sym typeface="Impact"/>
              </a:rPr>
              <a:t>PENGKODEAN</a:t>
            </a:r>
            <a:br>
              <a:rPr lang="es" sz="2000" dirty="0">
                <a:solidFill>
                  <a:srgbClr val="48FFD5"/>
                </a:solidFill>
                <a:latin typeface="Impact"/>
                <a:ea typeface="Impact"/>
                <a:cs typeface="Impact"/>
                <a:sym typeface="Impact"/>
              </a:rPr>
            </a:br>
            <a:r>
              <a:rPr lang="es" sz="2000" dirty="0">
                <a:solidFill>
                  <a:srgbClr val="48FFD5"/>
                </a:solidFill>
                <a:latin typeface="Impact"/>
                <a:ea typeface="Impact"/>
                <a:cs typeface="Impact"/>
                <a:sym typeface="Impact"/>
              </a:rPr>
              <a:t>SYSTEM</a:t>
            </a:r>
            <a:endParaRPr sz="2000" dirty="0">
              <a:solidFill>
                <a:srgbClr val="48FFD5"/>
              </a:solidFill>
              <a:latin typeface="Impact"/>
              <a:ea typeface="Impact"/>
              <a:cs typeface="Impact"/>
              <a:sym typeface="Impact"/>
            </a:endParaRPr>
          </a:p>
        </p:txBody>
      </p:sp>
      <p:sp>
        <p:nvSpPr>
          <p:cNvPr id="25" name="Google Shape;270;p24">
            <a:extLst>
              <a:ext uri="{FF2B5EF4-FFF2-40B4-BE49-F238E27FC236}">
                <a16:creationId xmlns:a16="http://schemas.microsoft.com/office/drawing/2014/main" id="{826F4B58-B400-4659-B4CE-1684508A8953}"/>
              </a:ext>
            </a:extLst>
          </p:cNvPr>
          <p:cNvSpPr txBox="1">
            <a:spLocks/>
          </p:cNvSpPr>
          <p:nvPr/>
        </p:nvSpPr>
        <p:spPr>
          <a:xfrm>
            <a:off x="1646193" y="4446317"/>
            <a:ext cx="6935189" cy="5254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Roboto Black"/>
              <a:buNone/>
              <a:defRPr sz="3600" b="0" i="0" u="none" strike="noStrike" cap="none">
                <a:solidFill>
                  <a:srgbClr val="FFFFFF"/>
                </a:solidFill>
                <a:latin typeface="Roboto Black"/>
                <a:ea typeface="Roboto Black"/>
                <a:cs typeface="Roboto Black"/>
                <a:sym typeface="Roboto Black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00"/>
              <a:buFont typeface="Bree Serif"/>
              <a:buNone/>
              <a:defRPr sz="5200" b="1" i="0" u="none" strike="noStrike" cap="none">
                <a:solidFill>
                  <a:srgbClr val="FFFFFF"/>
                </a:solidFill>
                <a:latin typeface="Bree Serif"/>
                <a:ea typeface="Bree Serif"/>
                <a:cs typeface="Bree Serif"/>
                <a:sym typeface="Bree Serif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00"/>
              <a:buFont typeface="Bree Serif"/>
              <a:buNone/>
              <a:defRPr sz="5200" b="1" i="0" u="none" strike="noStrike" cap="none">
                <a:solidFill>
                  <a:srgbClr val="FFFFFF"/>
                </a:solidFill>
                <a:latin typeface="Bree Serif"/>
                <a:ea typeface="Bree Serif"/>
                <a:cs typeface="Bree Serif"/>
                <a:sym typeface="Bree Serif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00"/>
              <a:buFont typeface="Bree Serif"/>
              <a:buNone/>
              <a:defRPr sz="5200" b="1" i="0" u="none" strike="noStrike" cap="none">
                <a:solidFill>
                  <a:srgbClr val="FFFFFF"/>
                </a:solidFill>
                <a:latin typeface="Bree Serif"/>
                <a:ea typeface="Bree Serif"/>
                <a:cs typeface="Bree Serif"/>
                <a:sym typeface="Bree Serif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00"/>
              <a:buFont typeface="Bree Serif"/>
              <a:buNone/>
              <a:defRPr sz="5200" b="1" i="0" u="none" strike="noStrike" cap="none">
                <a:solidFill>
                  <a:srgbClr val="FFFFFF"/>
                </a:solidFill>
                <a:latin typeface="Bree Serif"/>
                <a:ea typeface="Bree Serif"/>
                <a:cs typeface="Bree Serif"/>
                <a:sym typeface="Bree Serif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00"/>
              <a:buFont typeface="Bree Serif"/>
              <a:buNone/>
              <a:defRPr sz="5200" b="1" i="0" u="none" strike="noStrike" cap="none">
                <a:solidFill>
                  <a:srgbClr val="FFFFFF"/>
                </a:solidFill>
                <a:latin typeface="Bree Serif"/>
                <a:ea typeface="Bree Serif"/>
                <a:cs typeface="Bree Serif"/>
                <a:sym typeface="Bree Serif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00"/>
              <a:buFont typeface="Bree Serif"/>
              <a:buNone/>
              <a:defRPr sz="5200" b="1" i="0" u="none" strike="noStrike" cap="none">
                <a:solidFill>
                  <a:srgbClr val="FFFFFF"/>
                </a:solidFill>
                <a:latin typeface="Bree Serif"/>
                <a:ea typeface="Bree Serif"/>
                <a:cs typeface="Bree Serif"/>
                <a:sym typeface="Bree Serif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00"/>
              <a:buFont typeface="Bree Serif"/>
              <a:buNone/>
              <a:defRPr sz="5200" b="1" i="0" u="none" strike="noStrike" cap="none">
                <a:solidFill>
                  <a:srgbClr val="FFFFFF"/>
                </a:solidFill>
                <a:latin typeface="Bree Serif"/>
                <a:ea typeface="Bree Serif"/>
                <a:cs typeface="Bree Serif"/>
                <a:sym typeface="Bree Serif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00"/>
              <a:buFont typeface="Bree Serif"/>
              <a:buNone/>
              <a:defRPr sz="5200" b="1" i="0" u="none" strike="noStrike" cap="none">
                <a:solidFill>
                  <a:srgbClr val="FFFFFF"/>
                </a:solidFill>
                <a:latin typeface="Bree Serif"/>
                <a:ea typeface="Bree Serif"/>
                <a:cs typeface="Bree Serif"/>
                <a:sym typeface="Bree Serif"/>
              </a:defRPr>
            </a:lvl9pPr>
          </a:lstStyle>
          <a:p>
            <a:pPr algn="ctr"/>
            <a:r>
              <a:rPr lang="en-US" sz="2000" dirty="0" err="1">
                <a:solidFill>
                  <a:schemeClr val="accent6"/>
                </a:solidFill>
                <a:latin typeface="Impact"/>
                <a:ea typeface="Impact"/>
                <a:cs typeface="Impact"/>
                <a:sym typeface="Impact"/>
              </a:rPr>
              <a:t>Tampilan</a:t>
            </a:r>
            <a:r>
              <a:rPr lang="en-US" sz="2000" dirty="0">
                <a:solidFill>
                  <a:schemeClr val="accent6"/>
                </a:solidFill>
                <a:latin typeface="Impact"/>
                <a:ea typeface="Impact"/>
                <a:cs typeface="Impact"/>
                <a:sym typeface="Impact"/>
              </a:rPr>
              <a:t> Home</a:t>
            </a:r>
            <a:br>
              <a:rPr lang="en-US" sz="2000" dirty="0">
                <a:solidFill>
                  <a:schemeClr val="accent6"/>
                </a:solidFill>
                <a:latin typeface="Impact"/>
                <a:ea typeface="Impact"/>
                <a:cs typeface="Impact"/>
                <a:sym typeface="Impact"/>
              </a:rPr>
            </a:br>
            <a:r>
              <a:rPr lang="en-US" sz="2000" dirty="0">
                <a:solidFill>
                  <a:schemeClr val="accent6"/>
                </a:solidFill>
                <a:latin typeface="Impact"/>
                <a:ea typeface="Impact"/>
                <a:cs typeface="Impact"/>
                <a:sym typeface="Impact"/>
              </a:rPr>
              <a:t>#footer</a:t>
            </a:r>
          </a:p>
        </p:txBody>
      </p:sp>
      <p:grpSp>
        <p:nvGrpSpPr>
          <p:cNvPr id="30" name="Google Shape;6112;p52">
            <a:extLst>
              <a:ext uri="{FF2B5EF4-FFF2-40B4-BE49-F238E27FC236}">
                <a16:creationId xmlns:a16="http://schemas.microsoft.com/office/drawing/2014/main" id="{4242C9B3-416D-4F66-94F9-B3F98CC371D5}"/>
              </a:ext>
            </a:extLst>
          </p:cNvPr>
          <p:cNvGrpSpPr/>
          <p:nvPr/>
        </p:nvGrpSpPr>
        <p:grpSpPr>
          <a:xfrm>
            <a:off x="620986" y="968837"/>
            <a:ext cx="346347" cy="339623"/>
            <a:chOff x="1490050" y="3805975"/>
            <a:chExt cx="491900" cy="482350"/>
          </a:xfrm>
          <a:solidFill>
            <a:schemeClr val="accent6"/>
          </a:solidFill>
        </p:grpSpPr>
        <p:sp>
          <p:nvSpPr>
            <p:cNvPr id="31" name="Google Shape;6113;p52">
              <a:extLst>
                <a:ext uri="{FF2B5EF4-FFF2-40B4-BE49-F238E27FC236}">
                  <a16:creationId xmlns:a16="http://schemas.microsoft.com/office/drawing/2014/main" id="{11609D5E-D4DF-47AE-85C3-093C27A5AC44}"/>
                </a:ext>
              </a:extLst>
            </p:cNvPr>
            <p:cNvSpPr/>
            <p:nvPr/>
          </p:nvSpPr>
          <p:spPr>
            <a:xfrm>
              <a:off x="1541775" y="3877050"/>
              <a:ext cx="302500" cy="277225"/>
            </a:xfrm>
            <a:custGeom>
              <a:avLst/>
              <a:gdLst/>
              <a:ahLst/>
              <a:cxnLst/>
              <a:rect l="l" t="t" r="r" b="b"/>
              <a:pathLst>
                <a:path w="12100" h="11089" extrusionOk="0">
                  <a:moveTo>
                    <a:pt x="10512" y="1"/>
                  </a:moveTo>
                  <a:lnTo>
                    <a:pt x="0" y="10513"/>
                  </a:lnTo>
                  <a:cubicBezTo>
                    <a:pt x="207" y="10475"/>
                    <a:pt x="415" y="10456"/>
                    <a:pt x="622" y="10456"/>
                  </a:cubicBezTo>
                  <a:cubicBezTo>
                    <a:pt x="1327" y="10456"/>
                    <a:pt x="2020" y="10674"/>
                    <a:pt x="2602" y="11088"/>
                  </a:cubicBezTo>
                  <a:lnTo>
                    <a:pt x="12099" y="1588"/>
                  </a:lnTo>
                  <a:lnTo>
                    <a:pt x="10512" y="1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2" name="Google Shape;6114;p52">
              <a:extLst>
                <a:ext uri="{FF2B5EF4-FFF2-40B4-BE49-F238E27FC236}">
                  <a16:creationId xmlns:a16="http://schemas.microsoft.com/office/drawing/2014/main" id="{59ED7026-E90B-4C60-BA0D-9CA344A6C55D}"/>
                </a:ext>
              </a:extLst>
            </p:cNvPr>
            <p:cNvSpPr/>
            <p:nvPr/>
          </p:nvSpPr>
          <p:spPr>
            <a:xfrm>
              <a:off x="1824450" y="3805975"/>
              <a:ext cx="157500" cy="150525"/>
            </a:xfrm>
            <a:custGeom>
              <a:avLst/>
              <a:gdLst/>
              <a:ahLst/>
              <a:cxnLst/>
              <a:rect l="l" t="t" r="r" b="b"/>
              <a:pathLst>
                <a:path w="6300" h="6021" extrusionOk="0">
                  <a:moveTo>
                    <a:pt x="3211" y="0"/>
                  </a:moveTo>
                  <a:cubicBezTo>
                    <a:pt x="2484" y="0"/>
                    <a:pt x="1758" y="281"/>
                    <a:pt x="1208" y="841"/>
                  </a:cubicBezTo>
                  <a:lnTo>
                    <a:pt x="0" y="2049"/>
                  </a:lnTo>
                  <a:lnTo>
                    <a:pt x="3972" y="6021"/>
                  </a:lnTo>
                  <a:lnTo>
                    <a:pt x="5180" y="4813"/>
                  </a:lnTo>
                  <a:cubicBezTo>
                    <a:pt x="6294" y="3717"/>
                    <a:pt x="6300" y="1925"/>
                    <a:pt x="5198" y="823"/>
                  </a:cubicBezTo>
                  <a:cubicBezTo>
                    <a:pt x="4649" y="274"/>
                    <a:pt x="3930" y="0"/>
                    <a:pt x="321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3" name="Google Shape;6115;p52">
              <a:extLst>
                <a:ext uri="{FF2B5EF4-FFF2-40B4-BE49-F238E27FC236}">
                  <a16:creationId xmlns:a16="http://schemas.microsoft.com/office/drawing/2014/main" id="{A35A982C-2D4F-4CB8-B29F-2E416F5AFF55}"/>
                </a:ext>
              </a:extLst>
            </p:cNvPr>
            <p:cNvSpPr/>
            <p:nvPr/>
          </p:nvSpPr>
          <p:spPr>
            <a:xfrm>
              <a:off x="1626675" y="3936600"/>
              <a:ext cx="277225" cy="302600"/>
            </a:xfrm>
            <a:custGeom>
              <a:avLst/>
              <a:gdLst/>
              <a:ahLst/>
              <a:cxnLst/>
              <a:rect l="l" t="t" r="r" b="b"/>
              <a:pathLst>
                <a:path w="11089" h="12104" extrusionOk="0">
                  <a:moveTo>
                    <a:pt x="9501" y="1"/>
                  </a:moveTo>
                  <a:lnTo>
                    <a:pt x="1" y="9501"/>
                  </a:lnTo>
                  <a:cubicBezTo>
                    <a:pt x="537" y="10254"/>
                    <a:pt x="745" y="11194"/>
                    <a:pt x="576" y="12103"/>
                  </a:cubicBezTo>
                  <a:lnTo>
                    <a:pt x="11088" y="1591"/>
                  </a:lnTo>
                  <a:lnTo>
                    <a:pt x="9501" y="1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4" name="Google Shape;6116;p52">
              <a:extLst>
                <a:ext uri="{FF2B5EF4-FFF2-40B4-BE49-F238E27FC236}">
                  <a16:creationId xmlns:a16="http://schemas.microsoft.com/office/drawing/2014/main" id="{196F6B18-F506-4B4E-A071-E20ACFB5D390}"/>
                </a:ext>
              </a:extLst>
            </p:cNvPr>
            <p:cNvSpPr/>
            <p:nvPr/>
          </p:nvSpPr>
          <p:spPr>
            <a:xfrm>
              <a:off x="1490050" y="4166500"/>
              <a:ext cx="129950" cy="121825"/>
            </a:xfrm>
            <a:custGeom>
              <a:avLst/>
              <a:gdLst/>
              <a:ahLst/>
              <a:cxnLst/>
              <a:rect l="l" t="t" r="r" b="b"/>
              <a:pathLst>
                <a:path w="5198" h="4873" extrusionOk="0">
                  <a:moveTo>
                    <a:pt x="2693" y="0"/>
                  </a:moveTo>
                  <a:cubicBezTo>
                    <a:pt x="2243" y="0"/>
                    <a:pt x="1790" y="133"/>
                    <a:pt x="1398" y="405"/>
                  </a:cubicBezTo>
                  <a:lnTo>
                    <a:pt x="1398" y="402"/>
                  </a:lnTo>
                  <a:lnTo>
                    <a:pt x="741" y="2446"/>
                  </a:lnTo>
                  <a:lnTo>
                    <a:pt x="139" y="4118"/>
                  </a:lnTo>
                  <a:cubicBezTo>
                    <a:pt x="0" y="4500"/>
                    <a:pt x="295" y="4872"/>
                    <a:pt x="664" y="4872"/>
                  </a:cubicBezTo>
                  <a:cubicBezTo>
                    <a:pt x="727" y="4872"/>
                    <a:pt x="793" y="4861"/>
                    <a:pt x="859" y="4837"/>
                  </a:cubicBezTo>
                  <a:lnTo>
                    <a:pt x="2530" y="4235"/>
                  </a:lnTo>
                  <a:lnTo>
                    <a:pt x="4574" y="3579"/>
                  </a:lnTo>
                  <a:cubicBezTo>
                    <a:pt x="5198" y="2672"/>
                    <a:pt x="5086" y="1450"/>
                    <a:pt x="4306" y="670"/>
                  </a:cubicBezTo>
                  <a:cubicBezTo>
                    <a:pt x="3866" y="228"/>
                    <a:pt x="3282" y="0"/>
                    <a:pt x="269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35" name="Google Shape;6129;p52">
            <a:extLst>
              <a:ext uri="{FF2B5EF4-FFF2-40B4-BE49-F238E27FC236}">
                <a16:creationId xmlns:a16="http://schemas.microsoft.com/office/drawing/2014/main" id="{4E8D1AE9-D5D3-4153-AD8C-91034433756A}"/>
              </a:ext>
            </a:extLst>
          </p:cNvPr>
          <p:cNvGrpSpPr/>
          <p:nvPr/>
        </p:nvGrpSpPr>
        <p:grpSpPr>
          <a:xfrm>
            <a:off x="1150434" y="968824"/>
            <a:ext cx="336296" cy="339235"/>
            <a:chOff x="4464775" y="3806475"/>
            <a:chExt cx="477625" cy="481800"/>
          </a:xfrm>
          <a:solidFill>
            <a:schemeClr val="accent6"/>
          </a:solidFill>
        </p:grpSpPr>
        <p:sp>
          <p:nvSpPr>
            <p:cNvPr id="36" name="Google Shape;6130;p52">
              <a:extLst>
                <a:ext uri="{FF2B5EF4-FFF2-40B4-BE49-F238E27FC236}">
                  <a16:creationId xmlns:a16="http://schemas.microsoft.com/office/drawing/2014/main" id="{2AB43A0A-5026-4A23-834F-AF469F1DAD51}"/>
                </a:ext>
              </a:extLst>
            </p:cNvPr>
            <p:cNvSpPr/>
            <p:nvPr/>
          </p:nvSpPr>
          <p:spPr>
            <a:xfrm>
              <a:off x="4726375" y="3806475"/>
              <a:ext cx="56500" cy="141125"/>
            </a:xfrm>
            <a:custGeom>
              <a:avLst/>
              <a:gdLst/>
              <a:ahLst/>
              <a:cxnLst/>
              <a:rect l="l" t="t" r="r" b="b"/>
              <a:pathLst>
                <a:path w="2260" h="5645" extrusionOk="0">
                  <a:moveTo>
                    <a:pt x="1133" y="1"/>
                  </a:moveTo>
                  <a:cubicBezTo>
                    <a:pt x="978" y="1"/>
                    <a:pt x="823" y="64"/>
                    <a:pt x="712" y="189"/>
                  </a:cubicBezTo>
                  <a:cubicBezTo>
                    <a:pt x="504" y="421"/>
                    <a:pt x="522" y="776"/>
                    <a:pt x="754" y="984"/>
                  </a:cubicBezTo>
                  <a:cubicBezTo>
                    <a:pt x="832" y="1056"/>
                    <a:pt x="1130" y="1385"/>
                    <a:pt x="1130" y="1695"/>
                  </a:cubicBezTo>
                  <a:cubicBezTo>
                    <a:pt x="1130" y="1990"/>
                    <a:pt x="850" y="2315"/>
                    <a:pt x="754" y="2402"/>
                  </a:cubicBezTo>
                  <a:cubicBezTo>
                    <a:pt x="678" y="2472"/>
                    <a:pt x="1" y="3101"/>
                    <a:pt x="1" y="3953"/>
                  </a:cubicBezTo>
                  <a:cubicBezTo>
                    <a:pt x="1" y="4802"/>
                    <a:pt x="675" y="5432"/>
                    <a:pt x="754" y="5501"/>
                  </a:cubicBezTo>
                  <a:cubicBezTo>
                    <a:pt x="861" y="5597"/>
                    <a:pt x="995" y="5644"/>
                    <a:pt x="1128" y="5644"/>
                  </a:cubicBezTo>
                  <a:cubicBezTo>
                    <a:pt x="1283" y="5644"/>
                    <a:pt x="1437" y="5580"/>
                    <a:pt x="1549" y="5456"/>
                  </a:cubicBezTo>
                  <a:cubicBezTo>
                    <a:pt x="1757" y="5224"/>
                    <a:pt x="1735" y="4869"/>
                    <a:pt x="1507" y="4661"/>
                  </a:cubicBezTo>
                  <a:cubicBezTo>
                    <a:pt x="1428" y="4588"/>
                    <a:pt x="1130" y="4260"/>
                    <a:pt x="1130" y="3950"/>
                  </a:cubicBezTo>
                  <a:cubicBezTo>
                    <a:pt x="1130" y="3655"/>
                    <a:pt x="1410" y="3330"/>
                    <a:pt x="1507" y="3242"/>
                  </a:cubicBezTo>
                  <a:cubicBezTo>
                    <a:pt x="1585" y="3173"/>
                    <a:pt x="2259" y="2544"/>
                    <a:pt x="2259" y="1692"/>
                  </a:cubicBezTo>
                  <a:cubicBezTo>
                    <a:pt x="2259" y="842"/>
                    <a:pt x="1585" y="213"/>
                    <a:pt x="1507" y="144"/>
                  </a:cubicBezTo>
                  <a:cubicBezTo>
                    <a:pt x="1399" y="48"/>
                    <a:pt x="1266" y="1"/>
                    <a:pt x="113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7" name="Google Shape;6131;p52">
              <a:extLst>
                <a:ext uri="{FF2B5EF4-FFF2-40B4-BE49-F238E27FC236}">
                  <a16:creationId xmlns:a16="http://schemas.microsoft.com/office/drawing/2014/main" id="{DC1FA845-5EB4-4183-AC92-FE3D1DF03E84}"/>
                </a:ext>
              </a:extLst>
            </p:cNvPr>
            <p:cNvSpPr/>
            <p:nvPr/>
          </p:nvSpPr>
          <p:spPr>
            <a:xfrm>
              <a:off x="4641700" y="3806475"/>
              <a:ext cx="56475" cy="141125"/>
            </a:xfrm>
            <a:custGeom>
              <a:avLst/>
              <a:gdLst/>
              <a:ahLst/>
              <a:cxnLst/>
              <a:rect l="l" t="t" r="r" b="b"/>
              <a:pathLst>
                <a:path w="2259" h="5645" extrusionOk="0">
                  <a:moveTo>
                    <a:pt x="1132" y="1"/>
                  </a:moveTo>
                  <a:cubicBezTo>
                    <a:pt x="977" y="1"/>
                    <a:pt x="823" y="64"/>
                    <a:pt x="711" y="189"/>
                  </a:cubicBezTo>
                  <a:cubicBezTo>
                    <a:pt x="503" y="421"/>
                    <a:pt x="521" y="776"/>
                    <a:pt x="753" y="984"/>
                  </a:cubicBezTo>
                  <a:cubicBezTo>
                    <a:pt x="831" y="1056"/>
                    <a:pt x="1130" y="1385"/>
                    <a:pt x="1130" y="1695"/>
                  </a:cubicBezTo>
                  <a:cubicBezTo>
                    <a:pt x="1130" y="1990"/>
                    <a:pt x="849" y="2315"/>
                    <a:pt x="753" y="2402"/>
                  </a:cubicBezTo>
                  <a:cubicBezTo>
                    <a:pt x="678" y="2472"/>
                    <a:pt x="0" y="3101"/>
                    <a:pt x="0" y="3953"/>
                  </a:cubicBezTo>
                  <a:cubicBezTo>
                    <a:pt x="0" y="4802"/>
                    <a:pt x="675" y="5432"/>
                    <a:pt x="753" y="5501"/>
                  </a:cubicBezTo>
                  <a:cubicBezTo>
                    <a:pt x="860" y="5597"/>
                    <a:pt x="994" y="5644"/>
                    <a:pt x="1127" y="5644"/>
                  </a:cubicBezTo>
                  <a:cubicBezTo>
                    <a:pt x="1282" y="5644"/>
                    <a:pt x="1436" y="5580"/>
                    <a:pt x="1548" y="5456"/>
                  </a:cubicBezTo>
                  <a:cubicBezTo>
                    <a:pt x="1756" y="5224"/>
                    <a:pt x="1735" y="4869"/>
                    <a:pt x="1506" y="4661"/>
                  </a:cubicBezTo>
                  <a:cubicBezTo>
                    <a:pt x="1428" y="4588"/>
                    <a:pt x="1130" y="4260"/>
                    <a:pt x="1130" y="3950"/>
                  </a:cubicBezTo>
                  <a:cubicBezTo>
                    <a:pt x="1130" y="3655"/>
                    <a:pt x="1410" y="3330"/>
                    <a:pt x="1506" y="3242"/>
                  </a:cubicBezTo>
                  <a:cubicBezTo>
                    <a:pt x="1581" y="3173"/>
                    <a:pt x="2259" y="2544"/>
                    <a:pt x="2259" y="1692"/>
                  </a:cubicBezTo>
                  <a:cubicBezTo>
                    <a:pt x="2259" y="842"/>
                    <a:pt x="1581" y="213"/>
                    <a:pt x="1506" y="144"/>
                  </a:cubicBezTo>
                  <a:cubicBezTo>
                    <a:pt x="1399" y="48"/>
                    <a:pt x="1265" y="1"/>
                    <a:pt x="1132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8" name="Google Shape;6132;p52">
              <a:extLst>
                <a:ext uri="{FF2B5EF4-FFF2-40B4-BE49-F238E27FC236}">
                  <a16:creationId xmlns:a16="http://schemas.microsoft.com/office/drawing/2014/main" id="{7E59AEB5-98E4-46AE-BC74-EEE2BE6432FD}"/>
                </a:ext>
              </a:extLst>
            </p:cNvPr>
            <p:cNvSpPr/>
            <p:nvPr/>
          </p:nvSpPr>
          <p:spPr>
            <a:xfrm>
              <a:off x="4557000" y="3806475"/>
              <a:ext cx="56500" cy="141125"/>
            </a:xfrm>
            <a:custGeom>
              <a:avLst/>
              <a:gdLst/>
              <a:ahLst/>
              <a:cxnLst/>
              <a:rect l="l" t="t" r="r" b="b"/>
              <a:pathLst>
                <a:path w="2260" h="5645" extrusionOk="0">
                  <a:moveTo>
                    <a:pt x="1132" y="1"/>
                  </a:moveTo>
                  <a:cubicBezTo>
                    <a:pt x="977" y="1"/>
                    <a:pt x="823" y="64"/>
                    <a:pt x="711" y="189"/>
                  </a:cubicBezTo>
                  <a:cubicBezTo>
                    <a:pt x="504" y="421"/>
                    <a:pt x="522" y="776"/>
                    <a:pt x="753" y="984"/>
                  </a:cubicBezTo>
                  <a:cubicBezTo>
                    <a:pt x="832" y="1056"/>
                    <a:pt x="1130" y="1385"/>
                    <a:pt x="1130" y="1695"/>
                  </a:cubicBezTo>
                  <a:cubicBezTo>
                    <a:pt x="1130" y="1990"/>
                    <a:pt x="850" y="2315"/>
                    <a:pt x="753" y="2402"/>
                  </a:cubicBezTo>
                  <a:cubicBezTo>
                    <a:pt x="678" y="2472"/>
                    <a:pt x="1" y="3101"/>
                    <a:pt x="1" y="3953"/>
                  </a:cubicBezTo>
                  <a:cubicBezTo>
                    <a:pt x="1" y="4802"/>
                    <a:pt x="675" y="5432"/>
                    <a:pt x="753" y="5501"/>
                  </a:cubicBezTo>
                  <a:cubicBezTo>
                    <a:pt x="861" y="5597"/>
                    <a:pt x="994" y="5644"/>
                    <a:pt x="1127" y="5644"/>
                  </a:cubicBezTo>
                  <a:cubicBezTo>
                    <a:pt x="1282" y="5644"/>
                    <a:pt x="1437" y="5580"/>
                    <a:pt x="1548" y="5456"/>
                  </a:cubicBezTo>
                  <a:cubicBezTo>
                    <a:pt x="1756" y="5224"/>
                    <a:pt x="1735" y="4869"/>
                    <a:pt x="1506" y="4661"/>
                  </a:cubicBezTo>
                  <a:cubicBezTo>
                    <a:pt x="1428" y="4588"/>
                    <a:pt x="1130" y="4260"/>
                    <a:pt x="1130" y="3950"/>
                  </a:cubicBezTo>
                  <a:cubicBezTo>
                    <a:pt x="1130" y="3655"/>
                    <a:pt x="1410" y="3330"/>
                    <a:pt x="1506" y="3242"/>
                  </a:cubicBezTo>
                  <a:cubicBezTo>
                    <a:pt x="1582" y="3173"/>
                    <a:pt x="2259" y="2544"/>
                    <a:pt x="2259" y="1692"/>
                  </a:cubicBezTo>
                  <a:cubicBezTo>
                    <a:pt x="2259" y="842"/>
                    <a:pt x="1582" y="213"/>
                    <a:pt x="1506" y="144"/>
                  </a:cubicBezTo>
                  <a:cubicBezTo>
                    <a:pt x="1399" y="48"/>
                    <a:pt x="1265" y="1"/>
                    <a:pt x="1132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9" name="Google Shape;6133;p52">
              <a:extLst>
                <a:ext uri="{FF2B5EF4-FFF2-40B4-BE49-F238E27FC236}">
                  <a16:creationId xmlns:a16="http://schemas.microsoft.com/office/drawing/2014/main" id="{D05984B2-DD18-465C-A46E-2AF8768F5A6A}"/>
                </a:ext>
              </a:extLst>
            </p:cNvPr>
            <p:cNvSpPr/>
            <p:nvPr/>
          </p:nvSpPr>
          <p:spPr>
            <a:xfrm>
              <a:off x="4464775" y="4230875"/>
              <a:ext cx="395250" cy="57400"/>
            </a:xfrm>
            <a:custGeom>
              <a:avLst/>
              <a:gdLst/>
              <a:ahLst/>
              <a:cxnLst/>
              <a:rect l="l" t="t" r="r" b="b"/>
              <a:pathLst>
                <a:path w="15810" h="2296" extrusionOk="0">
                  <a:moveTo>
                    <a:pt x="567" y="1"/>
                  </a:moveTo>
                  <a:cubicBezTo>
                    <a:pt x="254" y="1"/>
                    <a:pt x="1" y="251"/>
                    <a:pt x="1" y="564"/>
                  </a:cubicBezTo>
                  <a:cubicBezTo>
                    <a:pt x="1" y="877"/>
                    <a:pt x="254" y="1130"/>
                    <a:pt x="567" y="1130"/>
                  </a:cubicBezTo>
                  <a:lnTo>
                    <a:pt x="1910" y="1130"/>
                  </a:lnTo>
                  <a:lnTo>
                    <a:pt x="2006" y="1359"/>
                  </a:lnTo>
                  <a:cubicBezTo>
                    <a:pt x="2291" y="1932"/>
                    <a:pt x="2875" y="2295"/>
                    <a:pt x="3516" y="2295"/>
                  </a:cubicBezTo>
                  <a:cubicBezTo>
                    <a:pt x="3519" y="2295"/>
                    <a:pt x="3521" y="2295"/>
                    <a:pt x="3524" y="2295"/>
                  </a:cubicBezTo>
                  <a:lnTo>
                    <a:pt x="12290" y="2295"/>
                  </a:lnTo>
                  <a:cubicBezTo>
                    <a:pt x="12292" y="2295"/>
                    <a:pt x="12295" y="2295"/>
                    <a:pt x="12298" y="2295"/>
                  </a:cubicBezTo>
                  <a:cubicBezTo>
                    <a:pt x="12936" y="2295"/>
                    <a:pt x="13520" y="1932"/>
                    <a:pt x="13804" y="1359"/>
                  </a:cubicBezTo>
                  <a:lnTo>
                    <a:pt x="13901" y="1130"/>
                  </a:lnTo>
                  <a:lnTo>
                    <a:pt x="15247" y="1130"/>
                  </a:lnTo>
                  <a:cubicBezTo>
                    <a:pt x="15557" y="1130"/>
                    <a:pt x="15810" y="877"/>
                    <a:pt x="15810" y="564"/>
                  </a:cubicBezTo>
                  <a:cubicBezTo>
                    <a:pt x="15810" y="251"/>
                    <a:pt x="15557" y="1"/>
                    <a:pt x="1524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40" name="Google Shape;6134;p52">
              <a:extLst>
                <a:ext uri="{FF2B5EF4-FFF2-40B4-BE49-F238E27FC236}">
                  <a16:creationId xmlns:a16="http://schemas.microsoft.com/office/drawing/2014/main" id="{635B9F2C-E452-43B0-AF55-E18163A8BF12}"/>
                </a:ext>
              </a:extLst>
            </p:cNvPr>
            <p:cNvSpPr/>
            <p:nvPr/>
          </p:nvSpPr>
          <p:spPr>
            <a:xfrm>
              <a:off x="4840675" y="4007300"/>
              <a:ext cx="101725" cy="166025"/>
            </a:xfrm>
            <a:custGeom>
              <a:avLst/>
              <a:gdLst/>
              <a:ahLst/>
              <a:cxnLst/>
              <a:rect l="l" t="t" r="r" b="b"/>
              <a:pathLst>
                <a:path w="4069" h="6641" extrusionOk="0">
                  <a:moveTo>
                    <a:pt x="1870" y="0"/>
                  </a:moveTo>
                  <a:cubicBezTo>
                    <a:pt x="1852" y="380"/>
                    <a:pt x="1837" y="759"/>
                    <a:pt x="1795" y="1130"/>
                  </a:cubicBezTo>
                  <a:cubicBezTo>
                    <a:pt x="1927" y="1181"/>
                    <a:pt x="2048" y="1256"/>
                    <a:pt x="2150" y="1355"/>
                  </a:cubicBezTo>
                  <a:cubicBezTo>
                    <a:pt x="2800" y="2006"/>
                    <a:pt x="2433" y="3469"/>
                    <a:pt x="1352" y="4550"/>
                  </a:cubicBezTo>
                  <a:cubicBezTo>
                    <a:pt x="1177" y="4722"/>
                    <a:pt x="991" y="4879"/>
                    <a:pt x="792" y="5017"/>
                  </a:cubicBezTo>
                  <a:cubicBezTo>
                    <a:pt x="566" y="5577"/>
                    <a:pt x="301" y="6119"/>
                    <a:pt x="0" y="6640"/>
                  </a:cubicBezTo>
                  <a:cubicBezTo>
                    <a:pt x="747" y="6429"/>
                    <a:pt x="1506" y="5993"/>
                    <a:pt x="2150" y="5348"/>
                  </a:cubicBezTo>
                  <a:cubicBezTo>
                    <a:pt x="3716" y="3782"/>
                    <a:pt x="4068" y="1678"/>
                    <a:pt x="2948" y="557"/>
                  </a:cubicBezTo>
                  <a:cubicBezTo>
                    <a:pt x="2656" y="268"/>
                    <a:pt x="2280" y="97"/>
                    <a:pt x="1870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41" name="Google Shape;6135;p52">
              <a:extLst>
                <a:ext uri="{FF2B5EF4-FFF2-40B4-BE49-F238E27FC236}">
                  <a16:creationId xmlns:a16="http://schemas.microsoft.com/office/drawing/2014/main" id="{040A4CFE-8B79-4E5D-8AA7-6619E5B2F0FF}"/>
                </a:ext>
              </a:extLst>
            </p:cNvPr>
            <p:cNvSpPr/>
            <p:nvPr/>
          </p:nvSpPr>
          <p:spPr>
            <a:xfrm>
              <a:off x="4464775" y="3976800"/>
              <a:ext cx="395250" cy="225875"/>
            </a:xfrm>
            <a:custGeom>
              <a:avLst/>
              <a:gdLst/>
              <a:ahLst/>
              <a:cxnLst/>
              <a:rect l="l" t="t" r="r" b="b"/>
              <a:pathLst>
                <a:path w="15810" h="9035" extrusionOk="0">
                  <a:moveTo>
                    <a:pt x="564" y="1"/>
                  </a:moveTo>
                  <a:cubicBezTo>
                    <a:pt x="254" y="1"/>
                    <a:pt x="1" y="251"/>
                    <a:pt x="1" y="564"/>
                  </a:cubicBezTo>
                  <a:cubicBezTo>
                    <a:pt x="1" y="3930"/>
                    <a:pt x="1157" y="7026"/>
                    <a:pt x="3075" y="9035"/>
                  </a:cubicBezTo>
                  <a:lnTo>
                    <a:pt x="12735" y="9035"/>
                  </a:lnTo>
                  <a:cubicBezTo>
                    <a:pt x="14654" y="7026"/>
                    <a:pt x="15810" y="3930"/>
                    <a:pt x="15810" y="564"/>
                  </a:cubicBezTo>
                  <a:cubicBezTo>
                    <a:pt x="15810" y="251"/>
                    <a:pt x="15557" y="1"/>
                    <a:pt x="1524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pic>
        <p:nvPicPr>
          <p:cNvPr id="18" name="Picture 17">
            <a:extLst>
              <a:ext uri="{FF2B5EF4-FFF2-40B4-BE49-F238E27FC236}">
                <a16:creationId xmlns:a16="http://schemas.microsoft.com/office/drawing/2014/main" id="{EADD6015-4950-4190-9F97-90ADFBA685FF}"/>
              </a:ext>
            </a:extLst>
          </p:cNvPr>
          <p:cNvPicPr/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46193" y="2065023"/>
            <a:ext cx="6875455" cy="18313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542152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Google Shape;270;p24"/>
          <p:cNvSpPr txBox="1">
            <a:spLocks noGrp="1"/>
          </p:cNvSpPr>
          <p:nvPr>
            <p:ph type="ctrTitle"/>
          </p:nvPr>
        </p:nvSpPr>
        <p:spPr>
          <a:xfrm>
            <a:off x="151761" y="1365844"/>
            <a:ext cx="1766403" cy="796943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2000" dirty="0">
                <a:solidFill>
                  <a:srgbClr val="48FFD5"/>
                </a:solidFill>
                <a:latin typeface="Impact"/>
                <a:ea typeface="Impact"/>
                <a:cs typeface="Impact"/>
                <a:sym typeface="Impact"/>
              </a:rPr>
              <a:t>PENGKODEAN</a:t>
            </a:r>
            <a:br>
              <a:rPr lang="es" sz="2000" dirty="0">
                <a:solidFill>
                  <a:srgbClr val="48FFD5"/>
                </a:solidFill>
                <a:latin typeface="Impact"/>
                <a:ea typeface="Impact"/>
                <a:cs typeface="Impact"/>
                <a:sym typeface="Impact"/>
              </a:rPr>
            </a:br>
            <a:r>
              <a:rPr lang="es" sz="2000" dirty="0">
                <a:solidFill>
                  <a:srgbClr val="48FFD5"/>
                </a:solidFill>
                <a:latin typeface="Impact"/>
                <a:ea typeface="Impact"/>
                <a:cs typeface="Impact"/>
                <a:sym typeface="Impact"/>
              </a:rPr>
              <a:t>SYSTEM</a:t>
            </a:r>
            <a:endParaRPr sz="2000" dirty="0">
              <a:solidFill>
                <a:srgbClr val="48FFD5"/>
              </a:solidFill>
              <a:latin typeface="Impact"/>
              <a:ea typeface="Impact"/>
              <a:cs typeface="Impact"/>
              <a:sym typeface="Impact"/>
            </a:endParaRPr>
          </a:p>
        </p:txBody>
      </p:sp>
      <p:sp>
        <p:nvSpPr>
          <p:cNvPr id="25" name="Google Shape;270;p24">
            <a:extLst>
              <a:ext uri="{FF2B5EF4-FFF2-40B4-BE49-F238E27FC236}">
                <a16:creationId xmlns:a16="http://schemas.microsoft.com/office/drawing/2014/main" id="{826F4B58-B400-4659-B4CE-1684508A8953}"/>
              </a:ext>
            </a:extLst>
          </p:cNvPr>
          <p:cNvSpPr txBox="1">
            <a:spLocks/>
          </p:cNvSpPr>
          <p:nvPr/>
        </p:nvSpPr>
        <p:spPr>
          <a:xfrm>
            <a:off x="1646193" y="4446317"/>
            <a:ext cx="6935189" cy="5254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Roboto Black"/>
              <a:buNone/>
              <a:defRPr sz="3600" b="0" i="0" u="none" strike="noStrike" cap="none">
                <a:solidFill>
                  <a:srgbClr val="FFFFFF"/>
                </a:solidFill>
                <a:latin typeface="Roboto Black"/>
                <a:ea typeface="Roboto Black"/>
                <a:cs typeface="Roboto Black"/>
                <a:sym typeface="Roboto Black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00"/>
              <a:buFont typeface="Bree Serif"/>
              <a:buNone/>
              <a:defRPr sz="5200" b="1" i="0" u="none" strike="noStrike" cap="none">
                <a:solidFill>
                  <a:srgbClr val="FFFFFF"/>
                </a:solidFill>
                <a:latin typeface="Bree Serif"/>
                <a:ea typeface="Bree Serif"/>
                <a:cs typeface="Bree Serif"/>
                <a:sym typeface="Bree Serif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00"/>
              <a:buFont typeface="Bree Serif"/>
              <a:buNone/>
              <a:defRPr sz="5200" b="1" i="0" u="none" strike="noStrike" cap="none">
                <a:solidFill>
                  <a:srgbClr val="FFFFFF"/>
                </a:solidFill>
                <a:latin typeface="Bree Serif"/>
                <a:ea typeface="Bree Serif"/>
                <a:cs typeface="Bree Serif"/>
                <a:sym typeface="Bree Serif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00"/>
              <a:buFont typeface="Bree Serif"/>
              <a:buNone/>
              <a:defRPr sz="5200" b="1" i="0" u="none" strike="noStrike" cap="none">
                <a:solidFill>
                  <a:srgbClr val="FFFFFF"/>
                </a:solidFill>
                <a:latin typeface="Bree Serif"/>
                <a:ea typeface="Bree Serif"/>
                <a:cs typeface="Bree Serif"/>
                <a:sym typeface="Bree Serif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00"/>
              <a:buFont typeface="Bree Serif"/>
              <a:buNone/>
              <a:defRPr sz="5200" b="1" i="0" u="none" strike="noStrike" cap="none">
                <a:solidFill>
                  <a:srgbClr val="FFFFFF"/>
                </a:solidFill>
                <a:latin typeface="Bree Serif"/>
                <a:ea typeface="Bree Serif"/>
                <a:cs typeface="Bree Serif"/>
                <a:sym typeface="Bree Serif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00"/>
              <a:buFont typeface="Bree Serif"/>
              <a:buNone/>
              <a:defRPr sz="5200" b="1" i="0" u="none" strike="noStrike" cap="none">
                <a:solidFill>
                  <a:srgbClr val="FFFFFF"/>
                </a:solidFill>
                <a:latin typeface="Bree Serif"/>
                <a:ea typeface="Bree Serif"/>
                <a:cs typeface="Bree Serif"/>
                <a:sym typeface="Bree Serif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00"/>
              <a:buFont typeface="Bree Serif"/>
              <a:buNone/>
              <a:defRPr sz="5200" b="1" i="0" u="none" strike="noStrike" cap="none">
                <a:solidFill>
                  <a:srgbClr val="FFFFFF"/>
                </a:solidFill>
                <a:latin typeface="Bree Serif"/>
                <a:ea typeface="Bree Serif"/>
                <a:cs typeface="Bree Serif"/>
                <a:sym typeface="Bree Serif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00"/>
              <a:buFont typeface="Bree Serif"/>
              <a:buNone/>
              <a:defRPr sz="5200" b="1" i="0" u="none" strike="noStrike" cap="none">
                <a:solidFill>
                  <a:srgbClr val="FFFFFF"/>
                </a:solidFill>
                <a:latin typeface="Bree Serif"/>
                <a:ea typeface="Bree Serif"/>
                <a:cs typeface="Bree Serif"/>
                <a:sym typeface="Bree Serif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00"/>
              <a:buFont typeface="Bree Serif"/>
              <a:buNone/>
              <a:defRPr sz="5200" b="1" i="0" u="none" strike="noStrike" cap="none">
                <a:solidFill>
                  <a:srgbClr val="FFFFFF"/>
                </a:solidFill>
                <a:latin typeface="Bree Serif"/>
                <a:ea typeface="Bree Serif"/>
                <a:cs typeface="Bree Serif"/>
                <a:sym typeface="Bree Serif"/>
              </a:defRPr>
            </a:lvl9pPr>
          </a:lstStyle>
          <a:p>
            <a:pPr algn="ctr"/>
            <a:r>
              <a:rPr lang="en-US" sz="2000" dirty="0" err="1">
                <a:solidFill>
                  <a:schemeClr val="accent6"/>
                </a:solidFill>
                <a:latin typeface="Impact"/>
                <a:ea typeface="Impact"/>
                <a:cs typeface="Impact"/>
                <a:sym typeface="Impact"/>
              </a:rPr>
              <a:t>Tampilan</a:t>
            </a:r>
            <a:r>
              <a:rPr lang="en-US" sz="2000" dirty="0">
                <a:solidFill>
                  <a:schemeClr val="accent6"/>
                </a:solidFill>
                <a:latin typeface="Impact"/>
                <a:ea typeface="Impact"/>
                <a:cs typeface="Impact"/>
                <a:sym typeface="Impact"/>
              </a:rPr>
              <a:t> </a:t>
            </a:r>
            <a:r>
              <a:rPr lang="en-US" sz="2000" dirty="0" err="1">
                <a:solidFill>
                  <a:schemeClr val="accent6"/>
                </a:solidFill>
                <a:latin typeface="Impact"/>
                <a:ea typeface="Impact"/>
                <a:cs typeface="Impact"/>
                <a:sym typeface="Impact"/>
              </a:rPr>
              <a:t>Pencarian</a:t>
            </a:r>
            <a:r>
              <a:rPr lang="en-US" sz="2000" dirty="0">
                <a:solidFill>
                  <a:schemeClr val="accent6"/>
                </a:solidFill>
                <a:latin typeface="Impact"/>
                <a:ea typeface="Impact"/>
                <a:cs typeface="Impact"/>
                <a:sym typeface="Impact"/>
              </a:rPr>
              <a:t> </a:t>
            </a:r>
            <a:r>
              <a:rPr lang="en-US" sz="2000" dirty="0" err="1">
                <a:solidFill>
                  <a:schemeClr val="accent6"/>
                </a:solidFill>
                <a:latin typeface="Impact"/>
                <a:ea typeface="Impact"/>
                <a:cs typeface="Impact"/>
                <a:sym typeface="Impact"/>
              </a:rPr>
              <a:t>Pengaduan</a:t>
            </a:r>
            <a:endParaRPr lang="en-US" sz="2000" dirty="0">
              <a:solidFill>
                <a:schemeClr val="accent6"/>
              </a:solidFill>
              <a:latin typeface="Impact"/>
              <a:ea typeface="Impact"/>
              <a:cs typeface="Impact"/>
              <a:sym typeface="Impact"/>
            </a:endParaRPr>
          </a:p>
        </p:txBody>
      </p:sp>
      <p:grpSp>
        <p:nvGrpSpPr>
          <p:cNvPr id="30" name="Google Shape;6112;p52">
            <a:extLst>
              <a:ext uri="{FF2B5EF4-FFF2-40B4-BE49-F238E27FC236}">
                <a16:creationId xmlns:a16="http://schemas.microsoft.com/office/drawing/2014/main" id="{4242C9B3-416D-4F66-94F9-B3F98CC371D5}"/>
              </a:ext>
            </a:extLst>
          </p:cNvPr>
          <p:cNvGrpSpPr/>
          <p:nvPr/>
        </p:nvGrpSpPr>
        <p:grpSpPr>
          <a:xfrm>
            <a:off x="620986" y="968837"/>
            <a:ext cx="346347" cy="339623"/>
            <a:chOff x="1490050" y="3805975"/>
            <a:chExt cx="491900" cy="482350"/>
          </a:xfrm>
          <a:solidFill>
            <a:schemeClr val="accent6"/>
          </a:solidFill>
        </p:grpSpPr>
        <p:sp>
          <p:nvSpPr>
            <p:cNvPr id="31" name="Google Shape;6113;p52">
              <a:extLst>
                <a:ext uri="{FF2B5EF4-FFF2-40B4-BE49-F238E27FC236}">
                  <a16:creationId xmlns:a16="http://schemas.microsoft.com/office/drawing/2014/main" id="{11609D5E-D4DF-47AE-85C3-093C27A5AC44}"/>
                </a:ext>
              </a:extLst>
            </p:cNvPr>
            <p:cNvSpPr/>
            <p:nvPr/>
          </p:nvSpPr>
          <p:spPr>
            <a:xfrm>
              <a:off x="1541775" y="3877050"/>
              <a:ext cx="302500" cy="277225"/>
            </a:xfrm>
            <a:custGeom>
              <a:avLst/>
              <a:gdLst/>
              <a:ahLst/>
              <a:cxnLst/>
              <a:rect l="l" t="t" r="r" b="b"/>
              <a:pathLst>
                <a:path w="12100" h="11089" extrusionOk="0">
                  <a:moveTo>
                    <a:pt x="10512" y="1"/>
                  </a:moveTo>
                  <a:lnTo>
                    <a:pt x="0" y="10513"/>
                  </a:lnTo>
                  <a:cubicBezTo>
                    <a:pt x="207" y="10475"/>
                    <a:pt x="415" y="10456"/>
                    <a:pt x="622" y="10456"/>
                  </a:cubicBezTo>
                  <a:cubicBezTo>
                    <a:pt x="1327" y="10456"/>
                    <a:pt x="2020" y="10674"/>
                    <a:pt x="2602" y="11088"/>
                  </a:cubicBezTo>
                  <a:lnTo>
                    <a:pt x="12099" y="1588"/>
                  </a:lnTo>
                  <a:lnTo>
                    <a:pt x="10512" y="1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2" name="Google Shape;6114;p52">
              <a:extLst>
                <a:ext uri="{FF2B5EF4-FFF2-40B4-BE49-F238E27FC236}">
                  <a16:creationId xmlns:a16="http://schemas.microsoft.com/office/drawing/2014/main" id="{59ED7026-E90B-4C60-BA0D-9CA344A6C55D}"/>
                </a:ext>
              </a:extLst>
            </p:cNvPr>
            <p:cNvSpPr/>
            <p:nvPr/>
          </p:nvSpPr>
          <p:spPr>
            <a:xfrm>
              <a:off x="1824450" y="3805975"/>
              <a:ext cx="157500" cy="150525"/>
            </a:xfrm>
            <a:custGeom>
              <a:avLst/>
              <a:gdLst/>
              <a:ahLst/>
              <a:cxnLst/>
              <a:rect l="l" t="t" r="r" b="b"/>
              <a:pathLst>
                <a:path w="6300" h="6021" extrusionOk="0">
                  <a:moveTo>
                    <a:pt x="3211" y="0"/>
                  </a:moveTo>
                  <a:cubicBezTo>
                    <a:pt x="2484" y="0"/>
                    <a:pt x="1758" y="281"/>
                    <a:pt x="1208" y="841"/>
                  </a:cubicBezTo>
                  <a:lnTo>
                    <a:pt x="0" y="2049"/>
                  </a:lnTo>
                  <a:lnTo>
                    <a:pt x="3972" y="6021"/>
                  </a:lnTo>
                  <a:lnTo>
                    <a:pt x="5180" y="4813"/>
                  </a:lnTo>
                  <a:cubicBezTo>
                    <a:pt x="6294" y="3717"/>
                    <a:pt x="6300" y="1925"/>
                    <a:pt x="5198" y="823"/>
                  </a:cubicBezTo>
                  <a:cubicBezTo>
                    <a:pt x="4649" y="274"/>
                    <a:pt x="3930" y="0"/>
                    <a:pt x="321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3" name="Google Shape;6115;p52">
              <a:extLst>
                <a:ext uri="{FF2B5EF4-FFF2-40B4-BE49-F238E27FC236}">
                  <a16:creationId xmlns:a16="http://schemas.microsoft.com/office/drawing/2014/main" id="{A35A982C-2D4F-4CB8-B29F-2E416F5AFF55}"/>
                </a:ext>
              </a:extLst>
            </p:cNvPr>
            <p:cNvSpPr/>
            <p:nvPr/>
          </p:nvSpPr>
          <p:spPr>
            <a:xfrm>
              <a:off x="1626675" y="3936600"/>
              <a:ext cx="277225" cy="302600"/>
            </a:xfrm>
            <a:custGeom>
              <a:avLst/>
              <a:gdLst/>
              <a:ahLst/>
              <a:cxnLst/>
              <a:rect l="l" t="t" r="r" b="b"/>
              <a:pathLst>
                <a:path w="11089" h="12104" extrusionOk="0">
                  <a:moveTo>
                    <a:pt x="9501" y="1"/>
                  </a:moveTo>
                  <a:lnTo>
                    <a:pt x="1" y="9501"/>
                  </a:lnTo>
                  <a:cubicBezTo>
                    <a:pt x="537" y="10254"/>
                    <a:pt x="745" y="11194"/>
                    <a:pt x="576" y="12103"/>
                  </a:cubicBezTo>
                  <a:lnTo>
                    <a:pt x="11088" y="1591"/>
                  </a:lnTo>
                  <a:lnTo>
                    <a:pt x="9501" y="1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4" name="Google Shape;6116;p52">
              <a:extLst>
                <a:ext uri="{FF2B5EF4-FFF2-40B4-BE49-F238E27FC236}">
                  <a16:creationId xmlns:a16="http://schemas.microsoft.com/office/drawing/2014/main" id="{196F6B18-F506-4B4E-A071-E20ACFB5D390}"/>
                </a:ext>
              </a:extLst>
            </p:cNvPr>
            <p:cNvSpPr/>
            <p:nvPr/>
          </p:nvSpPr>
          <p:spPr>
            <a:xfrm>
              <a:off x="1490050" y="4166500"/>
              <a:ext cx="129950" cy="121825"/>
            </a:xfrm>
            <a:custGeom>
              <a:avLst/>
              <a:gdLst/>
              <a:ahLst/>
              <a:cxnLst/>
              <a:rect l="l" t="t" r="r" b="b"/>
              <a:pathLst>
                <a:path w="5198" h="4873" extrusionOk="0">
                  <a:moveTo>
                    <a:pt x="2693" y="0"/>
                  </a:moveTo>
                  <a:cubicBezTo>
                    <a:pt x="2243" y="0"/>
                    <a:pt x="1790" y="133"/>
                    <a:pt x="1398" y="405"/>
                  </a:cubicBezTo>
                  <a:lnTo>
                    <a:pt x="1398" y="402"/>
                  </a:lnTo>
                  <a:lnTo>
                    <a:pt x="741" y="2446"/>
                  </a:lnTo>
                  <a:lnTo>
                    <a:pt x="139" y="4118"/>
                  </a:lnTo>
                  <a:cubicBezTo>
                    <a:pt x="0" y="4500"/>
                    <a:pt x="295" y="4872"/>
                    <a:pt x="664" y="4872"/>
                  </a:cubicBezTo>
                  <a:cubicBezTo>
                    <a:pt x="727" y="4872"/>
                    <a:pt x="793" y="4861"/>
                    <a:pt x="859" y="4837"/>
                  </a:cubicBezTo>
                  <a:lnTo>
                    <a:pt x="2530" y="4235"/>
                  </a:lnTo>
                  <a:lnTo>
                    <a:pt x="4574" y="3579"/>
                  </a:lnTo>
                  <a:cubicBezTo>
                    <a:pt x="5198" y="2672"/>
                    <a:pt x="5086" y="1450"/>
                    <a:pt x="4306" y="670"/>
                  </a:cubicBezTo>
                  <a:cubicBezTo>
                    <a:pt x="3866" y="228"/>
                    <a:pt x="3282" y="0"/>
                    <a:pt x="269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35" name="Google Shape;6129;p52">
            <a:extLst>
              <a:ext uri="{FF2B5EF4-FFF2-40B4-BE49-F238E27FC236}">
                <a16:creationId xmlns:a16="http://schemas.microsoft.com/office/drawing/2014/main" id="{4E8D1AE9-D5D3-4153-AD8C-91034433756A}"/>
              </a:ext>
            </a:extLst>
          </p:cNvPr>
          <p:cNvGrpSpPr/>
          <p:nvPr/>
        </p:nvGrpSpPr>
        <p:grpSpPr>
          <a:xfrm>
            <a:off x="1150434" y="968824"/>
            <a:ext cx="336296" cy="339235"/>
            <a:chOff x="4464775" y="3806475"/>
            <a:chExt cx="477625" cy="481800"/>
          </a:xfrm>
          <a:solidFill>
            <a:schemeClr val="accent6"/>
          </a:solidFill>
        </p:grpSpPr>
        <p:sp>
          <p:nvSpPr>
            <p:cNvPr id="36" name="Google Shape;6130;p52">
              <a:extLst>
                <a:ext uri="{FF2B5EF4-FFF2-40B4-BE49-F238E27FC236}">
                  <a16:creationId xmlns:a16="http://schemas.microsoft.com/office/drawing/2014/main" id="{2AB43A0A-5026-4A23-834F-AF469F1DAD51}"/>
                </a:ext>
              </a:extLst>
            </p:cNvPr>
            <p:cNvSpPr/>
            <p:nvPr/>
          </p:nvSpPr>
          <p:spPr>
            <a:xfrm>
              <a:off x="4726375" y="3806475"/>
              <a:ext cx="56500" cy="141125"/>
            </a:xfrm>
            <a:custGeom>
              <a:avLst/>
              <a:gdLst/>
              <a:ahLst/>
              <a:cxnLst/>
              <a:rect l="l" t="t" r="r" b="b"/>
              <a:pathLst>
                <a:path w="2260" h="5645" extrusionOk="0">
                  <a:moveTo>
                    <a:pt x="1133" y="1"/>
                  </a:moveTo>
                  <a:cubicBezTo>
                    <a:pt x="978" y="1"/>
                    <a:pt x="823" y="64"/>
                    <a:pt x="712" y="189"/>
                  </a:cubicBezTo>
                  <a:cubicBezTo>
                    <a:pt x="504" y="421"/>
                    <a:pt x="522" y="776"/>
                    <a:pt x="754" y="984"/>
                  </a:cubicBezTo>
                  <a:cubicBezTo>
                    <a:pt x="832" y="1056"/>
                    <a:pt x="1130" y="1385"/>
                    <a:pt x="1130" y="1695"/>
                  </a:cubicBezTo>
                  <a:cubicBezTo>
                    <a:pt x="1130" y="1990"/>
                    <a:pt x="850" y="2315"/>
                    <a:pt x="754" y="2402"/>
                  </a:cubicBezTo>
                  <a:cubicBezTo>
                    <a:pt x="678" y="2472"/>
                    <a:pt x="1" y="3101"/>
                    <a:pt x="1" y="3953"/>
                  </a:cubicBezTo>
                  <a:cubicBezTo>
                    <a:pt x="1" y="4802"/>
                    <a:pt x="675" y="5432"/>
                    <a:pt x="754" y="5501"/>
                  </a:cubicBezTo>
                  <a:cubicBezTo>
                    <a:pt x="861" y="5597"/>
                    <a:pt x="995" y="5644"/>
                    <a:pt x="1128" y="5644"/>
                  </a:cubicBezTo>
                  <a:cubicBezTo>
                    <a:pt x="1283" y="5644"/>
                    <a:pt x="1437" y="5580"/>
                    <a:pt x="1549" y="5456"/>
                  </a:cubicBezTo>
                  <a:cubicBezTo>
                    <a:pt x="1757" y="5224"/>
                    <a:pt x="1735" y="4869"/>
                    <a:pt x="1507" y="4661"/>
                  </a:cubicBezTo>
                  <a:cubicBezTo>
                    <a:pt x="1428" y="4588"/>
                    <a:pt x="1130" y="4260"/>
                    <a:pt x="1130" y="3950"/>
                  </a:cubicBezTo>
                  <a:cubicBezTo>
                    <a:pt x="1130" y="3655"/>
                    <a:pt x="1410" y="3330"/>
                    <a:pt x="1507" y="3242"/>
                  </a:cubicBezTo>
                  <a:cubicBezTo>
                    <a:pt x="1585" y="3173"/>
                    <a:pt x="2259" y="2544"/>
                    <a:pt x="2259" y="1692"/>
                  </a:cubicBezTo>
                  <a:cubicBezTo>
                    <a:pt x="2259" y="842"/>
                    <a:pt x="1585" y="213"/>
                    <a:pt x="1507" y="144"/>
                  </a:cubicBezTo>
                  <a:cubicBezTo>
                    <a:pt x="1399" y="48"/>
                    <a:pt x="1266" y="1"/>
                    <a:pt x="113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7" name="Google Shape;6131;p52">
              <a:extLst>
                <a:ext uri="{FF2B5EF4-FFF2-40B4-BE49-F238E27FC236}">
                  <a16:creationId xmlns:a16="http://schemas.microsoft.com/office/drawing/2014/main" id="{DC1FA845-5EB4-4183-AC92-FE3D1DF03E84}"/>
                </a:ext>
              </a:extLst>
            </p:cNvPr>
            <p:cNvSpPr/>
            <p:nvPr/>
          </p:nvSpPr>
          <p:spPr>
            <a:xfrm>
              <a:off x="4641700" y="3806475"/>
              <a:ext cx="56475" cy="141125"/>
            </a:xfrm>
            <a:custGeom>
              <a:avLst/>
              <a:gdLst/>
              <a:ahLst/>
              <a:cxnLst/>
              <a:rect l="l" t="t" r="r" b="b"/>
              <a:pathLst>
                <a:path w="2259" h="5645" extrusionOk="0">
                  <a:moveTo>
                    <a:pt x="1132" y="1"/>
                  </a:moveTo>
                  <a:cubicBezTo>
                    <a:pt x="977" y="1"/>
                    <a:pt x="823" y="64"/>
                    <a:pt x="711" y="189"/>
                  </a:cubicBezTo>
                  <a:cubicBezTo>
                    <a:pt x="503" y="421"/>
                    <a:pt x="521" y="776"/>
                    <a:pt x="753" y="984"/>
                  </a:cubicBezTo>
                  <a:cubicBezTo>
                    <a:pt x="831" y="1056"/>
                    <a:pt x="1130" y="1385"/>
                    <a:pt x="1130" y="1695"/>
                  </a:cubicBezTo>
                  <a:cubicBezTo>
                    <a:pt x="1130" y="1990"/>
                    <a:pt x="849" y="2315"/>
                    <a:pt x="753" y="2402"/>
                  </a:cubicBezTo>
                  <a:cubicBezTo>
                    <a:pt x="678" y="2472"/>
                    <a:pt x="0" y="3101"/>
                    <a:pt x="0" y="3953"/>
                  </a:cubicBezTo>
                  <a:cubicBezTo>
                    <a:pt x="0" y="4802"/>
                    <a:pt x="675" y="5432"/>
                    <a:pt x="753" y="5501"/>
                  </a:cubicBezTo>
                  <a:cubicBezTo>
                    <a:pt x="860" y="5597"/>
                    <a:pt x="994" y="5644"/>
                    <a:pt x="1127" y="5644"/>
                  </a:cubicBezTo>
                  <a:cubicBezTo>
                    <a:pt x="1282" y="5644"/>
                    <a:pt x="1436" y="5580"/>
                    <a:pt x="1548" y="5456"/>
                  </a:cubicBezTo>
                  <a:cubicBezTo>
                    <a:pt x="1756" y="5224"/>
                    <a:pt x="1735" y="4869"/>
                    <a:pt x="1506" y="4661"/>
                  </a:cubicBezTo>
                  <a:cubicBezTo>
                    <a:pt x="1428" y="4588"/>
                    <a:pt x="1130" y="4260"/>
                    <a:pt x="1130" y="3950"/>
                  </a:cubicBezTo>
                  <a:cubicBezTo>
                    <a:pt x="1130" y="3655"/>
                    <a:pt x="1410" y="3330"/>
                    <a:pt x="1506" y="3242"/>
                  </a:cubicBezTo>
                  <a:cubicBezTo>
                    <a:pt x="1581" y="3173"/>
                    <a:pt x="2259" y="2544"/>
                    <a:pt x="2259" y="1692"/>
                  </a:cubicBezTo>
                  <a:cubicBezTo>
                    <a:pt x="2259" y="842"/>
                    <a:pt x="1581" y="213"/>
                    <a:pt x="1506" y="144"/>
                  </a:cubicBezTo>
                  <a:cubicBezTo>
                    <a:pt x="1399" y="48"/>
                    <a:pt x="1265" y="1"/>
                    <a:pt x="1132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8" name="Google Shape;6132;p52">
              <a:extLst>
                <a:ext uri="{FF2B5EF4-FFF2-40B4-BE49-F238E27FC236}">
                  <a16:creationId xmlns:a16="http://schemas.microsoft.com/office/drawing/2014/main" id="{7E59AEB5-98E4-46AE-BC74-EEE2BE6432FD}"/>
                </a:ext>
              </a:extLst>
            </p:cNvPr>
            <p:cNvSpPr/>
            <p:nvPr/>
          </p:nvSpPr>
          <p:spPr>
            <a:xfrm>
              <a:off x="4557000" y="3806475"/>
              <a:ext cx="56500" cy="141125"/>
            </a:xfrm>
            <a:custGeom>
              <a:avLst/>
              <a:gdLst/>
              <a:ahLst/>
              <a:cxnLst/>
              <a:rect l="l" t="t" r="r" b="b"/>
              <a:pathLst>
                <a:path w="2260" h="5645" extrusionOk="0">
                  <a:moveTo>
                    <a:pt x="1132" y="1"/>
                  </a:moveTo>
                  <a:cubicBezTo>
                    <a:pt x="977" y="1"/>
                    <a:pt x="823" y="64"/>
                    <a:pt x="711" y="189"/>
                  </a:cubicBezTo>
                  <a:cubicBezTo>
                    <a:pt x="504" y="421"/>
                    <a:pt x="522" y="776"/>
                    <a:pt x="753" y="984"/>
                  </a:cubicBezTo>
                  <a:cubicBezTo>
                    <a:pt x="832" y="1056"/>
                    <a:pt x="1130" y="1385"/>
                    <a:pt x="1130" y="1695"/>
                  </a:cubicBezTo>
                  <a:cubicBezTo>
                    <a:pt x="1130" y="1990"/>
                    <a:pt x="850" y="2315"/>
                    <a:pt x="753" y="2402"/>
                  </a:cubicBezTo>
                  <a:cubicBezTo>
                    <a:pt x="678" y="2472"/>
                    <a:pt x="1" y="3101"/>
                    <a:pt x="1" y="3953"/>
                  </a:cubicBezTo>
                  <a:cubicBezTo>
                    <a:pt x="1" y="4802"/>
                    <a:pt x="675" y="5432"/>
                    <a:pt x="753" y="5501"/>
                  </a:cubicBezTo>
                  <a:cubicBezTo>
                    <a:pt x="861" y="5597"/>
                    <a:pt x="994" y="5644"/>
                    <a:pt x="1127" y="5644"/>
                  </a:cubicBezTo>
                  <a:cubicBezTo>
                    <a:pt x="1282" y="5644"/>
                    <a:pt x="1437" y="5580"/>
                    <a:pt x="1548" y="5456"/>
                  </a:cubicBezTo>
                  <a:cubicBezTo>
                    <a:pt x="1756" y="5224"/>
                    <a:pt x="1735" y="4869"/>
                    <a:pt x="1506" y="4661"/>
                  </a:cubicBezTo>
                  <a:cubicBezTo>
                    <a:pt x="1428" y="4588"/>
                    <a:pt x="1130" y="4260"/>
                    <a:pt x="1130" y="3950"/>
                  </a:cubicBezTo>
                  <a:cubicBezTo>
                    <a:pt x="1130" y="3655"/>
                    <a:pt x="1410" y="3330"/>
                    <a:pt x="1506" y="3242"/>
                  </a:cubicBezTo>
                  <a:cubicBezTo>
                    <a:pt x="1582" y="3173"/>
                    <a:pt x="2259" y="2544"/>
                    <a:pt x="2259" y="1692"/>
                  </a:cubicBezTo>
                  <a:cubicBezTo>
                    <a:pt x="2259" y="842"/>
                    <a:pt x="1582" y="213"/>
                    <a:pt x="1506" y="144"/>
                  </a:cubicBezTo>
                  <a:cubicBezTo>
                    <a:pt x="1399" y="48"/>
                    <a:pt x="1265" y="1"/>
                    <a:pt x="1132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9" name="Google Shape;6133;p52">
              <a:extLst>
                <a:ext uri="{FF2B5EF4-FFF2-40B4-BE49-F238E27FC236}">
                  <a16:creationId xmlns:a16="http://schemas.microsoft.com/office/drawing/2014/main" id="{D05984B2-DD18-465C-A46E-2AF8768F5A6A}"/>
                </a:ext>
              </a:extLst>
            </p:cNvPr>
            <p:cNvSpPr/>
            <p:nvPr/>
          </p:nvSpPr>
          <p:spPr>
            <a:xfrm>
              <a:off x="4464775" y="4230875"/>
              <a:ext cx="395250" cy="57400"/>
            </a:xfrm>
            <a:custGeom>
              <a:avLst/>
              <a:gdLst/>
              <a:ahLst/>
              <a:cxnLst/>
              <a:rect l="l" t="t" r="r" b="b"/>
              <a:pathLst>
                <a:path w="15810" h="2296" extrusionOk="0">
                  <a:moveTo>
                    <a:pt x="567" y="1"/>
                  </a:moveTo>
                  <a:cubicBezTo>
                    <a:pt x="254" y="1"/>
                    <a:pt x="1" y="251"/>
                    <a:pt x="1" y="564"/>
                  </a:cubicBezTo>
                  <a:cubicBezTo>
                    <a:pt x="1" y="877"/>
                    <a:pt x="254" y="1130"/>
                    <a:pt x="567" y="1130"/>
                  </a:cubicBezTo>
                  <a:lnTo>
                    <a:pt x="1910" y="1130"/>
                  </a:lnTo>
                  <a:lnTo>
                    <a:pt x="2006" y="1359"/>
                  </a:lnTo>
                  <a:cubicBezTo>
                    <a:pt x="2291" y="1932"/>
                    <a:pt x="2875" y="2295"/>
                    <a:pt x="3516" y="2295"/>
                  </a:cubicBezTo>
                  <a:cubicBezTo>
                    <a:pt x="3519" y="2295"/>
                    <a:pt x="3521" y="2295"/>
                    <a:pt x="3524" y="2295"/>
                  </a:cubicBezTo>
                  <a:lnTo>
                    <a:pt x="12290" y="2295"/>
                  </a:lnTo>
                  <a:cubicBezTo>
                    <a:pt x="12292" y="2295"/>
                    <a:pt x="12295" y="2295"/>
                    <a:pt x="12298" y="2295"/>
                  </a:cubicBezTo>
                  <a:cubicBezTo>
                    <a:pt x="12936" y="2295"/>
                    <a:pt x="13520" y="1932"/>
                    <a:pt x="13804" y="1359"/>
                  </a:cubicBezTo>
                  <a:lnTo>
                    <a:pt x="13901" y="1130"/>
                  </a:lnTo>
                  <a:lnTo>
                    <a:pt x="15247" y="1130"/>
                  </a:lnTo>
                  <a:cubicBezTo>
                    <a:pt x="15557" y="1130"/>
                    <a:pt x="15810" y="877"/>
                    <a:pt x="15810" y="564"/>
                  </a:cubicBezTo>
                  <a:cubicBezTo>
                    <a:pt x="15810" y="251"/>
                    <a:pt x="15557" y="1"/>
                    <a:pt x="1524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40" name="Google Shape;6134;p52">
              <a:extLst>
                <a:ext uri="{FF2B5EF4-FFF2-40B4-BE49-F238E27FC236}">
                  <a16:creationId xmlns:a16="http://schemas.microsoft.com/office/drawing/2014/main" id="{635B9F2C-E452-43B0-AF55-E18163A8BF12}"/>
                </a:ext>
              </a:extLst>
            </p:cNvPr>
            <p:cNvSpPr/>
            <p:nvPr/>
          </p:nvSpPr>
          <p:spPr>
            <a:xfrm>
              <a:off x="4840675" y="4007300"/>
              <a:ext cx="101725" cy="166025"/>
            </a:xfrm>
            <a:custGeom>
              <a:avLst/>
              <a:gdLst/>
              <a:ahLst/>
              <a:cxnLst/>
              <a:rect l="l" t="t" r="r" b="b"/>
              <a:pathLst>
                <a:path w="4069" h="6641" extrusionOk="0">
                  <a:moveTo>
                    <a:pt x="1870" y="0"/>
                  </a:moveTo>
                  <a:cubicBezTo>
                    <a:pt x="1852" y="380"/>
                    <a:pt x="1837" y="759"/>
                    <a:pt x="1795" y="1130"/>
                  </a:cubicBezTo>
                  <a:cubicBezTo>
                    <a:pt x="1927" y="1181"/>
                    <a:pt x="2048" y="1256"/>
                    <a:pt x="2150" y="1355"/>
                  </a:cubicBezTo>
                  <a:cubicBezTo>
                    <a:pt x="2800" y="2006"/>
                    <a:pt x="2433" y="3469"/>
                    <a:pt x="1352" y="4550"/>
                  </a:cubicBezTo>
                  <a:cubicBezTo>
                    <a:pt x="1177" y="4722"/>
                    <a:pt x="991" y="4879"/>
                    <a:pt x="792" y="5017"/>
                  </a:cubicBezTo>
                  <a:cubicBezTo>
                    <a:pt x="566" y="5577"/>
                    <a:pt x="301" y="6119"/>
                    <a:pt x="0" y="6640"/>
                  </a:cubicBezTo>
                  <a:cubicBezTo>
                    <a:pt x="747" y="6429"/>
                    <a:pt x="1506" y="5993"/>
                    <a:pt x="2150" y="5348"/>
                  </a:cubicBezTo>
                  <a:cubicBezTo>
                    <a:pt x="3716" y="3782"/>
                    <a:pt x="4068" y="1678"/>
                    <a:pt x="2948" y="557"/>
                  </a:cubicBezTo>
                  <a:cubicBezTo>
                    <a:pt x="2656" y="268"/>
                    <a:pt x="2280" y="97"/>
                    <a:pt x="1870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41" name="Google Shape;6135;p52">
              <a:extLst>
                <a:ext uri="{FF2B5EF4-FFF2-40B4-BE49-F238E27FC236}">
                  <a16:creationId xmlns:a16="http://schemas.microsoft.com/office/drawing/2014/main" id="{040A4CFE-8B79-4E5D-8AA7-6619E5B2F0FF}"/>
                </a:ext>
              </a:extLst>
            </p:cNvPr>
            <p:cNvSpPr/>
            <p:nvPr/>
          </p:nvSpPr>
          <p:spPr>
            <a:xfrm>
              <a:off x="4464775" y="3976800"/>
              <a:ext cx="395250" cy="225875"/>
            </a:xfrm>
            <a:custGeom>
              <a:avLst/>
              <a:gdLst/>
              <a:ahLst/>
              <a:cxnLst/>
              <a:rect l="l" t="t" r="r" b="b"/>
              <a:pathLst>
                <a:path w="15810" h="9035" extrusionOk="0">
                  <a:moveTo>
                    <a:pt x="564" y="1"/>
                  </a:moveTo>
                  <a:cubicBezTo>
                    <a:pt x="254" y="1"/>
                    <a:pt x="1" y="251"/>
                    <a:pt x="1" y="564"/>
                  </a:cubicBezTo>
                  <a:cubicBezTo>
                    <a:pt x="1" y="3930"/>
                    <a:pt x="1157" y="7026"/>
                    <a:pt x="3075" y="9035"/>
                  </a:cubicBezTo>
                  <a:lnTo>
                    <a:pt x="12735" y="9035"/>
                  </a:lnTo>
                  <a:cubicBezTo>
                    <a:pt x="14654" y="7026"/>
                    <a:pt x="15810" y="3930"/>
                    <a:pt x="15810" y="564"/>
                  </a:cubicBezTo>
                  <a:cubicBezTo>
                    <a:pt x="15810" y="251"/>
                    <a:pt x="15557" y="1"/>
                    <a:pt x="1524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pic>
        <p:nvPicPr>
          <p:cNvPr id="17" name="Picture 16">
            <a:extLst>
              <a:ext uri="{FF2B5EF4-FFF2-40B4-BE49-F238E27FC236}">
                <a16:creationId xmlns:a16="http://schemas.microsoft.com/office/drawing/2014/main" id="{E29CD75D-7963-43A9-B6D4-4D50AF48B880}"/>
              </a:ext>
            </a:extLst>
          </p:cNvPr>
          <p:cNvPicPr/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77942" y="1197512"/>
            <a:ext cx="6085805" cy="32488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178642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Google Shape;270;p24"/>
          <p:cNvSpPr txBox="1">
            <a:spLocks noGrp="1"/>
          </p:cNvSpPr>
          <p:nvPr>
            <p:ph type="ctrTitle"/>
          </p:nvPr>
        </p:nvSpPr>
        <p:spPr>
          <a:xfrm>
            <a:off x="151761" y="1365844"/>
            <a:ext cx="1766403" cy="796943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2000" dirty="0">
                <a:solidFill>
                  <a:srgbClr val="48FFD5"/>
                </a:solidFill>
                <a:latin typeface="Impact"/>
                <a:ea typeface="Impact"/>
                <a:cs typeface="Impact"/>
                <a:sym typeface="Impact"/>
              </a:rPr>
              <a:t>PENGKODEAN</a:t>
            </a:r>
            <a:br>
              <a:rPr lang="es" sz="2000" dirty="0">
                <a:solidFill>
                  <a:srgbClr val="48FFD5"/>
                </a:solidFill>
                <a:latin typeface="Impact"/>
                <a:ea typeface="Impact"/>
                <a:cs typeface="Impact"/>
                <a:sym typeface="Impact"/>
              </a:rPr>
            </a:br>
            <a:r>
              <a:rPr lang="es" sz="2000" dirty="0">
                <a:solidFill>
                  <a:srgbClr val="48FFD5"/>
                </a:solidFill>
                <a:latin typeface="Impact"/>
                <a:ea typeface="Impact"/>
                <a:cs typeface="Impact"/>
                <a:sym typeface="Impact"/>
              </a:rPr>
              <a:t>SYSTEM</a:t>
            </a:r>
            <a:endParaRPr sz="2000" dirty="0">
              <a:solidFill>
                <a:srgbClr val="48FFD5"/>
              </a:solidFill>
              <a:latin typeface="Impact"/>
              <a:ea typeface="Impact"/>
              <a:cs typeface="Impact"/>
              <a:sym typeface="Impact"/>
            </a:endParaRPr>
          </a:p>
        </p:txBody>
      </p:sp>
      <p:sp>
        <p:nvSpPr>
          <p:cNvPr id="25" name="Google Shape;270;p24">
            <a:extLst>
              <a:ext uri="{FF2B5EF4-FFF2-40B4-BE49-F238E27FC236}">
                <a16:creationId xmlns:a16="http://schemas.microsoft.com/office/drawing/2014/main" id="{826F4B58-B400-4659-B4CE-1684508A8953}"/>
              </a:ext>
            </a:extLst>
          </p:cNvPr>
          <p:cNvSpPr txBox="1">
            <a:spLocks/>
          </p:cNvSpPr>
          <p:nvPr/>
        </p:nvSpPr>
        <p:spPr>
          <a:xfrm>
            <a:off x="1646193" y="4446317"/>
            <a:ext cx="6935189" cy="5254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Roboto Black"/>
              <a:buNone/>
              <a:defRPr sz="3600" b="0" i="0" u="none" strike="noStrike" cap="none">
                <a:solidFill>
                  <a:srgbClr val="FFFFFF"/>
                </a:solidFill>
                <a:latin typeface="Roboto Black"/>
                <a:ea typeface="Roboto Black"/>
                <a:cs typeface="Roboto Black"/>
                <a:sym typeface="Roboto Black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00"/>
              <a:buFont typeface="Bree Serif"/>
              <a:buNone/>
              <a:defRPr sz="5200" b="1" i="0" u="none" strike="noStrike" cap="none">
                <a:solidFill>
                  <a:srgbClr val="FFFFFF"/>
                </a:solidFill>
                <a:latin typeface="Bree Serif"/>
                <a:ea typeface="Bree Serif"/>
                <a:cs typeface="Bree Serif"/>
                <a:sym typeface="Bree Serif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00"/>
              <a:buFont typeface="Bree Serif"/>
              <a:buNone/>
              <a:defRPr sz="5200" b="1" i="0" u="none" strike="noStrike" cap="none">
                <a:solidFill>
                  <a:srgbClr val="FFFFFF"/>
                </a:solidFill>
                <a:latin typeface="Bree Serif"/>
                <a:ea typeface="Bree Serif"/>
                <a:cs typeface="Bree Serif"/>
                <a:sym typeface="Bree Serif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00"/>
              <a:buFont typeface="Bree Serif"/>
              <a:buNone/>
              <a:defRPr sz="5200" b="1" i="0" u="none" strike="noStrike" cap="none">
                <a:solidFill>
                  <a:srgbClr val="FFFFFF"/>
                </a:solidFill>
                <a:latin typeface="Bree Serif"/>
                <a:ea typeface="Bree Serif"/>
                <a:cs typeface="Bree Serif"/>
                <a:sym typeface="Bree Serif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00"/>
              <a:buFont typeface="Bree Serif"/>
              <a:buNone/>
              <a:defRPr sz="5200" b="1" i="0" u="none" strike="noStrike" cap="none">
                <a:solidFill>
                  <a:srgbClr val="FFFFFF"/>
                </a:solidFill>
                <a:latin typeface="Bree Serif"/>
                <a:ea typeface="Bree Serif"/>
                <a:cs typeface="Bree Serif"/>
                <a:sym typeface="Bree Serif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00"/>
              <a:buFont typeface="Bree Serif"/>
              <a:buNone/>
              <a:defRPr sz="5200" b="1" i="0" u="none" strike="noStrike" cap="none">
                <a:solidFill>
                  <a:srgbClr val="FFFFFF"/>
                </a:solidFill>
                <a:latin typeface="Bree Serif"/>
                <a:ea typeface="Bree Serif"/>
                <a:cs typeface="Bree Serif"/>
                <a:sym typeface="Bree Serif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00"/>
              <a:buFont typeface="Bree Serif"/>
              <a:buNone/>
              <a:defRPr sz="5200" b="1" i="0" u="none" strike="noStrike" cap="none">
                <a:solidFill>
                  <a:srgbClr val="FFFFFF"/>
                </a:solidFill>
                <a:latin typeface="Bree Serif"/>
                <a:ea typeface="Bree Serif"/>
                <a:cs typeface="Bree Serif"/>
                <a:sym typeface="Bree Serif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00"/>
              <a:buFont typeface="Bree Serif"/>
              <a:buNone/>
              <a:defRPr sz="5200" b="1" i="0" u="none" strike="noStrike" cap="none">
                <a:solidFill>
                  <a:srgbClr val="FFFFFF"/>
                </a:solidFill>
                <a:latin typeface="Bree Serif"/>
                <a:ea typeface="Bree Serif"/>
                <a:cs typeface="Bree Serif"/>
                <a:sym typeface="Bree Serif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00"/>
              <a:buFont typeface="Bree Serif"/>
              <a:buNone/>
              <a:defRPr sz="5200" b="1" i="0" u="none" strike="noStrike" cap="none">
                <a:solidFill>
                  <a:srgbClr val="FFFFFF"/>
                </a:solidFill>
                <a:latin typeface="Bree Serif"/>
                <a:ea typeface="Bree Serif"/>
                <a:cs typeface="Bree Serif"/>
                <a:sym typeface="Bree Serif"/>
              </a:defRPr>
            </a:lvl9pPr>
          </a:lstStyle>
          <a:p>
            <a:pPr algn="ctr"/>
            <a:r>
              <a:rPr lang="en-US" sz="2000" dirty="0" err="1">
                <a:solidFill>
                  <a:schemeClr val="accent6"/>
                </a:solidFill>
                <a:latin typeface="Impact"/>
                <a:ea typeface="Impact"/>
                <a:cs typeface="Impact"/>
                <a:sym typeface="Impact"/>
              </a:rPr>
              <a:t>Tampilan</a:t>
            </a:r>
            <a:r>
              <a:rPr lang="en-US" sz="2000" dirty="0">
                <a:solidFill>
                  <a:schemeClr val="accent6"/>
                </a:solidFill>
                <a:latin typeface="Impact"/>
                <a:ea typeface="Impact"/>
                <a:cs typeface="Impact"/>
                <a:sym typeface="Impact"/>
              </a:rPr>
              <a:t> </a:t>
            </a:r>
            <a:r>
              <a:rPr lang="en-US" sz="2000" dirty="0" err="1">
                <a:solidFill>
                  <a:schemeClr val="accent6"/>
                </a:solidFill>
                <a:latin typeface="Impact"/>
                <a:ea typeface="Impact"/>
                <a:cs typeface="Impact"/>
                <a:sym typeface="Impact"/>
              </a:rPr>
              <a:t>Membuat</a:t>
            </a:r>
            <a:r>
              <a:rPr lang="en-US" sz="2000" dirty="0">
                <a:solidFill>
                  <a:schemeClr val="accent6"/>
                </a:solidFill>
                <a:latin typeface="Impact"/>
                <a:ea typeface="Impact"/>
                <a:cs typeface="Impact"/>
                <a:sym typeface="Impact"/>
              </a:rPr>
              <a:t> </a:t>
            </a:r>
            <a:r>
              <a:rPr lang="en-US" sz="2000" dirty="0" err="1">
                <a:solidFill>
                  <a:schemeClr val="accent6"/>
                </a:solidFill>
                <a:latin typeface="Impact"/>
                <a:ea typeface="Impact"/>
                <a:cs typeface="Impact"/>
                <a:sym typeface="Impact"/>
              </a:rPr>
              <a:t>Pengaduan</a:t>
            </a:r>
            <a:endParaRPr lang="en-US" sz="2000" dirty="0">
              <a:solidFill>
                <a:schemeClr val="accent6"/>
              </a:solidFill>
              <a:latin typeface="Impact"/>
              <a:ea typeface="Impact"/>
              <a:cs typeface="Impact"/>
              <a:sym typeface="Impact"/>
            </a:endParaRPr>
          </a:p>
        </p:txBody>
      </p:sp>
      <p:grpSp>
        <p:nvGrpSpPr>
          <p:cNvPr id="30" name="Google Shape;6112;p52">
            <a:extLst>
              <a:ext uri="{FF2B5EF4-FFF2-40B4-BE49-F238E27FC236}">
                <a16:creationId xmlns:a16="http://schemas.microsoft.com/office/drawing/2014/main" id="{4242C9B3-416D-4F66-94F9-B3F98CC371D5}"/>
              </a:ext>
            </a:extLst>
          </p:cNvPr>
          <p:cNvGrpSpPr/>
          <p:nvPr/>
        </p:nvGrpSpPr>
        <p:grpSpPr>
          <a:xfrm>
            <a:off x="620986" y="968837"/>
            <a:ext cx="346347" cy="339623"/>
            <a:chOff x="1490050" y="3805975"/>
            <a:chExt cx="491900" cy="482350"/>
          </a:xfrm>
          <a:solidFill>
            <a:schemeClr val="accent6"/>
          </a:solidFill>
        </p:grpSpPr>
        <p:sp>
          <p:nvSpPr>
            <p:cNvPr id="31" name="Google Shape;6113;p52">
              <a:extLst>
                <a:ext uri="{FF2B5EF4-FFF2-40B4-BE49-F238E27FC236}">
                  <a16:creationId xmlns:a16="http://schemas.microsoft.com/office/drawing/2014/main" id="{11609D5E-D4DF-47AE-85C3-093C27A5AC44}"/>
                </a:ext>
              </a:extLst>
            </p:cNvPr>
            <p:cNvSpPr/>
            <p:nvPr/>
          </p:nvSpPr>
          <p:spPr>
            <a:xfrm>
              <a:off x="1541775" y="3877050"/>
              <a:ext cx="302500" cy="277225"/>
            </a:xfrm>
            <a:custGeom>
              <a:avLst/>
              <a:gdLst/>
              <a:ahLst/>
              <a:cxnLst/>
              <a:rect l="l" t="t" r="r" b="b"/>
              <a:pathLst>
                <a:path w="12100" h="11089" extrusionOk="0">
                  <a:moveTo>
                    <a:pt x="10512" y="1"/>
                  </a:moveTo>
                  <a:lnTo>
                    <a:pt x="0" y="10513"/>
                  </a:lnTo>
                  <a:cubicBezTo>
                    <a:pt x="207" y="10475"/>
                    <a:pt x="415" y="10456"/>
                    <a:pt x="622" y="10456"/>
                  </a:cubicBezTo>
                  <a:cubicBezTo>
                    <a:pt x="1327" y="10456"/>
                    <a:pt x="2020" y="10674"/>
                    <a:pt x="2602" y="11088"/>
                  </a:cubicBezTo>
                  <a:lnTo>
                    <a:pt x="12099" y="1588"/>
                  </a:lnTo>
                  <a:lnTo>
                    <a:pt x="10512" y="1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2" name="Google Shape;6114;p52">
              <a:extLst>
                <a:ext uri="{FF2B5EF4-FFF2-40B4-BE49-F238E27FC236}">
                  <a16:creationId xmlns:a16="http://schemas.microsoft.com/office/drawing/2014/main" id="{59ED7026-E90B-4C60-BA0D-9CA344A6C55D}"/>
                </a:ext>
              </a:extLst>
            </p:cNvPr>
            <p:cNvSpPr/>
            <p:nvPr/>
          </p:nvSpPr>
          <p:spPr>
            <a:xfrm>
              <a:off x="1824450" y="3805975"/>
              <a:ext cx="157500" cy="150525"/>
            </a:xfrm>
            <a:custGeom>
              <a:avLst/>
              <a:gdLst/>
              <a:ahLst/>
              <a:cxnLst/>
              <a:rect l="l" t="t" r="r" b="b"/>
              <a:pathLst>
                <a:path w="6300" h="6021" extrusionOk="0">
                  <a:moveTo>
                    <a:pt x="3211" y="0"/>
                  </a:moveTo>
                  <a:cubicBezTo>
                    <a:pt x="2484" y="0"/>
                    <a:pt x="1758" y="281"/>
                    <a:pt x="1208" y="841"/>
                  </a:cubicBezTo>
                  <a:lnTo>
                    <a:pt x="0" y="2049"/>
                  </a:lnTo>
                  <a:lnTo>
                    <a:pt x="3972" y="6021"/>
                  </a:lnTo>
                  <a:lnTo>
                    <a:pt x="5180" y="4813"/>
                  </a:lnTo>
                  <a:cubicBezTo>
                    <a:pt x="6294" y="3717"/>
                    <a:pt x="6300" y="1925"/>
                    <a:pt x="5198" y="823"/>
                  </a:cubicBezTo>
                  <a:cubicBezTo>
                    <a:pt x="4649" y="274"/>
                    <a:pt x="3930" y="0"/>
                    <a:pt x="321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3" name="Google Shape;6115;p52">
              <a:extLst>
                <a:ext uri="{FF2B5EF4-FFF2-40B4-BE49-F238E27FC236}">
                  <a16:creationId xmlns:a16="http://schemas.microsoft.com/office/drawing/2014/main" id="{A35A982C-2D4F-4CB8-B29F-2E416F5AFF55}"/>
                </a:ext>
              </a:extLst>
            </p:cNvPr>
            <p:cNvSpPr/>
            <p:nvPr/>
          </p:nvSpPr>
          <p:spPr>
            <a:xfrm>
              <a:off x="1626675" y="3936600"/>
              <a:ext cx="277225" cy="302600"/>
            </a:xfrm>
            <a:custGeom>
              <a:avLst/>
              <a:gdLst/>
              <a:ahLst/>
              <a:cxnLst/>
              <a:rect l="l" t="t" r="r" b="b"/>
              <a:pathLst>
                <a:path w="11089" h="12104" extrusionOk="0">
                  <a:moveTo>
                    <a:pt x="9501" y="1"/>
                  </a:moveTo>
                  <a:lnTo>
                    <a:pt x="1" y="9501"/>
                  </a:lnTo>
                  <a:cubicBezTo>
                    <a:pt x="537" y="10254"/>
                    <a:pt x="745" y="11194"/>
                    <a:pt x="576" y="12103"/>
                  </a:cubicBezTo>
                  <a:lnTo>
                    <a:pt x="11088" y="1591"/>
                  </a:lnTo>
                  <a:lnTo>
                    <a:pt x="9501" y="1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4" name="Google Shape;6116;p52">
              <a:extLst>
                <a:ext uri="{FF2B5EF4-FFF2-40B4-BE49-F238E27FC236}">
                  <a16:creationId xmlns:a16="http://schemas.microsoft.com/office/drawing/2014/main" id="{196F6B18-F506-4B4E-A071-E20ACFB5D390}"/>
                </a:ext>
              </a:extLst>
            </p:cNvPr>
            <p:cNvSpPr/>
            <p:nvPr/>
          </p:nvSpPr>
          <p:spPr>
            <a:xfrm>
              <a:off x="1490050" y="4166500"/>
              <a:ext cx="129950" cy="121825"/>
            </a:xfrm>
            <a:custGeom>
              <a:avLst/>
              <a:gdLst/>
              <a:ahLst/>
              <a:cxnLst/>
              <a:rect l="l" t="t" r="r" b="b"/>
              <a:pathLst>
                <a:path w="5198" h="4873" extrusionOk="0">
                  <a:moveTo>
                    <a:pt x="2693" y="0"/>
                  </a:moveTo>
                  <a:cubicBezTo>
                    <a:pt x="2243" y="0"/>
                    <a:pt x="1790" y="133"/>
                    <a:pt x="1398" y="405"/>
                  </a:cubicBezTo>
                  <a:lnTo>
                    <a:pt x="1398" y="402"/>
                  </a:lnTo>
                  <a:lnTo>
                    <a:pt x="741" y="2446"/>
                  </a:lnTo>
                  <a:lnTo>
                    <a:pt x="139" y="4118"/>
                  </a:lnTo>
                  <a:cubicBezTo>
                    <a:pt x="0" y="4500"/>
                    <a:pt x="295" y="4872"/>
                    <a:pt x="664" y="4872"/>
                  </a:cubicBezTo>
                  <a:cubicBezTo>
                    <a:pt x="727" y="4872"/>
                    <a:pt x="793" y="4861"/>
                    <a:pt x="859" y="4837"/>
                  </a:cubicBezTo>
                  <a:lnTo>
                    <a:pt x="2530" y="4235"/>
                  </a:lnTo>
                  <a:lnTo>
                    <a:pt x="4574" y="3579"/>
                  </a:lnTo>
                  <a:cubicBezTo>
                    <a:pt x="5198" y="2672"/>
                    <a:pt x="5086" y="1450"/>
                    <a:pt x="4306" y="670"/>
                  </a:cubicBezTo>
                  <a:cubicBezTo>
                    <a:pt x="3866" y="228"/>
                    <a:pt x="3282" y="0"/>
                    <a:pt x="269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35" name="Google Shape;6129;p52">
            <a:extLst>
              <a:ext uri="{FF2B5EF4-FFF2-40B4-BE49-F238E27FC236}">
                <a16:creationId xmlns:a16="http://schemas.microsoft.com/office/drawing/2014/main" id="{4E8D1AE9-D5D3-4153-AD8C-91034433756A}"/>
              </a:ext>
            </a:extLst>
          </p:cNvPr>
          <p:cNvGrpSpPr/>
          <p:nvPr/>
        </p:nvGrpSpPr>
        <p:grpSpPr>
          <a:xfrm>
            <a:off x="1150434" y="968824"/>
            <a:ext cx="336296" cy="339235"/>
            <a:chOff x="4464775" y="3806475"/>
            <a:chExt cx="477625" cy="481800"/>
          </a:xfrm>
          <a:solidFill>
            <a:schemeClr val="accent6"/>
          </a:solidFill>
        </p:grpSpPr>
        <p:sp>
          <p:nvSpPr>
            <p:cNvPr id="36" name="Google Shape;6130;p52">
              <a:extLst>
                <a:ext uri="{FF2B5EF4-FFF2-40B4-BE49-F238E27FC236}">
                  <a16:creationId xmlns:a16="http://schemas.microsoft.com/office/drawing/2014/main" id="{2AB43A0A-5026-4A23-834F-AF469F1DAD51}"/>
                </a:ext>
              </a:extLst>
            </p:cNvPr>
            <p:cNvSpPr/>
            <p:nvPr/>
          </p:nvSpPr>
          <p:spPr>
            <a:xfrm>
              <a:off x="4726375" y="3806475"/>
              <a:ext cx="56500" cy="141125"/>
            </a:xfrm>
            <a:custGeom>
              <a:avLst/>
              <a:gdLst/>
              <a:ahLst/>
              <a:cxnLst/>
              <a:rect l="l" t="t" r="r" b="b"/>
              <a:pathLst>
                <a:path w="2260" h="5645" extrusionOk="0">
                  <a:moveTo>
                    <a:pt x="1133" y="1"/>
                  </a:moveTo>
                  <a:cubicBezTo>
                    <a:pt x="978" y="1"/>
                    <a:pt x="823" y="64"/>
                    <a:pt x="712" y="189"/>
                  </a:cubicBezTo>
                  <a:cubicBezTo>
                    <a:pt x="504" y="421"/>
                    <a:pt x="522" y="776"/>
                    <a:pt x="754" y="984"/>
                  </a:cubicBezTo>
                  <a:cubicBezTo>
                    <a:pt x="832" y="1056"/>
                    <a:pt x="1130" y="1385"/>
                    <a:pt x="1130" y="1695"/>
                  </a:cubicBezTo>
                  <a:cubicBezTo>
                    <a:pt x="1130" y="1990"/>
                    <a:pt x="850" y="2315"/>
                    <a:pt x="754" y="2402"/>
                  </a:cubicBezTo>
                  <a:cubicBezTo>
                    <a:pt x="678" y="2472"/>
                    <a:pt x="1" y="3101"/>
                    <a:pt x="1" y="3953"/>
                  </a:cubicBezTo>
                  <a:cubicBezTo>
                    <a:pt x="1" y="4802"/>
                    <a:pt x="675" y="5432"/>
                    <a:pt x="754" y="5501"/>
                  </a:cubicBezTo>
                  <a:cubicBezTo>
                    <a:pt x="861" y="5597"/>
                    <a:pt x="995" y="5644"/>
                    <a:pt x="1128" y="5644"/>
                  </a:cubicBezTo>
                  <a:cubicBezTo>
                    <a:pt x="1283" y="5644"/>
                    <a:pt x="1437" y="5580"/>
                    <a:pt x="1549" y="5456"/>
                  </a:cubicBezTo>
                  <a:cubicBezTo>
                    <a:pt x="1757" y="5224"/>
                    <a:pt x="1735" y="4869"/>
                    <a:pt x="1507" y="4661"/>
                  </a:cubicBezTo>
                  <a:cubicBezTo>
                    <a:pt x="1428" y="4588"/>
                    <a:pt x="1130" y="4260"/>
                    <a:pt x="1130" y="3950"/>
                  </a:cubicBezTo>
                  <a:cubicBezTo>
                    <a:pt x="1130" y="3655"/>
                    <a:pt x="1410" y="3330"/>
                    <a:pt x="1507" y="3242"/>
                  </a:cubicBezTo>
                  <a:cubicBezTo>
                    <a:pt x="1585" y="3173"/>
                    <a:pt x="2259" y="2544"/>
                    <a:pt x="2259" y="1692"/>
                  </a:cubicBezTo>
                  <a:cubicBezTo>
                    <a:pt x="2259" y="842"/>
                    <a:pt x="1585" y="213"/>
                    <a:pt x="1507" y="144"/>
                  </a:cubicBezTo>
                  <a:cubicBezTo>
                    <a:pt x="1399" y="48"/>
                    <a:pt x="1266" y="1"/>
                    <a:pt x="113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7" name="Google Shape;6131;p52">
              <a:extLst>
                <a:ext uri="{FF2B5EF4-FFF2-40B4-BE49-F238E27FC236}">
                  <a16:creationId xmlns:a16="http://schemas.microsoft.com/office/drawing/2014/main" id="{DC1FA845-5EB4-4183-AC92-FE3D1DF03E84}"/>
                </a:ext>
              </a:extLst>
            </p:cNvPr>
            <p:cNvSpPr/>
            <p:nvPr/>
          </p:nvSpPr>
          <p:spPr>
            <a:xfrm>
              <a:off x="4641700" y="3806475"/>
              <a:ext cx="56475" cy="141125"/>
            </a:xfrm>
            <a:custGeom>
              <a:avLst/>
              <a:gdLst/>
              <a:ahLst/>
              <a:cxnLst/>
              <a:rect l="l" t="t" r="r" b="b"/>
              <a:pathLst>
                <a:path w="2259" h="5645" extrusionOk="0">
                  <a:moveTo>
                    <a:pt x="1132" y="1"/>
                  </a:moveTo>
                  <a:cubicBezTo>
                    <a:pt x="977" y="1"/>
                    <a:pt x="823" y="64"/>
                    <a:pt x="711" y="189"/>
                  </a:cubicBezTo>
                  <a:cubicBezTo>
                    <a:pt x="503" y="421"/>
                    <a:pt x="521" y="776"/>
                    <a:pt x="753" y="984"/>
                  </a:cubicBezTo>
                  <a:cubicBezTo>
                    <a:pt x="831" y="1056"/>
                    <a:pt x="1130" y="1385"/>
                    <a:pt x="1130" y="1695"/>
                  </a:cubicBezTo>
                  <a:cubicBezTo>
                    <a:pt x="1130" y="1990"/>
                    <a:pt x="849" y="2315"/>
                    <a:pt x="753" y="2402"/>
                  </a:cubicBezTo>
                  <a:cubicBezTo>
                    <a:pt x="678" y="2472"/>
                    <a:pt x="0" y="3101"/>
                    <a:pt x="0" y="3953"/>
                  </a:cubicBezTo>
                  <a:cubicBezTo>
                    <a:pt x="0" y="4802"/>
                    <a:pt x="675" y="5432"/>
                    <a:pt x="753" y="5501"/>
                  </a:cubicBezTo>
                  <a:cubicBezTo>
                    <a:pt x="860" y="5597"/>
                    <a:pt x="994" y="5644"/>
                    <a:pt x="1127" y="5644"/>
                  </a:cubicBezTo>
                  <a:cubicBezTo>
                    <a:pt x="1282" y="5644"/>
                    <a:pt x="1436" y="5580"/>
                    <a:pt x="1548" y="5456"/>
                  </a:cubicBezTo>
                  <a:cubicBezTo>
                    <a:pt x="1756" y="5224"/>
                    <a:pt x="1735" y="4869"/>
                    <a:pt x="1506" y="4661"/>
                  </a:cubicBezTo>
                  <a:cubicBezTo>
                    <a:pt x="1428" y="4588"/>
                    <a:pt x="1130" y="4260"/>
                    <a:pt x="1130" y="3950"/>
                  </a:cubicBezTo>
                  <a:cubicBezTo>
                    <a:pt x="1130" y="3655"/>
                    <a:pt x="1410" y="3330"/>
                    <a:pt x="1506" y="3242"/>
                  </a:cubicBezTo>
                  <a:cubicBezTo>
                    <a:pt x="1581" y="3173"/>
                    <a:pt x="2259" y="2544"/>
                    <a:pt x="2259" y="1692"/>
                  </a:cubicBezTo>
                  <a:cubicBezTo>
                    <a:pt x="2259" y="842"/>
                    <a:pt x="1581" y="213"/>
                    <a:pt x="1506" y="144"/>
                  </a:cubicBezTo>
                  <a:cubicBezTo>
                    <a:pt x="1399" y="48"/>
                    <a:pt x="1265" y="1"/>
                    <a:pt x="1132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8" name="Google Shape;6132;p52">
              <a:extLst>
                <a:ext uri="{FF2B5EF4-FFF2-40B4-BE49-F238E27FC236}">
                  <a16:creationId xmlns:a16="http://schemas.microsoft.com/office/drawing/2014/main" id="{7E59AEB5-98E4-46AE-BC74-EEE2BE6432FD}"/>
                </a:ext>
              </a:extLst>
            </p:cNvPr>
            <p:cNvSpPr/>
            <p:nvPr/>
          </p:nvSpPr>
          <p:spPr>
            <a:xfrm>
              <a:off x="4557000" y="3806475"/>
              <a:ext cx="56500" cy="141125"/>
            </a:xfrm>
            <a:custGeom>
              <a:avLst/>
              <a:gdLst/>
              <a:ahLst/>
              <a:cxnLst/>
              <a:rect l="l" t="t" r="r" b="b"/>
              <a:pathLst>
                <a:path w="2260" h="5645" extrusionOk="0">
                  <a:moveTo>
                    <a:pt x="1132" y="1"/>
                  </a:moveTo>
                  <a:cubicBezTo>
                    <a:pt x="977" y="1"/>
                    <a:pt x="823" y="64"/>
                    <a:pt x="711" y="189"/>
                  </a:cubicBezTo>
                  <a:cubicBezTo>
                    <a:pt x="504" y="421"/>
                    <a:pt x="522" y="776"/>
                    <a:pt x="753" y="984"/>
                  </a:cubicBezTo>
                  <a:cubicBezTo>
                    <a:pt x="832" y="1056"/>
                    <a:pt x="1130" y="1385"/>
                    <a:pt x="1130" y="1695"/>
                  </a:cubicBezTo>
                  <a:cubicBezTo>
                    <a:pt x="1130" y="1990"/>
                    <a:pt x="850" y="2315"/>
                    <a:pt x="753" y="2402"/>
                  </a:cubicBezTo>
                  <a:cubicBezTo>
                    <a:pt x="678" y="2472"/>
                    <a:pt x="1" y="3101"/>
                    <a:pt x="1" y="3953"/>
                  </a:cubicBezTo>
                  <a:cubicBezTo>
                    <a:pt x="1" y="4802"/>
                    <a:pt x="675" y="5432"/>
                    <a:pt x="753" y="5501"/>
                  </a:cubicBezTo>
                  <a:cubicBezTo>
                    <a:pt x="861" y="5597"/>
                    <a:pt x="994" y="5644"/>
                    <a:pt x="1127" y="5644"/>
                  </a:cubicBezTo>
                  <a:cubicBezTo>
                    <a:pt x="1282" y="5644"/>
                    <a:pt x="1437" y="5580"/>
                    <a:pt x="1548" y="5456"/>
                  </a:cubicBezTo>
                  <a:cubicBezTo>
                    <a:pt x="1756" y="5224"/>
                    <a:pt x="1735" y="4869"/>
                    <a:pt x="1506" y="4661"/>
                  </a:cubicBezTo>
                  <a:cubicBezTo>
                    <a:pt x="1428" y="4588"/>
                    <a:pt x="1130" y="4260"/>
                    <a:pt x="1130" y="3950"/>
                  </a:cubicBezTo>
                  <a:cubicBezTo>
                    <a:pt x="1130" y="3655"/>
                    <a:pt x="1410" y="3330"/>
                    <a:pt x="1506" y="3242"/>
                  </a:cubicBezTo>
                  <a:cubicBezTo>
                    <a:pt x="1582" y="3173"/>
                    <a:pt x="2259" y="2544"/>
                    <a:pt x="2259" y="1692"/>
                  </a:cubicBezTo>
                  <a:cubicBezTo>
                    <a:pt x="2259" y="842"/>
                    <a:pt x="1582" y="213"/>
                    <a:pt x="1506" y="144"/>
                  </a:cubicBezTo>
                  <a:cubicBezTo>
                    <a:pt x="1399" y="48"/>
                    <a:pt x="1265" y="1"/>
                    <a:pt x="1132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9" name="Google Shape;6133;p52">
              <a:extLst>
                <a:ext uri="{FF2B5EF4-FFF2-40B4-BE49-F238E27FC236}">
                  <a16:creationId xmlns:a16="http://schemas.microsoft.com/office/drawing/2014/main" id="{D05984B2-DD18-465C-A46E-2AF8768F5A6A}"/>
                </a:ext>
              </a:extLst>
            </p:cNvPr>
            <p:cNvSpPr/>
            <p:nvPr/>
          </p:nvSpPr>
          <p:spPr>
            <a:xfrm>
              <a:off x="4464775" y="4230875"/>
              <a:ext cx="395250" cy="57400"/>
            </a:xfrm>
            <a:custGeom>
              <a:avLst/>
              <a:gdLst/>
              <a:ahLst/>
              <a:cxnLst/>
              <a:rect l="l" t="t" r="r" b="b"/>
              <a:pathLst>
                <a:path w="15810" h="2296" extrusionOk="0">
                  <a:moveTo>
                    <a:pt x="567" y="1"/>
                  </a:moveTo>
                  <a:cubicBezTo>
                    <a:pt x="254" y="1"/>
                    <a:pt x="1" y="251"/>
                    <a:pt x="1" y="564"/>
                  </a:cubicBezTo>
                  <a:cubicBezTo>
                    <a:pt x="1" y="877"/>
                    <a:pt x="254" y="1130"/>
                    <a:pt x="567" y="1130"/>
                  </a:cubicBezTo>
                  <a:lnTo>
                    <a:pt x="1910" y="1130"/>
                  </a:lnTo>
                  <a:lnTo>
                    <a:pt x="2006" y="1359"/>
                  </a:lnTo>
                  <a:cubicBezTo>
                    <a:pt x="2291" y="1932"/>
                    <a:pt x="2875" y="2295"/>
                    <a:pt x="3516" y="2295"/>
                  </a:cubicBezTo>
                  <a:cubicBezTo>
                    <a:pt x="3519" y="2295"/>
                    <a:pt x="3521" y="2295"/>
                    <a:pt x="3524" y="2295"/>
                  </a:cubicBezTo>
                  <a:lnTo>
                    <a:pt x="12290" y="2295"/>
                  </a:lnTo>
                  <a:cubicBezTo>
                    <a:pt x="12292" y="2295"/>
                    <a:pt x="12295" y="2295"/>
                    <a:pt x="12298" y="2295"/>
                  </a:cubicBezTo>
                  <a:cubicBezTo>
                    <a:pt x="12936" y="2295"/>
                    <a:pt x="13520" y="1932"/>
                    <a:pt x="13804" y="1359"/>
                  </a:cubicBezTo>
                  <a:lnTo>
                    <a:pt x="13901" y="1130"/>
                  </a:lnTo>
                  <a:lnTo>
                    <a:pt x="15247" y="1130"/>
                  </a:lnTo>
                  <a:cubicBezTo>
                    <a:pt x="15557" y="1130"/>
                    <a:pt x="15810" y="877"/>
                    <a:pt x="15810" y="564"/>
                  </a:cubicBezTo>
                  <a:cubicBezTo>
                    <a:pt x="15810" y="251"/>
                    <a:pt x="15557" y="1"/>
                    <a:pt x="1524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40" name="Google Shape;6134;p52">
              <a:extLst>
                <a:ext uri="{FF2B5EF4-FFF2-40B4-BE49-F238E27FC236}">
                  <a16:creationId xmlns:a16="http://schemas.microsoft.com/office/drawing/2014/main" id="{635B9F2C-E452-43B0-AF55-E18163A8BF12}"/>
                </a:ext>
              </a:extLst>
            </p:cNvPr>
            <p:cNvSpPr/>
            <p:nvPr/>
          </p:nvSpPr>
          <p:spPr>
            <a:xfrm>
              <a:off x="4840675" y="4007300"/>
              <a:ext cx="101725" cy="166025"/>
            </a:xfrm>
            <a:custGeom>
              <a:avLst/>
              <a:gdLst/>
              <a:ahLst/>
              <a:cxnLst/>
              <a:rect l="l" t="t" r="r" b="b"/>
              <a:pathLst>
                <a:path w="4069" h="6641" extrusionOk="0">
                  <a:moveTo>
                    <a:pt x="1870" y="0"/>
                  </a:moveTo>
                  <a:cubicBezTo>
                    <a:pt x="1852" y="380"/>
                    <a:pt x="1837" y="759"/>
                    <a:pt x="1795" y="1130"/>
                  </a:cubicBezTo>
                  <a:cubicBezTo>
                    <a:pt x="1927" y="1181"/>
                    <a:pt x="2048" y="1256"/>
                    <a:pt x="2150" y="1355"/>
                  </a:cubicBezTo>
                  <a:cubicBezTo>
                    <a:pt x="2800" y="2006"/>
                    <a:pt x="2433" y="3469"/>
                    <a:pt x="1352" y="4550"/>
                  </a:cubicBezTo>
                  <a:cubicBezTo>
                    <a:pt x="1177" y="4722"/>
                    <a:pt x="991" y="4879"/>
                    <a:pt x="792" y="5017"/>
                  </a:cubicBezTo>
                  <a:cubicBezTo>
                    <a:pt x="566" y="5577"/>
                    <a:pt x="301" y="6119"/>
                    <a:pt x="0" y="6640"/>
                  </a:cubicBezTo>
                  <a:cubicBezTo>
                    <a:pt x="747" y="6429"/>
                    <a:pt x="1506" y="5993"/>
                    <a:pt x="2150" y="5348"/>
                  </a:cubicBezTo>
                  <a:cubicBezTo>
                    <a:pt x="3716" y="3782"/>
                    <a:pt x="4068" y="1678"/>
                    <a:pt x="2948" y="557"/>
                  </a:cubicBezTo>
                  <a:cubicBezTo>
                    <a:pt x="2656" y="268"/>
                    <a:pt x="2280" y="97"/>
                    <a:pt x="1870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41" name="Google Shape;6135;p52">
              <a:extLst>
                <a:ext uri="{FF2B5EF4-FFF2-40B4-BE49-F238E27FC236}">
                  <a16:creationId xmlns:a16="http://schemas.microsoft.com/office/drawing/2014/main" id="{040A4CFE-8B79-4E5D-8AA7-6619E5B2F0FF}"/>
                </a:ext>
              </a:extLst>
            </p:cNvPr>
            <p:cNvSpPr/>
            <p:nvPr/>
          </p:nvSpPr>
          <p:spPr>
            <a:xfrm>
              <a:off x="4464775" y="3976800"/>
              <a:ext cx="395250" cy="225875"/>
            </a:xfrm>
            <a:custGeom>
              <a:avLst/>
              <a:gdLst/>
              <a:ahLst/>
              <a:cxnLst/>
              <a:rect l="l" t="t" r="r" b="b"/>
              <a:pathLst>
                <a:path w="15810" h="9035" extrusionOk="0">
                  <a:moveTo>
                    <a:pt x="564" y="1"/>
                  </a:moveTo>
                  <a:cubicBezTo>
                    <a:pt x="254" y="1"/>
                    <a:pt x="1" y="251"/>
                    <a:pt x="1" y="564"/>
                  </a:cubicBezTo>
                  <a:cubicBezTo>
                    <a:pt x="1" y="3930"/>
                    <a:pt x="1157" y="7026"/>
                    <a:pt x="3075" y="9035"/>
                  </a:cubicBezTo>
                  <a:lnTo>
                    <a:pt x="12735" y="9035"/>
                  </a:lnTo>
                  <a:cubicBezTo>
                    <a:pt x="14654" y="7026"/>
                    <a:pt x="15810" y="3930"/>
                    <a:pt x="15810" y="564"/>
                  </a:cubicBezTo>
                  <a:cubicBezTo>
                    <a:pt x="15810" y="251"/>
                    <a:pt x="15557" y="1"/>
                    <a:pt x="1524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pic>
        <p:nvPicPr>
          <p:cNvPr id="18" name="Picture 17">
            <a:extLst>
              <a:ext uri="{FF2B5EF4-FFF2-40B4-BE49-F238E27FC236}">
                <a16:creationId xmlns:a16="http://schemas.microsoft.com/office/drawing/2014/main" id="{2D491D06-7D93-48AA-9206-6F5526A38BB4}"/>
              </a:ext>
            </a:extLst>
          </p:cNvPr>
          <p:cNvPicPr/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66680" y="611317"/>
            <a:ext cx="6855625" cy="3835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127957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Google Shape;270;p24"/>
          <p:cNvSpPr txBox="1">
            <a:spLocks noGrp="1"/>
          </p:cNvSpPr>
          <p:nvPr>
            <p:ph type="ctrTitle"/>
          </p:nvPr>
        </p:nvSpPr>
        <p:spPr>
          <a:xfrm>
            <a:off x="151761" y="1365844"/>
            <a:ext cx="1766403" cy="796943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2000" dirty="0">
                <a:solidFill>
                  <a:srgbClr val="48FFD5"/>
                </a:solidFill>
                <a:latin typeface="Impact"/>
                <a:ea typeface="Impact"/>
                <a:cs typeface="Impact"/>
                <a:sym typeface="Impact"/>
              </a:rPr>
              <a:t>PENGKODEAN</a:t>
            </a:r>
            <a:br>
              <a:rPr lang="es" sz="2000" dirty="0">
                <a:solidFill>
                  <a:srgbClr val="48FFD5"/>
                </a:solidFill>
                <a:latin typeface="Impact"/>
                <a:ea typeface="Impact"/>
                <a:cs typeface="Impact"/>
                <a:sym typeface="Impact"/>
              </a:rPr>
            </a:br>
            <a:r>
              <a:rPr lang="es" sz="2000" dirty="0">
                <a:solidFill>
                  <a:srgbClr val="48FFD5"/>
                </a:solidFill>
                <a:latin typeface="Impact"/>
                <a:ea typeface="Impact"/>
                <a:cs typeface="Impact"/>
                <a:sym typeface="Impact"/>
              </a:rPr>
              <a:t>SYSTEM</a:t>
            </a:r>
            <a:endParaRPr sz="2000" dirty="0">
              <a:solidFill>
                <a:srgbClr val="48FFD5"/>
              </a:solidFill>
              <a:latin typeface="Impact"/>
              <a:ea typeface="Impact"/>
              <a:cs typeface="Impact"/>
              <a:sym typeface="Impact"/>
            </a:endParaRPr>
          </a:p>
        </p:txBody>
      </p:sp>
      <p:sp>
        <p:nvSpPr>
          <p:cNvPr id="25" name="Google Shape;270;p24">
            <a:extLst>
              <a:ext uri="{FF2B5EF4-FFF2-40B4-BE49-F238E27FC236}">
                <a16:creationId xmlns:a16="http://schemas.microsoft.com/office/drawing/2014/main" id="{826F4B58-B400-4659-B4CE-1684508A8953}"/>
              </a:ext>
            </a:extLst>
          </p:cNvPr>
          <p:cNvSpPr txBox="1">
            <a:spLocks/>
          </p:cNvSpPr>
          <p:nvPr/>
        </p:nvSpPr>
        <p:spPr>
          <a:xfrm>
            <a:off x="1646193" y="4446317"/>
            <a:ext cx="6935189" cy="5254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Roboto Black"/>
              <a:buNone/>
              <a:defRPr sz="3600" b="0" i="0" u="none" strike="noStrike" cap="none">
                <a:solidFill>
                  <a:srgbClr val="FFFFFF"/>
                </a:solidFill>
                <a:latin typeface="Roboto Black"/>
                <a:ea typeface="Roboto Black"/>
                <a:cs typeface="Roboto Black"/>
                <a:sym typeface="Roboto Black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00"/>
              <a:buFont typeface="Bree Serif"/>
              <a:buNone/>
              <a:defRPr sz="5200" b="1" i="0" u="none" strike="noStrike" cap="none">
                <a:solidFill>
                  <a:srgbClr val="FFFFFF"/>
                </a:solidFill>
                <a:latin typeface="Bree Serif"/>
                <a:ea typeface="Bree Serif"/>
                <a:cs typeface="Bree Serif"/>
                <a:sym typeface="Bree Serif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00"/>
              <a:buFont typeface="Bree Serif"/>
              <a:buNone/>
              <a:defRPr sz="5200" b="1" i="0" u="none" strike="noStrike" cap="none">
                <a:solidFill>
                  <a:srgbClr val="FFFFFF"/>
                </a:solidFill>
                <a:latin typeface="Bree Serif"/>
                <a:ea typeface="Bree Serif"/>
                <a:cs typeface="Bree Serif"/>
                <a:sym typeface="Bree Serif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00"/>
              <a:buFont typeface="Bree Serif"/>
              <a:buNone/>
              <a:defRPr sz="5200" b="1" i="0" u="none" strike="noStrike" cap="none">
                <a:solidFill>
                  <a:srgbClr val="FFFFFF"/>
                </a:solidFill>
                <a:latin typeface="Bree Serif"/>
                <a:ea typeface="Bree Serif"/>
                <a:cs typeface="Bree Serif"/>
                <a:sym typeface="Bree Serif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00"/>
              <a:buFont typeface="Bree Serif"/>
              <a:buNone/>
              <a:defRPr sz="5200" b="1" i="0" u="none" strike="noStrike" cap="none">
                <a:solidFill>
                  <a:srgbClr val="FFFFFF"/>
                </a:solidFill>
                <a:latin typeface="Bree Serif"/>
                <a:ea typeface="Bree Serif"/>
                <a:cs typeface="Bree Serif"/>
                <a:sym typeface="Bree Serif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00"/>
              <a:buFont typeface="Bree Serif"/>
              <a:buNone/>
              <a:defRPr sz="5200" b="1" i="0" u="none" strike="noStrike" cap="none">
                <a:solidFill>
                  <a:srgbClr val="FFFFFF"/>
                </a:solidFill>
                <a:latin typeface="Bree Serif"/>
                <a:ea typeface="Bree Serif"/>
                <a:cs typeface="Bree Serif"/>
                <a:sym typeface="Bree Serif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00"/>
              <a:buFont typeface="Bree Serif"/>
              <a:buNone/>
              <a:defRPr sz="5200" b="1" i="0" u="none" strike="noStrike" cap="none">
                <a:solidFill>
                  <a:srgbClr val="FFFFFF"/>
                </a:solidFill>
                <a:latin typeface="Bree Serif"/>
                <a:ea typeface="Bree Serif"/>
                <a:cs typeface="Bree Serif"/>
                <a:sym typeface="Bree Serif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00"/>
              <a:buFont typeface="Bree Serif"/>
              <a:buNone/>
              <a:defRPr sz="5200" b="1" i="0" u="none" strike="noStrike" cap="none">
                <a:solidFill>
                  <a:srgbClr val="FFFFFF"/>
                </a:solidFill>
                <a:latin typeface="Bree Serif"/>
                <a:ea typeface="Bree Serif"/>
                <a:cs typeface="Bree Serif"/>
                <a:sym typeface="Bree Serif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00"/>
              <a:buFont typeface="Bree Serif"/>
              <a:buNone/>
              <a:defRPr sz="5200" b="1" i="0" u="none" strike="noStrike" cap="none">
                <a:solidFill>
                  <a:srgbClr val="FFFFFF"/>
                </a:solidFill>
                <a:latin typeface="Bree Serif"/>
                <a:ea typeface="Bree Serif"/>
                <a:cs typeface="Bree Serif"/>
                <a:sym typeface="Bree Serif"/>
              </a:defRPr>
            </a:lvl9pPr>
          </a:lstStyle>
          <a:p>
            <a:pPr algn="ctr"/>
            <a:r>
              <a:rPr lang="en-US" sz="2000" dirty="0" err="1">
                <a:solidFill>
                  <a:schemeClr val="accent6"/>
                </a:solidFill>
                <a:latin typeface="Impact"/>
                <a:ea typeface="Impact"/>
                <a:cs typeface="Impact"/>
                <a:sym typeface="Impact"/>
              </a:rPr>
              <a:t>Tampilan</a:t>
            </a:r>
            <a:r>
              <a:rPr lang="en-US" sz="2000" dirty="0">
                <a:solidFill>
                  <a:schemeClr val="accent6"/>
                </a:solidFill>
                <a:latin typeface="Impact"/>
                <a:ea typeface="Impact"/>
                <a:cs typeface="Impact"/>
                <a:sym typeface="Impact"/>
              </a:rPr>
              <a:t> Detail </a:t>
            </a:r>
            <a:r>
              <a:rPr lang="en-US" sz="2000" dirty="0" err="1">
                <a:solidFill>
                  <a:schemeClr val="accent6"/>
                </a:solidFill>
                <a:latin typeface="Impact"/>
                <a:ea typeface="Impact"/>
                <a:cs typeface="Impact"/>
                <a:sym typeface="Impact"/>
              </a:rPr>
              <a:t>dari</a:t>
            </a:r>
            <a:r>
              <a:rPr lang="en-US" sz="2000" dirty="0">
                <a:solidFill>
                  <a:schemeClr val="accent6"/>
                </a:solidFill>
                <a:latin typeface="Impact"/>
                <a:ea typeface="Impact"/>
                <a:cs typeface="Impact"/>
                <a:sym typeface="Impact"/>
              </a:rPr>
              <a:t> user</a:t>
            </a:r>
          </a:p>
        </p:txBody>
      </p:sp>
      <p:grpSp>
        <p:nvGrpSpPr>
          <p:cNvPr id="30" name="Google Shape;6112;p52">
            <a:extLst>
              <a:ext uri="{FF2B5EF4-FFF2-40B4-BE49-F238E27FC236}">
                <a16:creationId xmlns:a16="http://schemas.microsoft.com/office/drawing/2014/main" id="{4242C9B3-416D-4F66-94F9-B3F98CC371D5}"/>
              </a:ext>
            </a:extLst>
          </p:cNvPr>
          <p:cNvGrpSpPr/>
          <p:nvPr/>
        </p:nvGrpSpPr>
        <p:grpSpPr>
          <a:xfrm>
            <a:off x="620986" y="968837"/>
            <a:ext cx="346347" cy="339623"/>
            <a:chOff x="1490050" y="3805975"/>
            <a:chExt cx="491900" cy="482350"/>
          </a:xfrm>
          <a:solidFill>
            <a:schemeClr val="accent6"/>
          </a:solidFill>
        </p:grpSpPr>
        <p:sp>
          <p:nvSpPr>
            <p:cNvPr id="31" name="Google Shape;6113;p52">
              <a:extLst>
                <a:ext uri="{FF2B5EF4-FFF2-40B4-BE49-F238E27FC236}">
                  <a16:creationId xmlns:a16="http://schemas.microsoft.com/office/drawing/2014/main" id="{11609D5E-D4DF-47AE-85C3-093C27A5AC44}"/>
                </a:ext>
              </a:extLst>
            </p:cNvPr>
            <p:cNvSpPr/>
            <p:nvPr/>
          </p:nvSpPr>
          <p:spPr>
            <a:xfrm>
              <a:off x="1541775" y="3877050"/>
              <a:ext cx="302500" cy="277225"/>
            </a:xfrm>
            <a:custGeom>
              <a:avLst/>
              <a:gdLst/>
              <a:ahLst/>
              <a:cxnLst/>
              <a:rect l="l" t="t" r="r" b="b"/>
              <a:pathLst>
                <a:path w="12100" h="11089" extrusionOk="0">
                  <a:moveTo>
                    <a:pt x="10512" y="1"/>
                  </a:moveTo>
                  <a:lnTo>
                    <a:pt x="0" y="10513"/>
                  </a:lnTo>
                  <a:cubicBezTo>
                    <a:pt x="207" y="10475"/>
                    <a:pt x="415" y="10456"/>
                    <a:pt x="622" y="10456"/>
                  </a:cubicBezTo>
                  <a:cubicBezTo>
                    <a:pt x="1327" y="10456"/>
                    <a:pt x="2020" y="10674"/>
                    <a:pt x="2602" y="11088"/>
                  </a:cubicBezTo>
                  <a:lnTo>
                    <a:pt x="12099" y="1588"/>
                  </a:lnTo>
                  <a:lnTo>
                    <a:pt x="10512" y="1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2" name="Google Shape;6114;p52">
              <a:extLst>
                <a:ext uri="{FF2B5EF4-FFF2-40B4-BE49-F238E27FC236}">
                  <a16:creationId xmlns:a16="http://schemas.microsoft.com/office/drawing/2014/main" id="{59ED7026-E90B-4C60-BA0D-9CA344A6C55D}"/>
                </a:ext>
              </a:extLst>
            </p:cNvPr>
            <p:cNvSpPr/>
            <p:nvPr/>
          </p:nvSpPr>
          <p:spPr>
            <a:xfrm>
              <a:off x="1824450" y="3805975"/>
              <a:ext cx="157500" cy="150525"/>
            </a:xfrm>
            <a:custGeom>
              <a:avLst/>
              <a:gdLst/>
              <a:ahLst/>
              <a:cxnLst/>
              <a:rect l="l" t="t" r="r" b="b"/>
              <a:pathLst>
                <a:path w="6300" h="6021" extrusionOk="0">
                  <a:moveTo>
                    <a:pt x="3211" y="0"/>
                  </a:moveTo>
                  <a:cubicBezTo>
                    <a:pt x="2484" y="0"/>
                    <a:pt x="1758" y="281"/>
                    <a:pt x="1208" y="841"/>
                  </a:cubicBezTo>
                  <a:lnTo>
                    <a:pt x="0" y="2049"/>
                  </a:lnTo>
                  <a:lnTo>
                    <a:pt x="3972" y="6021"/>
                  </a:lnTo>
                  <a:lnTo>
                    <a:pt x="5180" y="4813"/>
                  </a:lnTo>
                  <a:cubicBezTo>
                    <a:pt x="6294" y="3717"/>
                    <a:pt x="6300" y="1925"/>
                    <a:pt x="5198" y="823"/>
                  </a:cubicBezTo>
                  <a:cubicBezTo>
                    <a:pt x="4649" y="274"/>
                    <a:pt x="3930" y="0"/>
                    <a:pt x="321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3" name="Google Shape;6115;p52">
              <a:extLst>
                <a:ext uri="{FF2B5EF4-FFF2-40B4-BE49-F238E27FC236}">
                  <a16:creationId xmlns:a16="http://schemas.microsoft.com/office/drawing/2014/main" id="{A35A982C-2D4F-4CB8-B29F-2E416F5AFF55}"/>
                </a:ext>
              </a:extLst>
            </p:cNvPr>
            <p:cNvSpPr/>
            <p:nvPr/>
          </p:nvSpPr>
          <p:spPr>
            <a:xfrm>
              <a:off x="1626675" y="3936600"/>
              <a:ext cx="277225" cy="302600"/>
            </a:xfrm>
            <a:custGeom>
              <a:avLst/>
              <a:gdLst/>
              <a:ahLst/>
              <a:cxnLst/>
              <a:rect l="l" t="t" r="r" b="b"/>
              <a:pathLst>
                <a:path w="11089" h="12104" extrusionOk="0">
                  <a:moveTo>
                    <a:pt x="9501" y="1"/>
                  </a:moveTo>
                  <a:lnTo>
                    <a:pt x="1" y="9501"/>
                  </a:lnTo>
                  <a:cubicBezTo>
                    <a:pt x="537" y="10254"/>
                    <a:pt x="745" y="11194"/>
                    <a:pt x="576" y="12103"/>
                  </a:cubicBezTo>
                  <a:lnTo>
                    <a:pt x="11088" y="1591"/>
                  </a:lnTo>
                  <a:lnTo>
                    <a:pt x="9501" y="1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4" name="Google Shape;6116;p52">
              <a:extLst>
                <a:ext uri="{FF2B5EF4-FFF2-40B4-BE49-F238E27FC236}">
                  <a16:creationId xmlns:a16="http://schemas.microsoft.com/office/drawing/2014/main" id="{196F6B18-F506-4B4E-A071-E20ACFB5D390}"/>
                </a:ext>
              </a:extLst>
            </p:cNvPr>
            <p:cNvSpPr/>
            <p:nvPr/>
          </p:nvSpPr>
          <p:spPr>
            <a:xfrm>
              <a:off x="1490050" y="4166500"/>
              <a:ext cx="129950" cy="121825"/>
            </a:xfrm>
            <a:custGeom>
              <a:avLst/>
              <a:gdLst/>
              <a:ahLst/>
              <a:cxnLst/>
              <a:rect l="l" t="t" r="r" b="b"/>
              <a:pathLst>
                <a:path w="5198" h="4873" extrusionOk="0">
                  <a:moveTo>
                    <a:pt x="2693" y="0"/>
                  </a:moveTo>
                  <a:cubicBezTo>
                    <a:pt x="2243" y="0"/>
                    <a:pt x="1790" y="133"/>
                    <a:pt x="1398" y="405"/>
                  </a:cubicBezTo>
                  <a:lnTo>
                    <a:pt x="1398" y="402"/>
                  </a:lnTo>
                  <a:lnTo>
                    <a:pt x="741" y="2446"/>
                  </a:lnTo>
                  <a:lnTo>
                    <a:pt x="139" y="4118"/>
                  </a:lnTo>
                  <a:cubicBezTo>
                    <a:pt x="0" y="4500"/>
                    <a:pt x="295" y="4872"/>
                    <a:pt x="664" y="4872"/>
                  </a:cubicBezTo>
                  <a:cubicBezTo>
                    <a:pt x="727" y="4872"/>
                    <a:pt x="793" y="4861"/>
                    <a:pt x="859" y="4837"/>
                  </a:cubicBezTo>
                  <a:lnTo>
                    <a:pt x="2530" y="4235"/>
                  </a:lnTo>
                  <a:lnTo>
                    <a:pt x="4574" y="3579"/>
                  </a:lnTo>
                  <a:cubicBezTo>
                    <a:pt x="5198" y="2672"/>
                    <a:pt x="5086" y="1450"/>
                    <a:pt x="4306" y="670"/>
                  </a:cubicBezTo>
                  <a:cubicBezTo>
                    <a:pt x="3866" y="228"/>
                    <a:pt x="3282" y="0"/>
                    <a:pt x="269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35" name="Google Shape;6129;p52">
            <a:extLst>
              <a:ext uri="{FF2B5EF4-FFF2-40B4-BE49-F238E27FC236}">
                <a16:creationId xmlns:a16="http://schemas.microsoft.com/office/drawing/2014/main" id="{4E8D1AE9-D5D3-4153-AD8C-91034433756A}"/>
              </a:ext>
            </a:extLst>
          </p:cNvPr>
          <p:cNvGrpSpPr/>
          <p:nvPr/>
        </p:nvGrpSpPr>
        <p:grpSpPr>
          <a:xfrm>
            <a:off x="1150434" y="968824"/>
            <a:ext cx="336296" cy="339235"/>
            <a:chOff x="4464775" y="3806475"/>
            <a:chExt cx="477625" cy="481800"/>
          </a:xfrm>
          <a:solidFill>
            <a:schemeClr val="accent6"/>
          </a:solidFill>
        </p:grpSpPr>
        <p:sp>
          <p:nvSpPr>
            <p:cNvPr id="36" name="Google Shape;6130;p52">
              <a:extLst>
                <a:ext uri="{FF2B5EF4-FFF2-40B4-BE49-F238E27FC236}">
                  <a16:creationId xmlns:a16="http://schemas.microsoft.com/office/drawing/2014/main" id="{2AB43A0A-5026-4A23-834F-AF469F1DAD51}"/>
                </a:ext>
              </a:extLst>
            </p:cNvPr>
            <p:cNvSpPr/>
            <p:nvPr/>
          </p:nvSpPr>
          <p:spPr>
            <a:xfrm>
              <a:off x="4726375" y="3806475"/>
              <a:ext cx="56500" cy="141125"/>
            </a:xfrm>
            <a:custGeom>
              <a:avLst/>
              <a:gdLst/>
              <a:ahLst/>
              <a:cxnLst/>
              <a:rect l="l" t="t" r="r" b="b"/>
              <a:pathLst>
                <a:path w="2260" h="5645" extrusionOk="0">
                  <a:moveTo>
                    <a:pt x="1133" y="1"/>
                  </a:moveTo>
                  <a:cubicBezTo>
                    <a:pt x="978" y="1"/>
                    <a:pt x="823" y="64"/>
                    <a:pt x="712" y="189"/>
                  </a:cubicBezTo>
                  <a:cubicBezTo>
                    <a:pt x="504" y="421"/>
                    <a:pt x="522" y="776"/>
                    <a:pt x="754" y="984"/>
                  </a:cubicBezTo>
                  <a:cubicBezTo>
                    <a:pt x="832" y="1056"/>
                    <a:pt x="1130" y="1385"/>
                    <a:pt x="1130" y="1695"/>
                  </a:cubicBezTo>
                  <a:cubicBezTo>
                    <a:pt x="1130" y="1990"/>
                    <a:pt x="850" y="2315"/>
                    <a:pt x="754" y="2402"/>
                  </a:cubicBezTo>
                  <a:cubicBezTo>
                    <a:pt x="678" y="2472"/>
                    <a:pt x="1" y="3101"/>
                    <a:pt x="1" y="3953"/>
                  </a:cubicBezTo>
                  <a:cubicBezTo>
                    <a:pt x="1" y="4802"/>
                    <a:pt x="675" y="5432"/>
                    <a:pt x="754" y="5501"/>
                  </a:cubicBezTo>
                  <a:cubicBezTo>
                    <a:pt x="861" y="5597"/>
                    <a:pt x="995" y="5644"/>
                    <a:pt x="1128" y="5644"/>
                  </a:cubicBezTo>
                  <a:cubicBezTo>
                    <a:pt x="1283" y="5644"/>
                    <a:pt x="1437" y="5580"/>
                    <a:pt x="1549" y="5456"/>
                  </a:cubicBezTo>
                  <a:cubicBezTo>
                    <a:pt x="1757" y="5224"/>
                    <a:pt x="1735" y="4869"/>
                    <a:pt x="1507" y="4661"/>
                  </a:cubicBezTo>
                  <a:cubicBezTo>
                    <a:pt x="1428" y="4588"/>
                    <a:pt x="1130" y="4260"/>
                    <a:pt x="1130" y="3950"/>
                  </a:cubicBezTo>
                  <a:cubicBezTo>
                    <a:pt x="1130" y="3655"/>
                    <a:pt x="1410" y="3330"/>
                    <a:pt x="1507" y="3242"/>
                  </a:cubicBezTo>
                  <a:cubicBezTo>
                    <a:pt x="1585" y="3173"/>
                    <a:pt x="2259" y="2544"/>
                    <a:pt x="2259" y="1692"/>
                  </a:cubicBezTo>
                  <a:cubicBezTo>
                    <a:pt x="2259" y="842"/>
                    <a:pt x="1585" y="213"/>
                    <a:pt x="1507" y="144"/>
                  </a:cubicBezTo>
                  <a:cubicBezTo>
                    <a:pt x="1399" y="48"/>
                    <a:pt x="1266" y="1"/>
                    <a:pt x="113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7" name="Google Shape;6131;p52">
              <a:extLst>
                <a:ext uri="{FF2B5EF4-FFF2-40B4-BE49-F238E27FC236}">
                  <a16:creationId xmlns:a16="http://schemas.microsoft.com/office/drawing/2014/main" id="{DC1FA845-5EB4-4183-AC92-FE3D1DF03E84}"/>
                </a:ext>
              </a:extLst>
            </p:cNvPr>
            <p:cNvSpPr/>
            <p:nvPr/>
          </p:nvSpPr>
          <p:spPr>
            <a:xfrm>
              <a:off x="4641700" y="3806475"/>
              <a:ext cx="56475" cy="141125"/>
            </a:xfrm>
            <a:custGeom>
              <a:avLst/>
              <a:gdLst/>
              <a:ahLst/>
              <a:cxnLst/>
              <a:rect l="l" t="t" r="r" b="b"/>
              <a:pathLst>
                <a:path w="2259" h="5645" extrusionOk="0">
                  <a:moveTo>
                    <a:pt x="1132" y="1"/>
                  </a:moveTo>
                  <a:cubicBezTo>
                    <a:pt x="977" y="1"/>
                    <a:pt x="823" y="64"/>
                    <a:pt x="711" y="189"/>
                  </a:cubicBezTo>
                  <a:cubicBezTo>
                    <a:pt x="503" y="421"/>
                    <a:pt x="521" y="776"/>
                    <a:pt x="753" y="984"/>
                  </a:cubicBezTo>
                  <a:cubicBezTo>
                    <a:pt x="831" y="1056"/>
                    <a:pt x="1130" y="1385"/>
                    <a:pt x="1130" y="1695"/>
                  </a:cubicBezTo>
                  <a:cubicBezTo>
                    <a:pt x="1130" y="1990"/>
                    <a:pt x="849" y="2315"/>
                    <a:pt x="753" y="2402"/>
                  </a:cubicBezTo>
                  <a:cubicBezTo>
                    <a:pt x="678" y="2472"/>
                    <a:pt x="0" y="3101"/>
                    <a:pt x="0" y="3953"/>
                  </a:cubicBezTo>
                  <a:cubicBezTo>
                    <a:pt x="0" y="4802"/>
                    <a:pt x="675" y="5432"/>
                    <a:pt x="753" y="5501"/>
                  </a:cubicBezTo>
                  <a:cubicBezTo>
                    <a:pt x="860" y="5597"/>
                    <a:pt x="994" y="5644"/>
                    <a:pt x="1127" y="5644"/>
                  </a:cubicBezTo>
                  <a:cubicBezTo>
                    <a:pt x="1282" y="5644"/>
                    <a:pt x="1436" y="5580"/>
                    <a:pt x="1548" y="5456"/>
                  </a:cubicBezTo>
                  <a:cubicBezTo>
                    <a:pt x="1756" y="5224"/>
                    <a:pt x="1735" y="4869"/>
                    <a:pt x="1506" y="4661"/>
                  </a:cubicBezTo>
                  <a:cubicBezTo>
                    <a:pt x="1428" y="4588"/>
                    <a:pt x="1130" y="4260"/>
                    <a:pt x="1130" y="3950"/>
                  </a:cubicBezTo>
                  <a:cubicBezTo>
                    <a:pt x="1130" y="3655"/>
                    <a:pt x="1410" y="3330"/>
                    <a:pt x="1506" y="3242"/>
                  </a:cubicBezTo>
                  <a:cubicBezTo>
                    <a:pt x="1581" y="3173"/>
                    <a:pt x="2259" y="2544"/>
                    <a:pt x="2259" y="1692"/>
                  </a:cubicBezTo>
                  <a:cubicBezTo>
                    <a:pt x="2259" y="842"/>
                    <a:pt x="1581" y="213"/>
                    <a:pt x="1506" y="144"/>
                  </a:cubicBezTo>
                  <a:cubicBezTo>
                    <a:pt x="1399" y="48"/>
                    <a:pt x="1265" y="1"/>
                    <a:pt x="1132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8" name="Google Shape;6132;p52">
              <a:extLst>
                <a:ext uri="{FF2B5EF4-FFF2-40B4-BE49-F238E27FC236}">
                  <a16:creationId xmlns:a16="http://schemas.microsoft.com/office/drawing/2014/main" id="{7E59AEB5-98E4-46AE-BC74-EEE2BE6432FD}"/>
                </a:ext>
              </a:extLst>
            </p:cNvPr>
            <p:cNvSpPr/>
            <p:nvPr/>
          </p:nvSpPr>
          <p:spPr>
            <a:xfrm>
              <a:off x="4557000" y="3806475"/>
              <a:ext cx="56500" cy="141125"/>
            </a:xfrm>
            <a:custGeom>
              <a:avLst/>
              <a:gdLst/>
              <a:ahLst/>
              <a:cxnLst/>
              <a:rect l="l" t="t" r="r" b="b"/>
              <a:pathLst>
                <a:path w="2260" h="5645" extrusionOk="0">
                  <a:moveTo>
                    <a:pt x="1132" y="1"/>
                  </a:moveTo>
                  <a:cubicBezTo>
                    <a:pt x="977" y="1"/>
                    <a:pt x="823" y="64"/>
                    <a:pt x="711" y="189"/>
                  </a:cubicBezTo>
                  <a:cubicBezTo>
                    <a:pt x="504" y="421"/>
                    <a:pt x="522" y="776"/>
                    <a:pt x="753" y="984"/>
                  </a:cubicBezTo>
                  <a:cubicBezTo>
                    <a:pt x="832" y="1056"/>
                    <a:pt x="1130" y="1385"/>
                    <a:pt x="1130" y="1695"/>
                  </a:cubicBezTo>
                  <a:cubicBezTo>
                    <a:pt x="1130" y="1990"/>
                    <a:pt x="850" y="2315"/>
                    <a:pt x="753" y="2402"/>
                  </a:cubicBezTo>
                  <a:cubicBezTo>
                    <a:pt x="678" y="2472"/>
                    <a:pt x="1" y="3101"/>
                    <a:pt x="1" y="3953"/>
                  </a:cubicBezTo>
                  <a:cubicBezTo>
                    <a:pt x="1" y="4802"/>
                    <a:pt x="675" y="5432"/>
                    <a:pt x="753" y="5501"/>
                  </a:cubicBezTo>
                  <a:cubicBezTo>
                    <a:pt x="861" y="5597"/>
                    <a:pt x="994" y="5644"/>
                    <a:pt x="1127" y="5644"/>
                  </a:cubicBezTo>
                  <a:cubicBezTo>
                    <a:pt x="1282" y="5644"/>
                    <a:pt x="1437" y="5580"/>
                    <a:pt x="1548" y="5456"/>
                  </a:cubicBezTo>
                  <a:cubicBezTo>
                    <a:pt x="1756" y="5224"/>
                    <a:pt x="1735" y="4869"/>
                    <a:pt x="1506" y="4661"/>
                  </a:cubicBezTo>
                  <a:cubicBezTo>
                    <a:pt x="1428" y="4588"/>
                    <a:pt x="1130" y="4260"/>
                    <a:pt x="1130" y="3950"/>
                  </a:cubicBezTo>
                  <a:cubicBezTo>
                    <a:pt x="1130" y="3655"/>
                    <a:pt x="1410" y="3330"/>
                    <a:pt x="1506" y="3242"/>
                  </a:cubicBezTo>
                  <a:cubicBezTo>
                    <a:pt x="1582" y="3173"/>
                    <a:pt x="2259" y="2544"/>
                    <a:pt x="2259" y="1692"/>
                  </a:cubicBezTo>
                  <a:cubicBezTo>
                    <a:pt x="2259" y="842"/>
                    <a:pt x="1582" y="213"/>
                    <a:pt x="1506" y="144"/>
                  </a:cubicBezTo>
                  <a:cubicBezTo>
                    <a:pt x="1399" y="48"/>
                    <a:pt x="1265" y="1"/>
                    <a:pt x="1132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9" name="Google Shape;6133;p52">
              <a:extLst>
                <a:ext uri="{FF2B5EF4-FFF2-40B4-BE49-F238E27FC236}">
                  <a16:creationId xmlns:a16="http://schemas.microsoft.com/office/drawing/2014/main" id="{D05984B2-DD18-465C-A46E-2AF8768F5A6A}"/>
                </a:ext>
              </a:extLst>
            </p:cNvPr>
            <p:cNvSpPr/>
            <p:nvPr/>
          </p:nvSpPr>
          <p:spPr>
            <a:xfrm>
              <a:off x="4464775" y="4230875"/>
              <a:ext cx="395250" cy="57400"/>
            </a:xfrm>
            <a:custGeom>
              <a:avLst/>
              <a:gdLst/>
              <a:ahLst/>
              <a:cxnLst/>
              <a:rect l="l" t="t" r="r" b="b"/>
              <a:pathLst>
                <a:path w="15810" h="2296" extrusionOk="0">
                  <a:moveTo>
                    <a:pt x="567" y="1"/>
                  </a:moveTo>
                  <a:cubicBezTo>
                    <a:pt x="254" y="1"/>
                    <a:pt x="1" y="251"/>
                    <a:pt x="1" y="564"/>
                  </a:cubicBezTo>
                  <a:cubicBezTo>
                    <a:pt x="1" y="877"/>
                    <a:pt x="254" y="1130"/>
                    <a:pt x="567" y="1130"/>
                  </a:cubicBezTo>
                  <a:lnTo>
                    <a:pt x="1910" y="1130"/>
                  </a:lnTo>
                  <a:lnTo>
                    <a:pt x="2006" y="1359"/>
                  </a:lnTo>
                  <a:cubicBezTo>
                    <a:pt x="2291" y="1932"/>
                    <a:pt x="2875" y="2295"/>
                    <a:pt x="3516" y="2295"/>
                  </a:cubicBezTo>
                  <a:cubicBezTo>
                    <a:pt x="3519" y="2295"/>
                    <a:pt x="3521" y="2295"/>
                    <a:pt x="3524" y="2295"/>
                  </a:cubicBezTo>
                  <a:lnTo>
                    <a:pt x="12290" y="2295"/>
                  </a:lnTo>
                  <a:cubicBezTo>
                    <a:pt x="12292" y="2295"/>
                    <a:pt x="12295" y="2295"/>
                    <a:pt x="12298" y="2295"/>
                  </a:cubicBezTo>
                  <a:cubicBezTo>
                    <a:pt x="12936" y="2295"/>
                    <a:pt x="13520" y="1932"/>
                    <a:pt x="13804" y="1359"/>
                  </a:cubicBezTo>
                  <a:lnTo>
                    <a:pt x="13901" y="1130"/>
                  </a:lnTo>
                  <a:lnTo>
                    <a:pt x="15247" y="1130"/>
                  </a:lnTo>
                  <a:cubicBezTo>
                    <a:pt x="15557" y="1130"/>
                    <a:pt x="15810" y="877"/>
                    <a:pt x="15810" y="564"/>
                  </a:cubicBezTo>
                  <a:cubicBezTo>
                    <a:pt x="15810" y="251"/>
                    <a:pt x="15557" y="1"/>
                    <a:pt x="1524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40" name="Google Shape;6134;p52">
              <a:extLst>
                <a:ext uri="{FF2B5EF4-FFF2-40B4-BE49-F238E27FC236}">
                  <a16:creationId xmlns:a16="http://schemas.microsoft.com/office/drawing/2014/main" id="{635B9F2C-E452-43B0-AF55-E18163A8BF12}"/>
                </a:ext>
              </a:extLst>
            </p:cNvPr>
            <p:cNvSpPr/>
            <p:nvPr/>
          </p:nvSpPr>
          <p:spPr>
            <a:xfrm>
              <a:off x="4840675" y="4007300"/>
              <a:ext cx="101725" cy="166025"/>
            </a:xfrm>
            <a:custGeom>
              <a:avLst/>
              <a:gdLst/>
              <a:ahLst/>
              <a:cxnLst/>
              <a:rect l="l" t="t" r="r" b="b"/>
              <a:pathLst>
                <a:path w="4069" h="6641" extrusionOk="0">
                  <a:moveTo>
                    <a:pt x="1870" y="0"/>
                  </a:moveTo>
                  <a:cubicBezTo>
                    <a:pt x="1852" y="380"/>
                    <a:pt x="1837" y="759"/>
                    <a:pt x="1795" y="1130"/>
                  </a:cubicBezTo>
                  <a:cubicBezTo>
                    <a:pt x="1927" y="1181"/>
                    <a:pt x="2048" y="1256"/>
                    <a:pt x="2150" y="1355"/>
                  </a:cubicBezTo>
                  <a:cubicBezTo>
                    <a:pt x="2800" y="2006"/>
                    <a:pt x="2433" y="3469"/>
                    <a:pt x="1352" y="4550"/>
                  </a:cubicBezTo>
                  <a:cubicBezTo>
                    <a:pt x="1177" y="4722"/>
                    <a:pt x="991" y="4879"/>
                    <a:pt x="792" y="5017"/>
                  </a:cubicBezTo>
                  <a:cubicBezTo>
                    <a:pt x="566" y="5577"/>
                    <a:pt x="301" y="6119"/>
                    <a:pt x="0" y="6640"/>
                  </a:cubicBezTo>
                  <a:cubicBezTo>
                    <a:pt x="747" y="6429"/>
                    <a:pt x="1506" y="5993"/>
                    <a:pt x="2150" y="5348"/>
                  </a:cubicBezTo>
                  <a:cubicBezTo>
                    <a:pt x="3716" y="3782"/>
                    <a:pt x="4068" y="1678"/>
                    <a:pt x="2948" y="557"/>
                  </a:cubicBezTo>
                  <a:cubicBezTo>
                    <a:pt x="2656" y="268"/>
                    <a:pt x="2280" y="97"/>
                    <a:pt x="1870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41" name="Google Shape;6135;p52">
              <a:extLst>
                <a:ext uri="{FF2B5EF4-FFF2-40B4-BE49-F238E27FC236}">
                  <a16:creationId xmlns:a16="http://schemas.microsoft.com/office/drawing/2014/main" id="{040A4CFE-8B79-4E5D-8AA7-6619E5B2F0FF}"/>
                </a:ext>
              </a:extLst>
            </p:cNvPr>
            <p:cNvSpPr/>
            <p:nvPr/>
          </p:nvSpPr>
          <p:spPr>
            <a:xfrm>
              <a:off x="4464775" y="3976800"/>
              <a:ext cx="395250" cy="225875"/>
            </a:xfrm>
            <a:custGeom>
              <a:avLst/>
              <a:gdLst/>
              <a:ahLst/>
              <a:cxnLst/>
              <a:rect l="l" t="t" r="r" b="b"/>
              <a:pathLst>
                <a:path w="15810" h="9035" extrusionOk="0">
                  <a:moveTo>
                    <a:pt x="564" y="1"/>
                  </a:moveTo>
                  <a:cubicBezTo>
                    <a:pt x="254" y="1"/>
                    <a:pt x="1" y="251"/>
                    <a:pt x="1" y="564"/>
                  </a:cubicBezTo>
                  <a:cubicBezTo>
                    <a:pt x="1" y="3930"/>
                    <a:pt x="1157" y="7026"/>
                    <a:pt x="3075" y="9035"/>
                  </a:cubicBezTo>
                  <a:lnTo>
                    <a:pt x="12735" y="9035"/>
                  </a:lnTo>
                  <a:cubicBezTo>
                    <a:pt x="14654" y="7026"/>
                    <a:pt x="15810" y="3930"/>
                    <a:pt x="15810" y="564"/>
                  </a:cubicBezTo>
                  <a:cubicBezTo>
                    <a:pt x="15810" y="251"/>
                    <a:pt x="15557" y="1"/>
                    <a:pt x="1524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pic>
        <p:nvPicPr>
          <p:cNvPr id="17" name="Picture 16">
            <a:extLst>
              <a:ext uri="{FF2B5EF4-FFF2-40B4-BE49-F238E27FC236}">
                <a16:creationId xmlns:a16="http://schemas.microsoft.com/office/drawing/2014/main" id="{CD13E78E-EC77-4907-B8B9-757029920DB3}"/>
              </a:ext>
            </a:extLst>
          </p:cNvPr>
          <p:cNvPicPr/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7714" y="586681"/>
            <a:ext cx="6333668" cy="3831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137111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Google Shape;270;p24"/>
          <p:cNvSpPr txBox="1">
            <a:spLocks noGrp="1"/>
          </p:cNvSpPr>
          <p:nvPr>
            <p:ph type="ctrTitle"/>
          </p:nvPr>
        </p:nvSpPr>
        <p:spPr>
          <a:xfrm>
            <a:off x="151761" y="1365844"/>
            <a:ext cx="1766403" cy="796943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2000" dirty="0">
                <a:solidFill>
                  <a:srgbClr val="48FFD5"/>
                </a:solidFill>
                <a:latin typeface="Impact"/>
                <a:ea typeface="Impact"/>
                <a:cs typeface="Impact"/>
                <a:sym typeface="Impact"/>
              </a:rPr>
              <a:t>PENGKODEAN</a:t>
            </a:r>
            <a:br>
              <a:rPr lang="es" sz="2000" dirty="0">
                <a:solidFill>
                  <a:srgbClr val="48FFD5"/>
                </a:solidFill>
                <a:latin typeface="Impact"/>
                <a:ea typeface="Impact"/>
                <a:cs typeface="Impact"/>
                <a:sym typeface="Impact"/>
              </a:rPr>
            </a:br>
            <a:r>
              <a:rPr lang="es" sz="2000" dirty="0">
                <a:solidFill>
                  <a:srgbClr val="48FFD5"/>
                </a:solidFill>
                <a:latin typeface="Impact"/>
                <a:ea typeface="Impact"/>
                <a:cs typeface="Impact"/>
                <a:sym typeface="Impact"/>
              </a:rPr>
              <a:t>SYSTEM</a:t>
            </a:r>
            <a:endParaRPr sz="2000" dirty="0">
              <a:solidFill>
                <a:srgbClr val="48FFD5"/>
              </a:solidFill>
              <a:latin typeface="Impact"/>
              <a:ea typeface="Impact"/>
              <a:cs typeface="Impact"/>
              <a:sym typeface="Impact"/>
            </a:endParaRPr>
          </a:p>
        </p:txBody>
      </p:sp>
      <p:sp>
        <p:nvSpPr>
          <p:cNvPr id="25" name="Google Shape;270;p24">
            <a:extLst>
              <a:ext uri="{FF2B5EF4-FFF2-40B4-BE49-F238E27FC236}">
                <a16:creationId xmlns:a16="http://schemas.microsoft.com/office/drawing/2014/main" id="{826F4B58-B400-4659-B4CE-1684508A8953}"/>
              </a:ext>
            </a:extLst>
          </p:cNvPr>
          <p:cNvSpPr txBox="1">
            <a:spLocks/>
          </p:cNvSpPr>
          <p:nvPr/>
        </p:nvSpPr>
        <p:spPr>
          <a:xfrm>
            <a:off x="1646193" y="4446317"/>
            <a:ext cx="6935189" cy="5254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Roboto Black"/>
              <a:buNone/>
              <a:defRPr sz="3600" b="0" i="0" u="none" strike="noStrike" cap="none">
                <a:solidFill>
                  <a:srgbClr val="FFFFFF"/>
                </a:solidFill>
                <a:latin typeface="Roboto Black"/>
                <a:ea typeface="Roboto Black"/>
                <a:cs typeface="Roboto Black"/>
                <a:sym typeface="Roboto Black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00"/>
              <a:buFont typeface="Bree Serif"/>
              <a:buNone/>
              <a:defRPr sz="5200" b="1" i="0" u="none" strike="noStrike" cap="none">
                <a:solidFill>
                  <a:srgbClr val="FFFFFF"/>
                </a:solidFill>
                <a:latin typeface="Bree Serif"/>
                <a:ea typeface="Bree Serif"/>
                <a:cs typeface="Bree Serif"/>
                <a:sym typeface="Bree Serif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00"/>
              <a:buFont typeface="Bree Serif"/>
              <a:buNone/>
              <a:defRPr sz="5200" b="1" i="0" u="none" strike="noStrike" cap="none">
                <a:solidFill>
                  <a:srgbClr val="FFFFFF"/>
                </a:solidFill>
                <a:latin typeface="Bree Serif"/>
                <a:ea typeface="Bree Serif"/>
                <a:cs typeface="Bree Serif"/>
                <a:sym typeface="Bree Serif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00"/>
              <a:buFont typeface="Bree Serif"/>
              <a:buNone/>
              <a:defRPr sz="5200" b="1" i="0" u="none" strike="noStrike" cap="none">
                <a:solidFill>
                  <a:srgbClr val="FFFFFF"/>
                </a:solidFill>
                <a:latin typeface="Bree Serif"/>
                <a:ea typeface="Bree Serif"/>
                <a:cs typeface="Bree Serif"/>
                <a:sym typeface="Bree Serif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00"/>
              <a:buFont typeface="Bree Serif"/>
              <a:buNone/>
              <a:defRPr sz="5200" b="1" i="0" u="none" strike="noStrike" cap="none">
                <a:solidFill>
                  <a:srgbClr val="FFFFFF"/>
                </a:solidFill>
                <a:latin typeface="Bree Serif"/>
                <a:ea typeface="Bree Serif"/>
                <a:cs typeface="Bree Serif"/>
                <a:sym typeface="Bree Serif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00"/>
              <a:buFont typeface="Bree Serif"/>
              <a:buNone/>
              <a:defRPr sz="5200" b="1" i="0" u="none" strike="noStrike" cap="none">
                <a:solidFill>
                  <a:srgbClr val="FFFFFF"/>
                </a:solidFill>
                <a:latin typeface="Bree Serif"/>
                <a:ea typeface="Bree Serif"/>
                <a:cs typeface="Bree Serif"/>
                <a:sym typeface="Bree Serif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00"/>
              <a:buFont typeface="Bree Serif"/>
              <a:buNone/>
              <a:defRPr sz="5200" b="1" i="0" u="none" strike="noStrike" cap="none">
                <a:solidFill>
                  <a:srgbClr val="FFFFFF"/>
                </a:solidFill>
                <a:latin typeface="Bree Serif"/>
                <a:ea typeface="Bree Serif"/>
                <a:cs typeface="Bree Serif"/>
                <a:sym typeface="Bree Serif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00"/>
              <a:buFont typeface="Bree Serif"/>
              <a:buNone/>
              <a:defRPr sz="5200" b="1" i="0" u="none" strike="noStrike" cap="none">
                <a:solidFill>
                  <a:srgbClr val="FFFFFF"/>
                </a:solidFill>
                <a:latin typeface="Bree Serif"/>
                <a:ea typeface="Bree Serif"/>
                <a:cs typeface="Bree Serif"/>
                <a:sym typeface="Bree Serif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00"/>
              <a:buFont typeface="Bree Serif"/>
              <a:buNone/>
              <a:defRPr sz="5200" b="1" i="0" u="none" strike="noStrike" cap="none">
                <a:solidFill>
                  <a:srgbClr val="FFFFFF"/>
                </a:solidFill>
                <a:latin typeface="Bree Serif"/>
                <a:ea typeface="Bree Serif"/>
                <a:cs typeface="Bree Serif"/>
                <a:sym typeface="Bree Serif"/>
              </a:defRPr>
            </a:lvl9pPr>
          </a:lstStyle>
          <a:p>
            <a:pPr algn="ctr"/>
            <a:r>
              <a:rPr lang="en-US" sz="2000" dirty="0" err="1">
                <a:solidFill>
                  <a:schemeClr val="accent6"/>
                </a:solidFill>
                <a:latin typeface="Impact"/>
                <a:ea typeface="Impact"/>
                <a:cs typeface="Impact"/>
                <a:sym typeface="Impact"/>
              </a:rPr>
              <a:t>Tampilan</a:t>
            </a:r>
            <a:r>
              <a:rPr lang="en-US" sz="2000" dirty="0">
                <a:solidFill>
                  <a:schemeClr val="accent6"/>
                </a:solidFill>
                <a:latin typeface="Impact"/>
                <a:ea typeface="Impact"/>
                <a:cs typeface="Impact"/>
                <a:sym typeface="Impact"/>
              </a:rPr>
              <a:t> Login</a:t>
            </a:r>
          </a:p>
        </p:txBody>
      </p:sp>
      <p:grpSp>
        <p:nvGrpSpPr>
          <p:cNvPr id="30" name="Google Shape;6112;p52">
            <a:extLst>
              <a:ext uri="{FF2B5EF4-FFF2-40B4-BE49-F238E27FC236}">
                <a16:creationId xmlns:a16="http://schemas.microsoft.com/office/drawing/2014/main" id="{4242C9B3-416D-4F66-94F9-B3F98CC371D5}"/>
              </a:ext>
            </a:extLst>
          </p:cNvPr>
          <p:cNvGrpSpPr/>
          <p:nvPr/>
        </p:nvGrpSpPr>
        <p:grpSpPr>
          <a:xfrm>
            <a:off x="620986" y="968837"/>
            <a:ext cx="346347" cy="339623"/>
            <a:chOff x="1490050" y="3805975"/>
            <a:chExt cx="491900" cy="482350"/>
          </a:xfrm>
          <a:solidFill>
            <a:schemeClr val="accent6"/>
          </a:solidFill>
        </p:grpSpPr>
        <p:sp>
          <p:nvSpPr>
            <p:cNvPr id="31" name="Google Shape;6113;p52">
              <a:extLst>
                <a:ext uri="{FF2B5EF4-FFF2-40B4-BE49-F238E27FC236}">
                  <a16:creationId xmlns:a16="http://schemas.microsoft.com/office/drawing/2014/main" id="{11609D5E-D4DF-47AE-85C3-093C27A5AC44}"/>
                </a:ext>
              </a:extLst>
            </p:cNvPr>
            <p:cNvSpPr/>
            <p:nvPr/>
          </p:nvSpPr>
          <p:spPr>
            <a:xfrm>
              <a:off x="1541775" y="3877050"/>
              <a:ext cx="302500" cy="277225"/>
            </a:xfrm>
            <a:custGeom>
              <a:avLst/>
              <a:gdLst/>
              <a:ahLst/>
              <a:cxnLst/>
              <a:rect l="l" t="t" r="r" b="b"/>
              <a:pathLst>
                <a:path w="12100" h="11089" extrusionOk="0">
                  <a:moveTo>
                    <a:pt x="10512" y="1"/>
                  </a:moveTo>
                  <a:lnTo>
                    <a:pt x="0" y="10513"/>
                  </a:lnTo>
                  <a:cubicBezTo>
                    <a:pt x="207" y="10475"/>
                    <a:pt x="415" y="10456"/>
                    <a:pt x="622" y="10456"/>
                  </a:cubicBezTo>
                  <a:cubicBezTo>
                    <a:pt x="1327" y="10456"/>
                    <a:pt x="2020" y="10674"/>
                    <a:pt x="2602" y="11088"/>
                  </a:cubicBezTo>
                  <a:lnTo>
                    <a:pt x="12099" y="1588"/>
                  </a:lnTo>
                  <a:lnTo>
                    <a:pt x="10512" y="1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2" name="Google Shape;6114;p52">
              <a:extLst>
                <a:ext uri="{FF2B5EF4-FFF2-40B4-BE49-F238E27FC236}">
                  <a16:creationId xmlns:a16="http://schemas.microsoft.com/office/drawing/2014/main" id="{59ED7026-E90B-4C60-BA0D-9CA344A6C55D}"/>
                </a:ext>
              </a:extLst>
            </p:cNvPr>
            <p:cNvSpPr/>
            <p:nvPr/>
          </p:nvSpPr>
          <p:spPr>
            <a:xfrm>
              <a:off x="1824450" y="3805975"/>
              <a:ext cx="157500" cy="150525"/>
            </a:xfrm>
            <a:custGeom>
              <a:avLst/>
              <a:gdLst/>
              <a:ahLst/>
              <a:cxnLst/>
              <a:rect l="l" t="t" r="r" b="b"/>
              <a:pathLst>
                <a:path w="6300" h="6021" extrusionOk="0">
                  <a:moveTo>
                    <a:pt x="3211" y="0"/>
                  </a:moveTo>
                  <a:cubicBezTo>
                    <a:pt x="2484" y="0"/>
                    <a:pt x="1758" y="281"/>
                    <a:pt x="1208" y="841"/>
                  </a:cubicBezTo>
                  <a:lnTo>
                    <a:pt x="0" y="2049"/>
                  </a:lnTo>
                  <a:lnTo>
                    <a:pt x="3972" y="6021"/>
                  </a:lnTo>
                  <a:lnTo>
                    <a:pt x="5180" y="4813"/>
                  </a:lnTo>
                  <a:cubicBezTo>
                    <a:pt x="6294" y="3717"/>
                    <a:pt x="6300" y="1925"/>
                    <a:pt x="5198" y="823"/>
                  </a:cubicBezTo>
                  <a:cubicBezTo>
                    <a:pt x="4649" y="274"/>
                    <a:pt x="3930" y="0"/>
                    <a:pt x="321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3" name="Google Shape;6115;p52">
              <a:extLst>
                <a:ext uri="{FF2B5EF4-FFF2-40B4-BE49-F238E27FC236}">
                  <a16:creationId xmlns:a16="http://schemas.microsoft.com/office/drawing/2014/main" id="{A35A982C-2D4F-4CB8-B29F-2E416F5AFF55}"/>
                </a:ext>
              </a:extLst>
            </p:cNvPr>
            <p:cNvSpPr/>
            <p:nvPr/>
          </p:nvSpPr>
          <p:spPr>
            <a:xfrm>
              <a:off x="1626675" y="3936600"/>
              <a:ext cx="277225" cy="302600"/>
            </a:xfrm>
            <a:custGeom>
              <a:avLst/>
              <a:gdLst/>
              <a:ahLst/>
              <a:cxnLst/>
              <a:rect l="l" t="t" r="r" b="b"/>
              <a:pathLst>
                <a:path w="11089" h="12104" extrusionOk="0">
                  <a:moveTo>
                    <a:pt x="9501" y="1"/>
                  </a:moveTo>
                  <a:lnTo>
                    <a:pt x="1" y="9501"/>
                  </a:lnTo>
                  <a:cubicBezTo>
                    <a:pt x="537" y="10254"/>
                    <a:pt x="745" y="11194"/>
                    <a:pt x="576" y="12103"/>
                  </a:cubicBezTo>
                  <a:lnTo>
                    <a:pt x="11088" y="1591"/>
                  </a:lnTo>
                  <a:lnTo>
                    <a:pt x="9501" y="1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4" name="Google Shape;6116;p52">
              <a:extLst>
                <a:ext uri="{FF2B5EF4-FFF2-40B4-BE49-F238E27FC236}">
                  <a16:creationId xmlns:a16="http://schemas.microsoft.com/office/drawing/2014/main" id="{196F6B18-F506-4B4E-A071-E20ACFB5D390}"/>
                </a:ext>
              </a:extLst>
            </p:cNvPr>
            <p:cNvSpPr/>
            <p:nvPr/>
          </p:nvSpPr>
          <p:spPr>
            <a:xfrm>
              <a:off x="1490050" y="4166500"/>
              <a:ext cx="129950" cy="121825"/>
            </a:xfrm>
            <a:custGeom>
              <a:avLst/>
              <a:gdLst/>
              <a:ahLst/>
              <a:cxnLst/>
              <a:rect l="l" t="t" r="r" b="b"/>
              <a:pathLst>
                <a:path w="5198" h="4873" extrusionOk="0">
                  <a:moveTo>
                    <a:pt x="2693" y="0"/>
                  </a:moveTo>
                  <a:cubicBezTo>
                    <a:pt x="2243" y="0"/>
                    <a:pt x="1790" y="133"/>
                    <a:pt x="1398" y="405"/>
                  </a:cubicBezTo>
                  <a:lnTo>
                    <a:pt x="1398" y="402"/>
                  </a:lnTo>
                  <a:lnTo>
                    <a:pt x="741" y="2446"/>
                  </a:lnTo>
                  <a:lnTo>
                    <a:pt x="139" y="4118"/>
                  </a:lnTo>
                  <a:cubicBezTo>
                    <a:pt x="0" y="4500"/>
                    <a:pt x="295" y="4872"/>
                    <a:pt x="664" y="4872"/>
                  </a:cubicBezTo>
                  <a:cubicBezTo>
                    <a:pt x="727" y="4872"/>
                    <a:pt x="793" y="4861"/>
                    <a:pt x="859" y="4837"/>
                  </a:cubicBezTo>
                  <a:lnTo>
                    <a:pt x="2530" y="4235"/>
                  </a:lnTo>
                  <a:lnTo>
                    <a:pt x="4574" y="3579"/>
                  </a:lnTo>
                  <a:cubicBezTo>
                    <a:pt x="5198" y="2672"/>
                    <a:pt x="5086" y="1450"/>
                    <a:pt x="4306" y="670"/>
                  </a:cubicBezTo>
                  <a:cubicBezTo>
                    <a:pt x="3866" y="228"/>
                    <a:pt x="3282" y="0"/>
                    <a:pt x="269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35" name="Google Shape;6129;p52">
            <a:extLst>
              <a:ext uri="{FF2B5EF4-FFF2-40B4-BE49-F238E27FC236}">
                <a16:creationId xmlns:a16="http://schemas.microsoft.com/office/drawing/2014/main" id="{4E8D1AE9-D5D3-4153-AD8C-91034433756A}"/>
              </a:ext>
            </a:extLst>
          </p:cNvPr>
          <p:cNvGrpSpPr/>
          <p:nvPr/>
        </p:nvGrpSpPr>
        <p:grpSpPr>
          <a:xfrm>
            <a:off x="1150434" y="968824"/>
            <a:ext cx="336296" cy="339235"/>
            <a:chOff x="4464775" y="3806475"/>
            <a:chExt cx="477625" cy="481800"/>
          </a:xfrm>
          <a:solidFill>
            <a:schemeClr val="accent6"/>
          </a:solidFill>
        </p:grpSpPr>
        <p:sp>
          <p:nvSpPr>
            <p:cNvPr id="36" name="Google Shape;6130;p52">
              <a:extLst>
                <a:ext uri="{FF2B5EF4-FFF2-40B4-BE49-F238E27FC236}">
                  <a16:creationId xmlns:a16="http://schemas.microsoft.com/office/drawing/2014/main" id="{2AB43A0A-5026-4A23-834F-AF469F1DAD51}"/>
                </a:ext>
              </a:extLst>
            </p:cNvPr>
            <p:cNvSpPr/>
            <p:nvPr/>
          </p:nvSpPr>
          <p:spPr>
            <a:xfrm>
              <a:off x="4726375" y="3806475"/>
              <a:ext cx="56500" cy="141125"/>
            </a:xfrm>
            <a:custGeom>
              <a:avLst/>
              <a:gdLst/>
              <a:ahLst/>
              <a:cxnLst/>
              <a:rect l="l" t="t" r="r" b="b"/>
              <a:pathLst>
                <a:path w="2260" h="5645" extrusionOk="0">
                  <a:moveTo>
                    <a:pt x="1133" y="1"/>
                  </a:moveTo>
                  <a:cubicBezTo>
                    <a:pt x="978" y="1"/>
                    <a:pt x="823" y="64"/>
                    <a:pt x="712" y="189"/>
                  </a:cubicBezTo>
                  <a:cubicBezTo>
                    <a:pt x="504" y="421"/>
                    <a:pt x="522" y="776"/>
                    <a:pt x="754" y="984"/>
                  </a:cubicBezTo>
                  <a:cubicBezTo>
                    <a:pt x="832" y="1056"/>
                    <a:pt x="1130" y="1385"/>
                    <a:pt x="1130" y="1695"/>
                  </a:cubicBezTo>
                  <a:cubicBezTo>
                    <a:pt x="1130" y="1990"/>
                    <a:pt x="850" y="2315"/>
                    <a:pt x="754" y="2402"/>
                  </a:cubicBezTo>
                  <a:cubicBezTo>
                    <a:pt x="678" y="2472"/>
                    <a:pt x="1" y="3101"/>
                    <a:pt x="1" y="3953"/>
                  </a:cubicBezTo>
                  <a:cubicBezTo>
                    <a:pt x="1" y="4802"/>
                    <a:pt x="675" y="5432"/>
                    <a:pt x="754" y="5501"/>
                  </a:cubicBezTo>
                  <a:cubicBezTo>
                    <a:pt x="861" y="5597"/>
                    <a:pt x="995" y="5644"/>
                    <a:pt x="1128" y="5644"/>
                  </a:cubicBezTo>
                  <a:cubicBezTo>
                    <a:pt x="1283" y="5644"/>
                    <a:pt x="1437" y="5580"/>
                    <a:pt x="1549" y="5456"/>
                  </a:cubicBezTo>
                  <a:cubicBezTo>
                    <a:pt x="1757" y="5224"/>
                    <a:pt x="1735" y="4869"/>
                    <a:pt x="1507" y="4661"/>
                  </a:cubicBezTo>
                  <a:cubicBezTo>
                    <a:pt x="1428" y="4588"/>
                    <a:pt x="1130" y="4260"/>
                    <a:pt x="1130" y="3950"/>
                  </a:cubicBezTo>
                  <a:cubicBezTo>
                    <a:pt x="1130" y="3655"/>
                    <a:pt x="1410" y="3330"/>
                    <a:pt x="1507" y="3242"/>
                  </a:cubicBezTo>
                  <a:cubicBezTo>
                    <a:pt x="1585" y="3173"/>
                    <a:pt x="2259" y="2544"/>
                    <a:pt x="2259" y="1692"/>
                  </a:cubicBezTo>
                  <a:cubicBezTo>
                    <a:pt x="2259" y="842"/>
                    <a:pt x="1585" y="213"/>
                    <a:pt x="1507" y="144"/>
                  </a:cubicBezTo>
                  <a:cubicBezTo>
                    <a:pt x="1399" y="48"/>
                    <a:pt x="1266" y="1"/>
                    <a:pt x="113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7" name="Google Shape;6131;p52">
              <a:extLst>
                <a:ext uri="{FF2B5EF4-FFF2-40B4-BE49-F238E27FC236}">
                  <a16:creationId xmlns:a16="http://schemas.microsoft.com/office/drawing/2014/main" id="{DC1FA845-5EB4-4183-AC92-FE3D1DF03E84}"/>
                </a:ext>
              </a:extLst>
            </p:cNvPr>
            <p:cNvSpPr/>
            <p:nvPr/>
          </p:nvSpPr>
          <p:spPr>
            <a:xfrm>
              <a:off x="4641700" y="3806475"/>
              <a:ext cx="56475" cy="141125"/>
            </a:xfrm>
            <a:custGeom>
              <a:avLst/>
              <a:gdLst/>
              <a:ahLst/>
              <a:cxnLst/>
              <a:rect l="l" t="t" r="r" b="b"/>
              <a:pathLst>
                <a:path w="2259" h="5645" extrusionOk="0">
                  <a:moveTo>
                    <a:pt x="1132" y="1"/>
                  </a:moveTo>
                  <a:cubicBezTo>
                    <a:pt x="977" y="1"/>
                    <a:pt x="823" y="64"/>
                    <a:pt x="711" y="189"/>
                  </a:cubicBezTo>
                  <a:cubicBezTo>
                    <a:pt x="503" y="421"/>
                    <a:pt x="521" y="776"/>
                    <a:pt x="753" y="984"/>
                  </a:cubicBezTo>
                  <a:cubicBezTo>
                    <a:pt x="831" y="1056"/>
                    <a:pt x="1130" y="1385"/>
                    <a:pt x="1130" y="1695"/>
                  </a:cubicBezTo>
                  <a:cubicBezTo>
                    <a:pt x="1130" y="1990"/>
                    <a:pt x="849" y="2315"/>
                    <a:pt x="753" y="2402"/>
                  </a:cubicBezTo>
                  <a:cubicBezTo>
                    <a:pt x="678" y="2472"/>
                    <a:pt x="0" y="3101"/>
                    <a:pt x="0" y="3953"/>
                  </a:cubicBezTo>
                  <a:cubicBezTo>
                    <a:pt x="0" y="4802"/>
                    <a:pt x="675" y="5432"/>
                    <a:pt x="753" y="5501"/>
                  </a:cubicBezTo>
                  <a:cubicBezTo>
                    <a:pt x="860" y="5597"/>
                    <a:pt x="994" y="5644"/>
                    <a:pt x="1127" y="5644"/>
                  </a:cubicBezTo>
                  <a:cubicBezTo>
                    <a:pt x="1282" y="5644"/>
                    <a:pt x="1436" y="5580"/>
                    <a:pt x="1548" y="5456"/>
                  </a:cubicBezTo>
                  <a:cubicBezTo>
                    <a:pt x="1756" y="5224"/>
                    <a:pt x="1735" y="4869"/>
                    <a:pt x="1506" y="4661"/>
                  </a:cubicBezTo>
                  <a:cubicBezTo>
                    <a:pt x="1428" y="4588"/>
                    <a:pt x="1130" y="4260"/>
                    <a:pt x="1130" y="3950"/>
                  </a:cubicBezTo>
                  <a:cubicBezTo>
                    <a:pt x="1130" y="3655"/>
                    <a:pt x="1410" y="3330"/>
                    <a:pt x="1506" y="3242"/>
                  </a:cubicBezTo>
                  <a:cubicBezTo>
                    <a:pt x="1581" y="3173"/>
                    <a:pt x="2259" y="2544"/>
                    <a:pt x="2259" y="1692"/>
                  </a:cubicBezTo>
                  <a:cubicBezTo>
                    <a:pt x="2259" y="842"/>
                    <a:pt x="1581" y="213"/>
                    <a:pt x="1506" y="144"/>
                  </a:cubicBezTo>
                  <a:cubicBezTo>
                    <a:pt x="1399" y="48"/>
                    <a:pt x="1265" y="1"/>
                    <a:pt x="1132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8" name="Google Shape;6132;p52">
              <a:extLst>
                <a:ext uri="{FF2B5EF4-FFF2-40B4-BE49-F238E27FC236}">
                  <a16:creationId xmlns:a16="http://schemas.microsoft.com/office/drawing/2014/main" id="{7E59AEB5-98E4-46AE-BC74-EEE2BE6432FD}"/>
                </a:ext>
              </a:extLst>
            </p:cNvPr>
            <p:cNvSpPr/>
            <p:nvPr/>
          </p:nvSpPr>
          <p:spPr>
            <a:xfrm>
              <a:off x="4557000" y="3806475"/>
              <a:ext cx="56500" cy="141125"/>
            </a:xfrm>
            <a:custGeom>
              <a:avLst/>
              <a:gdLst/>
              <a:ahLst/>
              <a:cxnLst/>
              <a:rect l="l" t="t" r="r" b="b"/>
              <a:pathLst>
                <a:path w="2260" h="5645" extrusionOk="0">
                  <a:moveTo>
                    <a:pt x="1132" y="1"/>
                  </a:moveTo>
                  <a:cubicBezTo>
                    <a:pt x="977" y="1"/>
                    <a:pt x="823" y="64"/>
                    <a:pt x="711" y="189"/>
                  </a:cubicBezTo>
                  <a:cubicBezTo>
                    <a:pt x="504" y="421"/>
                    <a:pt x="522" y="776"/>
                    <a:pt x="753" y="984"/>
                  </a:cubicBezTo>
                  <a:cubicBezTo>
                    <a:pt x="832" y="1056"/>
                    <a:pt x="1130" y="1385"/>
                    <a:pt x="1130" y="1695"/>
                  </a:cubicBezTo>
                  <a:cubicBezTo>
                    <a:pt x="1130" y="1990"/>
                    <a:pt x="850" y="2315"/>
                    <a:pt x="753" y="2402"/>
                  </a:cubicBezTo>
                  <a:cubicBezTo>
                    <a:pt x="678" y="2472"/>
                    <a:pt x="1" y="3101"/>
                    <a:pt x="1" y="3953"/>
                  </a:cubicBezTo>
                  <a:cubicBezTo>
                    <a:pt x="1" y="4802"/>
                    <a:pt x="675" y="5432"/>
                    <a:pt x="753" y="5501"/>
                  </a:cubicBezTo>
                  <a:cubicBezTo>
                    <a:pt x="861" y="5597"/>
                    <a:pt x="994" y="5644"/>
                    <a:pt x="1127" y="5644"/>
                  </a:cubicBezTo>
                  <a:cubicBezTo>
                    <a:pt x="1282" y="5644"/>
                    <a:pt x="1437" y="5580"/>
                    <a:pt x="1548" y="5456"/>
                  </a:cubicBezTo>
                  <a:cubicBezTo>
                    <a:pt x="1756" y="5224"/>
                    <a:pt x="1735" y="4869"/>
                    <a:pt x="1506" y="4661"/>
                  </a:cubicBezTo>
                  <a:cubicBezTo>
                    <a:pt x="1428" y="4588"/>
                    <a:pt x="1130" y="4260"/>
                    <a:pt x="1130" y="3950"/>
                  </a:cubicBezTo>
                  <a:cubicBezTo>
                    <a:pt x="1130" y="3655"/>
                    <a:pt x="1410" y="3330"/>
                    <a:pt x="1506" y="3242"/>
                  </a:cubicBezTo>
                  <a:cubicBezTo>
                    <a:pt x="1582" y="3173"/>
                    <a:pt x="2259" y="2544"/>
                    <a:pt x="2259" y="1692"/>
                  </a:cubicBezTo>
                  <a:cubicBezTo>
                    <a:pt x="2259" y="842"/>
                    <a:pt x="1582" y="213"/>
                    <a:pt x="1506" y="144"/>
                  </a:cubicBezTo>
                  <a:cubicBezTo>
                    <a:pt x="1399" y="48"/>
                    <a:pt x="1265" y="1"/>
                    <a:pt x="1132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9" name="Google Shape;6133;p52">
              <a:extLst>
                <a:ext uri="{FF2B5EF4-FFF2-40B4-BE49-F238E27FC236}">
                  <a16:creationId xmlns:a16="http://schemas.microsoft.com/office/drawing/2014/main" id="{D05984B2-DD18-465C-A46E-2AF8768F5A6A}"/>
                </a:ext>
              </a:extLst>
            </p:cNvPr>
            <p:cNvSpPr/>
            <p:nvPr/>
          </p:nvSpPr>
          <p:spPr>
            <a:xfrm>
              <a:off x="4464775" y="4230875"/>
              <a:ext cx="395250" cy="57400"/>
            </a:xfrm>
            <a:custGeom>
              <a:avLst/>
              <a:gdLst/>
              <a:ahLst/>
              <a:cxnLst/>
              <a:rect l="l" t="t" r="r" b="b"/>
              <a:pathLst>
                <a:path w="15810" h="2296" extrusionOk="0">
                  <a:moveTo>
                    <a:pt x="567" y="1"/>
                  </a:moveTo>
                  <a:cubicBezTo>
                    <a:pt x="254" y="1"/>
                    <a:pt x="1" y="251"/>
                    <a:pt x="1" y="564"/>
                  </a:cubicBezTo>
                  <a:cubicBezTo>
                    <a:pt x="1" y="877"/>
                    <a:pt x="254" y="1130"/>
                    <a:pt x="567" y="1130"/>
                  </a:cubicBezTo>
                  <a:lnTo>
                    <a:pt x="1910" y="1130"/>
                  </a:lnTo>
                  <a:lnTo>
                    <a:pt x="2006" y="1359"/>
                  </a:lnTo>
                  <a:cubicBezTo>
                    <a:pt x="2291" y="1932"/>
                    <a:pt x="2875" y="2295"/>
                    <a:pt x="3516" y="2295"/>
                  </a:cubicBezTo>
                  <a:cubicBezTo>
                    <a:pt x="3519" y="2295"/>
                    <a:pt x="3521" y="2295"/>
                    <a:pt x="3524" y="2295"/>
                  </a:cubicBezTo>
                  <a:lnTo>
                    <a:pt x="12290" y="2295"/>
                  </a:lnTo>
                  <a:cubicBezTo>
                    <a:pt x="12292" y="2295"/>
                    <a:pt x="12295" y="2295"/>
                    <a:pt x="12298" y="2295"/>
                  </a:cubicBezTo>
                  <a:cubicBezTo>
                    <a:pt x="12936" y="2295"/>
                    <a:pt x="13520" y="1932"/>
                    <a:pt x="13804" y="1359"/>
                  </a:cubicBezTo>
                  <a:lnTo>
                    <a:pt x="13901" y="1130"/>
                  </a:lnTo>
                  <a:lnTo>
                    <a:pt x="15247" y="1130"/>
                  </a:lnTo>
                  <a:cubicBezTo>
                    <a:pt x="15557" y="1130"/>
                    <a:pt x="15810" y="877"/>
                    <a:pt x="15810" y="564"/>
                  </a:cubicBezTo>
                  <a:cubicBezTo>
                    <a:pt x="15810" y="251"/>
                    <a:pt x="15557" y="1"/>
                    <a:pt x="1524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40" name="Google Shape;6134;p52">
              <a:extLst>
                <a:ext uri="{FF2B5EF4-FFF2-40B4-BE49-F238E27FC236}">
                  <a16:creationId xmlns:a16="http://schemas.microsoft.com/office/drawing/2014/main" id="{635B9F2C-E452-43B0-AF55-E18163A8BF12}"/>
                </a:ext>
              </a:extLst>
            </p:cNvPr>
            <p:cNvSpPr/>
            <p:nvPr/>
          </p:nvSpPr>
          <p:spPr>
            <a:xfrm>
              <a:off x="4840675" y="4007300"/>
              <a:ext cx="101725" cy="166025"/>
            </a:xfrm>
            <a:custGeom>
              <a:avLst/>
              <a:gdLst/>
              <a:ahLst/>
              <a:cxnLst/>
              <a:rect l="l" t="t" r="r" b="b"/>
              <a:pathLst>
                <a:path w="4069" h="6641" extrusionOk="0">
                  <a:moveTo>
                    <a:pt x="1870" y="0"/>
                  </a:moveTo>
                  <a:cubicBezTo>
                    <a:pt x="1852" y="380"/>
                    <a:pt x="1837" y="759"/>
                    <a:pt x="1795" y="1130"/>
                  </a:cubicBezTo>
                  <a:cubicBezTo>
                    <a:pt x="1927" y="1181"/>
                    <a:pt x="2048" y="1256"/>
                    <a:pt x="2150" y="1355"/>
                  </a:cubicBezTo>
                  <a:cubicBezTo>
                    <a:pt x="2800" y="2006"/>
                    <a:pt x="2433" y="3469"/>
                    <a:pt x="1352" y="4550"/>
                  </a:cubicBezTo>
                  <a:cubicBezTo>
                    <a:pt x="1177" y="4722"/>
                    <a:pt x="991" y="4879"/>
                    <a:pt x="792" y="5017"/>
                  </a:cubicBezTo>
                  <a:cubicBezTo>
                    <a:pt x="566" y="5577"/>
                    <a:pt x="301" y="6119"/>
                    <a:pt x="0" y="6640"/>
                  </a:cubicBezTo>
                  <a:cubicBezTo>
                    <a:pt x="747" y="6429"/>
                    <a:pt x="1506" y="5993"/>
                    <a:pt x="2150" y="5348"/>
                  </a:cubicBezTo>
                  <a:cubicBezTo>
                    <a:pt x="3716" y="3782"/>
                    <a:pt x="4068" y="1678"/>
                    <a:pt x="2948" y="557"/>
                  </a:cubicBezTo>
                  <a:cubicBezTo>
                    <a:pt x="2656" y="268"/>
                    <a:pt x="2280" y="97"/>
                    <a:pt x="1870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41" name="Google Shape;6135;p52">
              <a:extLst>
                <a:ext uri="{FF2B5EF4-FFF2-40B4-BE49-F238E27FC236}">
                  <a16:creationId xmlns:a16="http://schemas.microsoft.com/office/drawing/2014/main" id="{040A4CFE-8B79-4E5D-8AA7-6619E5B2F0FF}"/>
                </a:ext>
              </a:extLst>
            </p:cNvPr>
            <p:cNvSpPr/>
            <p:nvPr/>
          </p:nvSpPr>
          <p:spPr>
            <a:xfrm>
              <a:off x="4464775" y="3976800"/>
              <a:ext cx="395250" cy="225875"/>
            </a:xfrm>
            <a:custGeom>
              <a:avLst/>
              <a:gdLst/>
              <a:ahLst/>
              <a:cxnLst/>
              <a:rect l="l" t="t" r="r" b="b"/>
              <a:pathLst>
                <a:path w="15810" h="9035" extrusionOk="0">
                  <a:moveTo>
                    <a:pt x="564" y="1"/>
                  </a:moveTo>
                  <a:cubicBezTo>
                    <a:pt x="254" y="1"/>
                    <a:pt x="1" y="251"/>
                    <a:pt x="1" y="564"/>
                  </a:cubicBezTo>
                  <a:cubicBezTo>
                    <a:pt x="1" y="3930"/>
                    <a:pt x="1157" y="7026"/>
                    <a:pt x="3075" y="9035"/>
                  </a:cubicBezTo>
                  <a:lnTo>
                    <a:pt x="12735" y="9035"/>
                  </a:lnTo>
                  <a:cubicBezTo>
                    <a:pt x="14654" y="7026"/>
                    <a:pt x="15810" y="3930"/>
                    <a:pt x="15810" y="564"/>
                  </a:cubicBezTo>
                  <a:cubicBezTo>
                    <a:pt x="15810" y="251"/>
                    <a:pt x="15557" y="1"/>
                    <a:pt x="1524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pic>
        <p:nvPicPr>
          <p:cNvPr id="18" name="Picture 17">
            <a:extLst>
              <a:ext uri="{FF2B5EF4-FFF2-40B4-BE49-F238E27FC236}">
                <a16:creationId xmlns:a16="http://schemas.microsoft.com/office/drawing/2014/main" id="{6206F02D-8E88-442F-BE7C-705401D93F3D}"/>
              </a:ext>
            </a:extLst>
          </p:cNvPr>
          <p:cNvPicPr/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51164" y="356260"/>
            <a:ext cx="6730218" cy="40189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810192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Google Shape;270;p24"/>
          <p:cNvSpPr txBox="1">
            <a:spLocks noGrp="1"/>
          </p:cNvSpPr>
          <p:nvPr>
            <p:ph type="ctrTitle"/>
          </p:nvPr>
        </p:nvSpPr>
        <p:spPr>
          <a:xfrm>
            <a:off x="151761" y="1365844"/>
            <a:ext cx="1766403" cy="796943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2000" dirty="0">
                <a:solidFill>
                  <a:srgbClr val="48FFD5"/>
                </a:solidFill>
                <a:latin typeface="Impact"/>
                <a:ea typeface="Impact"/>
                <a:cs typeface="Impact"/>
                <a:sym typeface="Impact"/>
              </a:rPr>
              <a:t>PENGKODEAN</a:t>
            </a:r>
            <a:br>
              <a:rPr lang="es" sz="2000" dirty="0">
                <a:solidFill>
                  <a:srgbClr val="48FFD5"/>
                </a:solidFill>
                <a:latin typeface="Impact"/>
                <a:ea typeface="Impact"/>
                <a:cs typeface="Impact"/>
                <a:sym typeface="Impact"/>
              </a:rPr>
            </a:br>
            <a:r>
              <a:rPr lang="es" sz="2000" dirty="0">
                <a:solidFill>
                  <a:srgbClr val="48FFD5"/>
                </a:solidFill>
                <a:latin typeface="Impact"/>
                <a:ea typeface="Impact"/>
                <a:cs typeface="Impact"/>
                <a:sym typeface="Impact"/>
              </a:rPr>
              <a:t>SYSTEM</a:t>
            </a:r>
            <a:endParaRPr sz="2000" dirty="0">
              <a:solidFill>
                <a:srgbClr val="48FFD5"/>
              </a:solidFill>
              <a:latin typeface="Impact"/>
              <a:ea typeface="Impact"/>
              <a:cs typeface="Impact"/>
              <a:sym typeface="Impact"/>
            </a:endParaRPr>
          </a:p>
        </p:txBody>
      </p:sp>
      <p:sp>
        <p:nvSpPr>
          <p:cNvPr id="25" name="Google Shape;270;p24">
            <a:extLst>
              <a:ext uri="{FF2B5EF4-FFF2-40B4-BE49-F238E27FC236}">
                <a16:creationId xmlns:a16="http://schemas.microsoft.com/office/drawing/2014/main" id="{826F4B58-B400-4659-B4CE-1684508A8953}"/>
              </a:ext>
            </a:extLst>
          </p:cNvPr>
          <p:cNvSpPr txBox="1">
            <a:spLocks/>
          </p:cNvSpPr>
          <p:nvPr/>
        </p:nvSpPr>
        <p:spPr>
          <a:xfrm>
            <a:off x="1646193" y="4446317"/>
            <a:ext cx="6935189" cy="5254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Roboto Black"/>
              <a:buNone/>
              <a:defRPr sz="3600" b="0" i="0" u="none" strike="noStrike" cap="none">
                <a:solidFill>
                  <a:srgbClr val="FFFFFF"/>
                </a:solidFill>
                <a:latin typeface="Roboto Black"/>
                <a:ea typeface="Roboto Black"/>
                <a:cs typeface="Roboto Black"/>
                <a:sym typeface="Roboto Black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00"/>
              <a:buFont typeface="Bree Serif"/>
              <a:buNone/>
              <a:defRPr sz="5200" b="1" i="0" u="none" strike="noStrike" cap="none">
                <a:solidFill>
                  <a:srgbClr val="FFFFFF"/>
                </a:solidFill>
                <a:latin typeface="Bree Serif"/>
                <a:ea typeface="Bree Serif"/>
                <a:cs typeface="Bree Serif"/>
                <a:sym typeface="Bree Serif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00"/>
              <a:buFont typeface="Bree Serif"/>
              <a:buNone/>
              <a:defRPr sz="5200" b="1" i="0" u="none" strike="noStrike" cap="none">
                <a:solidFill>
                  <a:srgbClr val="FFFFFF"/>
                </a:solidFill>
                <a:latin typeface="Bree Serif"/>
                <a:ea typeface="Bree Serif"/>
                <a:cs typeface="Bree Serif"/>
                <a:sym typeface="Bree Serif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00"/>
              <a:buFont typeface="Bree Serif"/>
              <a:buNone/>
              <a:defRPr sz="5200" b="1" i="0" u="none" strike="noStrike" cap="none">
                <a:solidFill>
                  <a:srgbClr val="FFFFFF"/>
                </a:solidFill>
                <a:latin typeface="Bree Serif"/>
                <a:ea typeface="Bree Serif"/>
                <a:cs typeface="Bree Serif"/>
                <a:sym typeface="Bree Serif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00"/>
              <a:buFont typeface="Bree Serif"/>
              <a:buNone/>
              <a:defRPr sz="5200" b="1" i="0" u="none" strike="noStrike" cap="none">
                <a:solidFill>
                  <a:srgbClr val="FFFFFF"/>
                </a:solidFill>
                <a:latin typeface="Bree Serif"/>
                <a:ea typeface="Bree Serif"/>
                <a:cs typeface="Bree Serif"/>
                <a:sym typeface="Bree Serif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00"/>
              <a:buFont typeface="Bree Serif"/>
              <a:buNone/>
              <a:defRPr sz="5200" b="1" i="0" u="none" strike="noStrike" cap="none">
                <a:solidFill>
                  <a:srgbClr val="FFFFFF"/>
                </a:solidFill>
                <a:latin typeface="Bree Serif"/>
                <a:ea typeface="Bree Serif"/>
                <a:cs typeface="Bree Serif"/>
                <a:sym typeface="Bree Serif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00"/>
              <a:buFont typeface="Bree Serif"/>
              <a:buNone/>
              <a:defRPr sz="5200" b="1" i="0" u="none" strike="noStrike" cap="none">
                <a:solidFill>
                  <a:srgbClr val="FFFFFF"/>
                </a:solidFill>
                <a:latin typeface="Bree Serif"/>
                <a:ea typeface="Bree Serif"/>
                <a:cs typeface="Bree Serif"/>
                <a:sym typeface="Bree Serif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00"/>
              <a:buFont typeface="Bree Serif"/>
              <a:buNone/>
              <a:defRPr sz="5200" b="1" i="0" u="none" strike="noStrike" cap="none">
                <a:solidFill>
                  <a:srgbClr val="FFFFFF"/>
                </a:solidFill>
                <a:latin typeface="Bree Serif"/>
                <a:ea typeface="Bree Serif"/>
                <a:cs typeface="Bree Serif"/>
                <a:sym typeface="Bree Serif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00"/>
              <a:buFont typeface="Bree Serif"/>
              <a:buNone/>
              <a:defRPr sz="5200" b="1" i="0" u="none" strike="noStrike" cap="none">
                <a:solidFill>
                  <a:srgbClr val="FFFFFF"/>
                </a:solidFill>
                <a:latin typeface="Bree Serif"/>
                <a:ea typeface="Bree Serif"/>
                <a:cs typeface="Bree Serif"/>
                <a:sym typeface="Bree Serif"/>
              </a:defRPr>
            </a:lvl9pPr>
          </a:lstStyle>
          <a:p>
            <a:pPr algn="ctr"/>
            <a:r>
              <a:rPr lang="en-US" sz="2000" dirty="0" err="1">
                <a:solidFill>
                  <a:schemeClr val="accent6"/>
                </a:solidFill>
                <a:latin typeface="Impact"/>
                <a:ea typeface="Impact"/>
                <a:cs typeface="Impact"/>
                <a:sym typeface="Impact"/>
              </a:rPr>
              <a:t>Tampilan</a:t>
            </a:r>
            <a:r>
              <a:rPr lang="en-US" sz="2000" dirty="0">
                <a:solidFill>
                  <a:schemeClr val="accent6"/>
                </a:solidFill>
                <a:latin typeface="Impact"/>
                <a:ea typeface="Impact"/>
                <a:cs typeface="Impact"/>
                <a:sym typeface="Impact"/>
              </a:rPr>
              <a:t> dashboard </a:t>
            </a:r>
            <a:r>
              <a:rPr lang="en-US" sz="2000" dirty="0" err="1">
                <a:solidFill>
                  <a:schemeClr val="accent6"/>
                </a:solidFill>
                <a:latin typeface="Impact"/>
                <a:ea typeface="Impact"/>
                <a:cs typeface="Impact"/>
                <a:sym typeface="Impact"/>
              </a:rPr>
              <a:t>petugas</a:t>
            </a:r>
            <a:endParaRPr lang="en-US" sz="2000" dirty="0">
              <a:solidFill>
                <a:schemeClr val="accent6"/>
              </a:solidFill>
              <a:latin typeface="Impact"/>
              <a:ea typeface="Impact"/>
              <a:cs typeface="Impact"/>
              <a:sym typeface="Impact"/>
            </a:endParaRPr>
          </a:p>
        </p:txBody>
      </p:sp>
      <p:grpSp>
        <p:nvGrpSpPr>
          <p:cNvPr id="30" name="Google Shape;6112;p52">
            <a:extLst>
              <a:ext uri="{FF2B5EF4-FFF2-40B4-BE49-F238E27FC236}">
                <a16:creationId xmlns:a16="http://schemas.microsoft.com/office/drawing/2014/main" id="{4242C9B3-416D-4F66-94F9-B3F98CC371D5}"/>
              </a:ext>
            </a:extLst>
          </p:cNvPr>
          <p:cNvGrpSpPr/>
          <p:nvPr/>
        </p:nvGrpSpPr>
        <p:grpSpPr>
          <a:xfrm>
            <a:off x="620986" y="968837"/>
            <a:ext cx="346347" cy="339623"/>
            <a:chOff x="1490050" y="3805975"/>
            <a:chExt cx="491900" cy="482350"/>
          </a:xfrm>
          <a:solidFill>
            <a:schemeClr val="accent6"/>
          </a:solidFill>
        </p:grpSpPr>
        <p:sp>
          <p:nvSpPr>
            <p:cNvPr id="31" name="Google Shape;6113;p52">
              <a:extLst>
                <a:ext uri="{FF2B5EF4-FFF2-40B4-BE49-F238E27FC236}">
                  <a16:creationId xmlns:a16="http://schemas.microsoft.com/office/drawing/2014/main" id="{11609D5E-D4DF-47AE-85C3-093C27A5AC44}"/>
                </a:ext>
              </a:extLst>
            </p:cNvPr>
            <p:cNvSpPr/>
            <p:nvPr/>
          </p:nvSpPr>
          <p:spPr>
            <a:xfrm>
              <a:off x="1541775" y="3877050"/>
              <a:ext cx="302500" cy="277225"/>
            </a:xfrm>
            <a:custGeom>
              <a:avLst/>
              <a:gdLst/>
              <a:ahLst/>
              <a:cxnLst/>
              <a:rect l="l" t="t" r="r" b="b"/>
              <a:pathLst>
                <a:path w="12100" h="11089" extrusionOk="0">
                  <a:moveTo>
                    <a:pt x="10512" y="1"/>
                  </a:moveTo>
                  <a:lnTo>
                    <a:pt x="0" y="10513"/>
                  </a:lnTo>
                  <a:cubicBezTo>
                    <a:pt x="207" y="10475"/>
                    <a:pt x="415" y="10456"/>
                    <a:pt x="622" y="10456"/>
                  </a:cubicBezTo>
                  <a:cubicBezTo>
                    <a:pt x="1327" y="10456"/>
                    <a:pt x="2020" y="10674"/>
                    <a:pt x="2602" y="11088"/>
                  </a:cubicBezTo>
                  <a:lnTo>
                    <a:pt x="12099" y="1588"/>
                  </a:lnTo>
                  <a:lnTo>
                    <a:pt x="10512" y="1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2" name="Google Shape;6114;p52">
              <a:extLst>
                <a:ext uri="{FF2B5EF4-FFF2-40B4-BE49-F238E27FC236}">
                  <a16:creationId xmlns:a16="http://schemas.microsoft.com/office/drawing/2014/main" id="{59ED7026-E90B-4C60-BA0D-9CA344A6C55D}"/>
                </a:ext>
              </a:extLst>
            </p:cNvPr>
            <p:cNvSpPr/>
            <p:nvPr/>
          </p:nvSpPr>
          <p:spPr>
            <a:xfrm>
              <a:off x="1824450" y="3805975"/>
              <a:ext cx="157500" cy="150525"/>
            </a:xfrm>
            <a:custGeom>
              <a:avLst/>
              <a:gdLst/>
              <a:ahLst/>
              <a:cxnLst/>
              <a:rect l="l" t="t" r="r" b="b"/>
              <a:pathLst>
                <a:path w="6300" h="6021" extrusionOk="0">
                  <a:moveTo>
                    <a:pt x="3211" y="0"/>
                  </a:moveTo>
                  <a:cubicBezTo>
                    <a:pt x="2484" y="0"/>
                    <a:pt x="1758" y="281"/>
                    <a:pt x="1208" y="841"/>
                  </a:cubicBezTo>
                  <a:lnTo>
                    <a:pt x="0" y="2049"/>
                  </a:lnTo>
                  <a:lnTo>
                    <a:pt x="3972" y="6021"/>
                  </a:lnTo>
                  <a:lnTo>
                    <a:pt x="5180" y="4813"/>
                  </a:lnTo>
                  <a:cubicBezTo>
                    <a:pt x="6294" y="3717"/>
                    <a:pt x="6300" y="1925"/>
                    <a:pt x="5198" y="823"/>
                  </a:cubicBezTo>
                  <a:cubicBezTo>
                    <a:pt x="4649" y="274"/>
                    <a:pt x="3930" y="0"/>
                    <a:pt x="321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3" name="Google Shape;6115;p52">
              <a:extLst>
                <a:ext uri="{FF2B5EF4-FFF2-40B4-BE49-F238E27FC236}">
                  <a16:creationId xmlns:a16="http://schemas.microsoft.com/office/drawing/2014/main" id="{A35A982C-2D4F-4CB8-B29F-2E416F5AFF55}"/>
                </a:ext>
              </a:extLst>
            </p:cNvPr>
            <p:cNvSpPr/>
            <p:nvPr/>
          </p:nvSpPr>
          <p:spPr>
            <a:xfrm>
              <a:off x="1626675" y="3936600"/>
              <a:ext cx="277225" cy="302600"/>
            </a:xfrm>
            <a:custGeom>
              <a:avLst/>
              <a:gdLst/>
              <a:ahLst/>
              <a:cxnLst/>
              <a:rect l="l" t="t" r="r" b="b"/>
              <a:pathLst>
                <a:path w="11089" h="12104" extrusionOk="0">
                  <a:moveTo>
                    <a:pt x="9501" y="1"/>
                  </a:moveTo>
                  <a:lnTo>
                    <a:pt x="1" y="9501"/>
                  </a:lnTo>
                  <a:cubicBezTo>
                    <a:pt x="537" y="10254"/>
                    <a:pt x="745" y="11194"/>
                    <a:pt x="576" y="12103"/>
                  </a:cubicBezTo>
                  <a:lnTo>
                    <a:pt x="11088" y="1591"/>
                  </a:lnTo>
                  <a:lnTo>
                    <a:pt x="9501" y="1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4" name="Google Shape;6116;p52">
              <a:extLst>
                <a:ext uri="{FF2B5EF4-FFF2-40B4-BE49-F238E27FC236}">
                  <a16:creationId xmlns:a16="http://schemas.microsoft.com/office/drawing/2014/main" id="{196F6B18-F506-4B4E-A071-E20ACFB5D390}"/>
                </a:ext>
              </a:extLst>
            </p:cNvPr>
            <p:cNvSpPr/>
            <p:nvPr/>
          </p:nvSpPr>
          <p:spPr>
            <a:xfrm>
              <a:off x="1490050" y="4166500"/>
              <a:ext cx="129950" cy="121825"/>
            </a:xfrm>
            <a:custGeom>
              <a:avLst/>
              <a:gdLst/>
              <a:ahLst/>
              <a:cxnLst/>
              <a:rect l="l" t="t" r="r" b="b"/>
              <a:pathLst>
                <a:path w="5198" h="4873" extrusionOk="0">
                  <a:moveTo>
                    <a:pt x="2693" y="0"/>
                  </a:moveTo>
                  <a:cubicBezTo>
                    <a:pt x="2243" y="0"/>
                    <a:pt x="1790" y="133"/>
                    <a:pt x="1398" y="405"/>
                  </a:cubicBezTo>
                  <a:lnTo>
                    <a:pt x="1398" y="402"/>
                  </a:lnTo>
                  <a:lnTo>
                    <a:pt x="741" y="2446"/>
                  </a:lnTo>
                  <a:lnTo>
                    <a:pt x="139" y="4118"/>
                  </a:lnTo>
                  <a:cubicBezTo>
                    <a:pt x="0" y="4500"/>
                    <a:pt x="295" y="4872"/>
                    <a:pt x="664" y="4872"/>
                  </a:cubicBezTo>
                  <a:cubicBezTo>
                    <a:pt x="727" y="4872"/>
                    <a:pt x="793" y="4861"/>
                    <a:pt x="859" y="4837"/>
                  </a:cubicBezTo>
                  <a:lnTo>
                    <a:pt x="2530" y="4235"/>
                  </a:lnTo>
                  <a:lnTo>
                    <a:pt x="4574" y="3579"/>
                  </a:lnTo>
                  <a:cubicBezTo>
                    <a:pt x="5198" y="2672"/>
                    <a:pt x="5086" y="1450"/>
                    <a:pt x="4306" y="670"/>
                  </a:cubicBezTo>
                  <a:cubicBezTo>
                    <a:pt x="3866" y="228"/>
                    <a:pt x="3282" y="0"/>
                    <a:pt x="269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35" name="Google Shape;6129;p52">
            <a:extLst>
              <a:ext uri="{FF2B5EF4-FFF2-40B4-BE49-F238E27FC236}">
                <a16:creationId xmlns:a16="http://schemas.microsoft.com/office/drawing/2014/main" id="{4E8D1AE9-D5D3-4153-AD8C-91034433756A}"/>
              </a:ext>
            </a:extLst>
          </p:cNvPr>
          <p:cNvGrpSpPr/>
          <p:nvPr/>
        </p:nvGrpSpPr>
        <p:grpSpPr>
          <a:xfrm>
            <a:off x="1150434" y="968824"/>
            <a:ext cx="336296" cy="339235"/>
            <a:chOff x="4464775" y="3806475"/>
            <a:chExt cx="477625" cy="481800"/>
          </a:xfrm>
          <a:solidFill>
            <a:schemeClr val="accent6"/>
          </a:solidFill>
        </p:grpSpPr>
        <p:sp>
          <p:nvSpPr>
            <p:cNvPr id="36" name="Google Shape;6130;p52">
              <a:extLst>
                <a:ext uri="{FF2B5EF4-FFF2-40B4-BE49-F238E27FC236}">
                  <a16:creationId xmlns:a16="http://schemas.microsoft.com/office/drawing/2014/main" id="{2AB43A0A-5026-4A23-834F-AF469F1DAD51}"/>
                </a:ext>
              </a:extLst>
            </p:cNvPr>
            <p:cNvSpPr/>
            <p:nvPr/>
          </p:nvSpPr>
          <p:spPr>
            <a:xfrm>
              <a:off x="4726375" y="3806475"/>
              <a:ext cx="56500" cy="141125"/>
            </a:xfrm>
            <a:custGeom>
              <a:avLst/>
              <a:gdLst/>
              <a:ahLst/>
              <a:cxnLst/>
              <a:rect l="l" t="t" r="r" b="b"/>
              <a:pathLst>
                <a:path w="2260" h="5645" extrusionOk="0">
                  <a:moveTo>
                    <a:pt x="1133" y="1"/>
                  </a:moveTo>
                  <a:cubicBezTo>
                    <a:pt x="978" y="1"/>
                    <a:pt x="823" y="64"/>
                    <a:pt x="712" y="189"/>
                  </a:cubicBezTo>
                  <a:cubicBezTo>
                    <a:pt x="504" y="421"/>
                    <a:pt x="522" y="776"/>
                    <a:pt x="754" y="984"/>
                  </a:cubicBezTo>
                  <a:cubicBezTo>
                    <a:pt x="832" y="1056"/>
                    <a:pt x="1130" y="1385"/>
                    <a:pt x="1130" y="1695"/>
                  </a:cubicBezTo>
                  <a:cubicBezTo>
                    <a:pt x="1130" y="1990"/>
                    <a:pt x="850" y="2315"/>
                    <a:pt x="754" y="2402"/>
                  </a:cubicBezTo>
                  <a:cubicBezTo>
                    <a:pt x="678" y="2472"/>
                    <a:pt x="1" y="3101"/>
                    <a:pt x="1" y="3953"/>
                  </a:cubicBezTo>
                  <a:cubicBezTo>
                    <a:pt x="1" y="4802"/>
                    <a:pt x="675" y="5432"/>
                    <a:pt x="754" y="5501"/>
                  </a:cubicBezTo>
                  <a:cubicBezTo>
                    <a:pt x="861" y="5597"/>
                    <a:pt x="995" y="5644"/>
                    <a:pt x="1128" y="5644"/>
                  </a:cubicBezTo>
                  <a:cubicBezTo>
                    <a:pt x="1283" y="5644"/>
                    <a:pt x="1437" y="5580"/>
                    <a:pt x="1549" y="5456"/>
                  </a:cubicBezTo>
                  <a:cubicBezTo>
                    <a:pt x="1757" y="5224"/>
                    <a:pt x="1735" y="4869"/>
                    <a:pt x="1507" y="4661"/>
                  </a:cubicBezTo>
                  <a:cubicBezTo>
                    <a:pt x="1428" y="4588"/>
                    <a:pt x="1130" y="4260"/>
                    <a:pt x="1130" y="3950"/>
                  </a:cubicBezTo>
                  <a:cubicBezTo>
                    <a:pt x="1130" y="3655"/>
                    <a:pt x="1410" y="3330"/>
                    <a:pt x="1507" y="3242"/>
                  </a:cubicBezTo>
                  <a:cubicBezTo>
                    <a:pt x="1585" y="3173"/>
                    <a:pt x="2259" y="2544"/>
                    <a:pt x="2259" y="1692"/>
                  </a:cubicBezTo>
                  <a:cubicBezTo>
                    <a:pt x="2259" y="842"/>
                    <a:pt x="1585" y="213"/>
                    <a:pt x="1507" y="144"/>
                  </a:cubicBezTo>
                  <a:cubicBezTo>
                    <a:pt x="1399" y="48"/>
                    <a:pt x="1266" y="1"/>
                    <a:pt x="113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7" name="Google Shape;6131;p52">
              <a:extLst>
                <a:ext uri="{FF2B5EF4-FFF2-40B4-BE49-F238E27FC236}">
                  <a16:creationId xmlns:a16="http://schemas.microsoft.com/office/drawing/2014/main" id="{DC1FA845-5EB4-4183-AC92-FE3D1DF03E84}"/>
                </a:ext>
              </a:extLst>
            </p:cNvPr>
            <p:cNvSpPr/>
            <p:nvPr/>
          </p:nvSpPr>
          <p:spPr>
            <a:xfrm>
              <a:off x="4641700" y="3806475"/>
              <a:ext cx="56475" cy="141125"/>
            </a:xfrm>
            <a:custGeom>
              <a:avLst/>
              <a:gdLst/>
              <a:ahLst/>
              <a:cxnLst/>
              <a:rect l="l" t="t" r="r" b="b"/>
              <a:pathLst>
                <a:path w="2259" h="5645" extrusionOk="0">
                  <a:moveTo>
                    <a:pt x="1132" y="1"/>
                  </a:moveTo>
                  <a:cubicBezTo>
                    <a:pt x="977" y="1"/>
                    <a:pt x="823" y="64"/>
                    <a:pt x="711" y="189"/>
                  </a:cubicBezTo>
                  <a:cubicBezTo>
                    <a:pt x="503" y="421"/>
                    <a:pt x="521" y="776"/>
                    <a:pt x="753" y="984"/>
                  </a:cubicBezTo>
                  <a:cubicBezTo>
                    <a:pt x="831" y="1056"/>
                    <a:pt x="1130" y="1385"/>
                    <a:pt x="1130" y="1695"/>
                  </a:cubicBezTo>
                  <a:cubicBezTo>
                    <a:pt x="1130" y="1990"/>
                    <a:pt x="849" y="2315"/>
                    <a:pt x="753" y="2402"/>
                  </a:cubicBezTo>
                  <a:cubicBezTo>
                    <a:pt x="678" y="2472"/>
                    <a:pt x="0" y="3101"/>
                    <a:pt x="0" y="3953"/>
                  </a:cubicBezTo>
                  <a:cubicBezTo>
                    <a:pt x="0" y="4802"/>
                    <a:pt x="675" y="5432"/>
                    <a:pt x="753" y="5501"/>
                  </a:cubicBezTo>
                  <a:cubicBezTo>
                    <a:pt x="860" y="5597"/>
                    <a:pt x="994" y="5644"/>
                    <a:pt x="1127" y="5644"/>
                  </a:cubicBezTo>
                  <a:cubicBezTo>
                    <a:pt x="1282" y="5644"/>
                    <a:pt x="1436" y="5580"/>
                    <a:pt x="1548" y="5456"/>
                  </a:cubicBezTo>
                  <a:cubicBezTo>
                    <a:pt x="1756" y="5224"/>
                    <a:pt x="1735" y="4869"/>
                    <a:pt x="1506" y="4661"/>
                  </a:cubicBezTo>
                  <a:cubicBezTo>
                    <a:pt x="1428" y="4588"/>
                    <a:pt x="1130" y="4260"/>
                    <a:pt x="1130" y="3950"/>
                  </a:cubicBezTo>
                  <a:cubicBezTo>
                    <a:pt x="1130" y="3655"/>
                    <a:pt x="1410" y="3330"/>
                    <a:pt x="1506" y="3242"/>
                  </a:cubicBezTo>
                  <a:cubicBezTo>
                    <a:pt x="1581" y="3173"/>
                    <a:pt x="2259" y="2544"/>
                    <a:pt x="2259" y="1692"/>
                  </a:cubicBezTo>
                  <a:cubicBezTo>
                    <a:pt x="2259" y="842"/>
                    <a:pt x="1581" y="213"/>
                    <a:pt x="1506" y="144"/>
                  </a:cubicBezTo>
                  <a:cubicBezTo>
                    <a:pt x="1399" y="48"/>
                    <a:pt x="1265" y="1"/>
                    <a:pt x="1132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8" name="Google Shape;6132;p52">
              <a:extLst>
                <a:ext uri="{FF2B5EF4-FFF2-40B4-BE49-F238E27FC236}">
                  <a16:creationId xmlns:a16="http://schemas.microsoft.com/office/drawing/2014/main" id="{7E59AEB5-98E4-46AE-BC74-EEE2BE6432FD}"/>
                </a:ext>
              </a:extLst>
            </p:cNvPr>
            <p:cNvSpPr/>
            <p:nvPr/>
          </p:nvSpPr>
          <p:spPr>
            <a:xfrm>
              <a:off x="4557000" y="3806475"/>
              <a:ext cx="56500" cy="141125"/>
            </a:xfrm>
            <a:custGeom>
              <a:avLst/>
              <a:gdLst/>
              <a:ahLst/>
              <a:cxnLst/>
              <a:rect l="l" t="t" r="r" b="b"/>
              <a:pathLst>
                <a:path w="2260" h="5645" extrusionOk="0">
                  <a:moveTo>
                    <a:pt x="1132" y="1"/>
                  </a:moveTo>
                  <a:cubicBezTo>
                    <a:pt x="977" y="1"/>
                    <a:pt x="823" y="64"/>
                    <a:pt x="711" y="189"/>
                  </a:cubicBezTo>
                  <a:cubicBezTo>
                    <a:pt x="504" y="421"/>
                    <a:pt x="522" y="776"/>
                    <a:pt x="753" y="984"/>
                  </a:cubicBezTo>
                  <a:cubicBezTo>
                    <a:pt x="832" y="1056"/>
                    <a:pt x="1130" y="1385"/>
                    <a:pt x="1130" y="1695"/>
                  </a:cubicBezTo>
                  <a:cubicBezTo>
                    <a:pt x="1130" y="1990"/>
                    <a:pt x="850" y="2315"/>
                    <a:pt x="753" y="2402"/>
                  </a:cubicBezTo>
                  <a:cubicBezTo>
                    <a:pt x="678" y="2472"/>
                    <a:pt x="1" y="3101"/>
                    <a:pt x="1" y="3953"/>
                  </a:cubicBezTo>
                  <a:cubicBezTo>
                    <a:pt x="1" y="4802"/>
                    <a:pt x="675" y="5432"/>
                    <a:pt x="753" y="5501"/>
                  </a:cubicBezTo>
                  <a:cubicBezTo>
                    <a:pt x="861" y="5597"/>
                    <a:pt x="994" y="5644"/>
                    <a:pt x="1127" y="5644"/>
                  </a:cubicBezTo>
                  <a:cubicBezTo>
                    <a:pt x="1282" y="5644"/>
                    <a:pt x="1437" y="5580"/>
                    <a:pt x="1548" y="5456"/>
                  </a:cubicBezTo>
                  <a:cubicBezTo>
                    <a:pt x="1756" y="5224"/>
                    <a:pt x="1735" y="4869"/>
                    <a:pt x="1506" y="4661"/>
                  </a:cubicBezTo>
                  <a:cubicBezTo>
                    <a:pt x="1428" y="4588"/>
                    <a:pt x="1130" y="4260"/>
                    <a:pt x="1130" y="3950"/>
                  </a:cubicBezTo>
                  <a:cubicBezTo>
                    <a:pt x="1130" y="3655"/>
                    <a:pt x="1410" y="3330"/>
                    <a:pt x="1506" y="3242"/>
                  </a:cubicBezTo>
                  <a:cubicBezTo>
                    <a:pt x="1582" y="3173"/>
                    <a:pt x="2259" y="2544"/>
                    <a:pt x="2259" y="1692"/>
                  </a:cubicBezTo>
                  <a:cubicBezTo>
                    <a:pt x="2259" y="842"/>
                    <a:pt x="1582" y="213"/>
                    <a:pt x="1506" y="144"/>
                  </a:cubicBezTo>
                  <a:cubicBezTo>
                    <a:pt x="1399" y="48"/>
                    <a:pt x="1265" y="1"/>
                    <a:pt x="1132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9" name="Google Shape;6133;p52">
              <a:extLst>
                <a:ext uri="{FF2B5EF4-FFF2-40B4-BE49-F238E27FC236}">
                  <a16:creationId xmlns:a16="http://schemas.microsoft.com/office/drawing/2014/main" id="{D05984B2-DD18-465C-A46E-2AF8768F5A6A}"/>
                </a:ext>
              </a:extLst>
            </p:cNvPr>
            <p:cNvSpPr/>
            <p:nvPr/>
          </p:nvSpPr>
          <p:spPr>
            <a:xfrm>
              <a:off x="4464775" y="4230875"/>
              <a:ext cx="395250" cy="57400"/>
            </a:xfrm>
            <a:custGeom>
              <a:avLst/>
              <a:gdLst/>
              <a:ahLst/>
              <a:cxnLst/>
              <a:rect l="l" t="t" r="r" b="b"/>
              <a:pathLst>
                <a:path w="15810" h="2296" extrusionOk="0">
                  <a:moveTo>
                    <a:pt x="567" y="1"/>
                  </a:moveTo>
                  <a:cubicBezTo>
                    <a:pt x="254" y="1"/>
                    <a:pt x="1" y="251"/>
                    <a:pt x="1" y="564"/>
                  </a:cubicBezTo>
                  <a:cubicBezTo>
                    <a:pt x="1" y="877"/>
                    <a:pt x="254" y="1130"/>
                    <a:pt x="567" y="1130"/>
                  </a:cubicBezTo>
                  <a:lnTo>
                    <a:pt x="1910" y="1130"/>
                  </a:lnTo>
                  <a:lnTo>
                    <a:pt x="2006" y="1359"/>
                  </a:lnTo>
                  <a:cubicBezTo>
                    <a:pt x="2291" y="1932"/>
                    <a:pt x="2875" y="2295"/>
                    <a:pt x="3516" y="2295"/>
                  </a:cubicBezTo>
                  <a:cubicBezTo>
                    <a:pt x="3519" y="2295"/>
                    <a:pt x="3521" y="2295"/>
                    <a:pt x="3524" y="2295"/>
                  </a:cubicBezTo>
                  <a:lnTo>
                    <a:pt x="12290" y="2295"/>
                  </a:lnTo>
                  <a:cubicBezTo>
                    <a:pt x="12292" y="2295"/>
                    <a:pt x="12295" y="2295"/>
                    <a:pt x="12298" y="2295"/>
                  </a:cubicBezTo>
                  <a:cubicBezTo>
                    <a:pt x="12936" y="2295"/>
                    <a:pt x="13520" y="1932"/>
                    <a:pt x="13804" y="1359"/>
                  </a:cubicBezTo>
                  <a:lnTo>
                    <a:pt x="13901" y="1130"/>
                  </a:lnTo>
                  <a:lnTo>
                    <a:pt x="15247" y="1130"/>
                  </a:lnTo>
                  <a:cubicBezTo>
                    <a:pt x="15557" y="1130"/>
                    <a:pt x="15810" y="877"/>
                    <a:pt x="15810" y="564"/>
                  </a:cubicBezTo>
                  <a:cubicBezTo>
                    <a:pt x="15810" y="251"/>
                    <a:pt x="15557" y="1"/>
                    <a:pt x="1524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40" name="Google Shape;6134;p52">
              <a:extLst>
                <a:ext uri="{FF2B5EF4-FFF2-40B4-BE49-F238E27FC236}">
                  <a16:creationId xmlns:a16="http://schemas.microsoft.com/office/drawing/2014/main" id="{635B9F2C-E452-43B0-AF55-E18163A8BF12}"/>
                </a:ext>
              </a:extLst>
            </p:cNvPr>
            <p:cNvSpPr/>
            <p:nvPr/>
          </p:nvSpPr>
          <p:spPr>
            <a:xfrm>
              <a:off x="4840675" y="4007300"/>
              <a:ext cx="101725" cy="166025"/>
            </a:xfrm>
            <a:custGeom>
              <a:avLst/>
              <a:gdLst/>
              <a:ahLst/>
              <a:cxnLst/>
              <a:rect l="l" t="t" r="r" b="b"/>
              <a:pathLst>
                <a:path w="4069" h="6641" extrusionOk="0">
                  <a:moveTo>
                    <a:pt x="1870" y="0"/>
                  </a:moveTo>
                  <a:cubicBezTo>
                    <a:pt x="1852" y="380"/>
                    <a:pt x="1837" y="759"/>
                    <a:pt x="1795" y="1130"/>
                  </a:cubicBezTo>
                  <a:cubicBezTo>
                    <a:pt x="1927" y="1181"/>
                    <a:pt x="2048" y="1256"/>
                    <a:pt x="2150" y="1355"/>
                  </a:cubicBezTo>
                  <a:cubicBezTo>
                    <a:pt x="2800" y="2006"/>
                    <a:pt x="2433" y="3469"/>
                    <a:pt x="1352" y="4550"/>
                  </a:cubicBezTo>
                  <a:cubicBezTo>
                    <a:pt x="1177" y="4722"/>
                    <a:pt x="991" y="4879"/>
                    <a:pt x="792" y="5017"/>
                  </a:cubicBezTo>
                  <a:cubicBezTo>
                    <a:pt x="566" y="5577"/>
                    <a:pt x="301" y="6119"/>
                    <a:pt x="0" y="6640"/>
                  </a:cubicBezTo>
                  <a:cubicBezTo>
                    <a:pt x="747" y="6429"/>
                    <a:pt x="1506" y="5993"/>
                    <a:pt x="2150" y="5348"/>
                  </a:cubicBezTo>
                  <a:cubicBezTo>
                    <a:pt x="3716" y="3782"/>
                    <a:pt x="4068" y="1678"/>
                    <a:pt x="2948" y="557"/>
                  </a:cubicBezTo>
                  <a:cubicBezTo>
                    <a:pt x="2656" y="268"/>
                    <a:pt x="2280" y="97"/>
                    <a:pt x="1870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41" name="Google Shape;6135;p52">
              <a:extLst>
                <a:ext uri="{FF2B5EF4-FFF2-40B4-BE49-F238E27FC236}">
                  <a16:creationId xmlns:a16="http://schemas.microsoft.com/office/drawing/2014/main" id="{040A4CFE-8B79-4E5D-8AA7-6619E5B2F0FF}"/>
                </a:ext>
              </a:extLst>
            </p:cNvPr>
            <p:cNvSpPr/>
            <p:nvPr/>
          </p:nvSpPr>
          <p:spPr>
            <a:xfrm>
              <a:off x="4464775" y="3976800"/>
              <a:ext cx="395250" cy="225875"/>
            </a:xfrm>
            <a:custGeom>
              <a:avLst/>
              <a:gdLst/>
              <a:ahLst/>
              <a:cxnLst/>
              <a:rect l="l" t="t" r="r" b="b"/>
              <a:pathLst>
                <a:path w="15810" h="9035" extrusionOk="0">
                  <a:moveTo>
                    <a:pt x="564" y="1"/>
                  </a:moveTo>
                  <a:cubicBezTo>
                    <a:pt x="254" y="1"/>
                    <a:pt x="1" y="251"/>
                    <a:pt x="1" y="564"/>
                  </a:cubicBezTo>
                  <a:cubicBezTo>
                    <a:pt x="1" y="3930"/>
                    <a:pt x="1157" y="7026"/>
                    <a:pt x="3075" y="9035"/>
                  </a:cubicBezTo>
                  <a:lnTo>
                    <a:pt x="12735" y="9035"/>
                  </a:lnTo>
                  <a:cubicBezTo>
                    <a:pt x="14654" y="7026"/>
                    <a:pt x="15810" y="3930"/>
                    <a:pt x="15810" y="564"/>
                  </a:cubicBezTo>
                  <a:cubicBezTo>
                    <a:pt x="15810" y="251"/>
                    <a:pt x="15557" y="1"/>
                    <a:pt x="1524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pic>
        <p:nvPicPr>
          <p:cNvPr id="17" name="Picture 16">
            <a:extLst>
              <a:ext uri="{FF2B5EF4-FFF2-40B4-BE49-F238E27FC236}">
                <a16:creationId xmlns:a16="http://schemas.microsoft.com/office/drawing/2014/main" id="{8EA9F828-C811-442B-8DE9-8158EE6B92DB}"/>
              </a:ext>
            </a:extLst>
          </p:cNvPr>
          <p:cNvPicPr/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57416" y="717311"/>
            <a:ext cx="6631165" cy="37290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943208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Google Shape;270;p24"/>
          <p:cNvSpPr txBox="1">
            <a:spLocks noGrp="1"/>
          </p:cNvSpPr>
          <p:nvPr>
            <p:ph type="ctrTitle"/>
          </p:nvPr>
        </p:nvSpPr>
        <p:spPr>
          <a:xfrm>
            <a:off x="151761" y="1365844"/>
            <a:ext cx="1766403" cy="796943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2000" dirty="0">
                <a:solidFill>
                  <a:srgbClr val="48FFD5"/>
                </a:solidFill>
                <a:latin typeface="Impact"/>
                <a:ea typeface="Impact"/>
                <a:cs typeface="Impact"/>
                <a:sym typeface="Impact"/>
              </a:rPr>
              <a:t>PENGKODEAN</a:t>
            </a:r>
            <a:br>
              <a:rPr lang="es" sz="2000" dirty="0">
                <a:solidFill>
                  <a:srgbClr val="48FFD5"/>
                </a:solidFill>
                <a:latin typeface="Impact"/>
                <a:ea typeface="Impact"/>
                <a:cs typeface="Impact"/>
                <a:sym typeface="Impact"/>
              </a:rPr>
            </a:br>
            <a:r>
              <a:rPr lang="es" sz="2000" dirty="0">
                <a:solidFill>
                  <a:srgbClr val="48FFD5"/>
                </a:solidFill>
                <a:latin typeface="Impact"/>
                <a:ea typeface="Impact"/>
                <a:cs typeface="Impact"/>
                <a:sym typeface="Impact"/>
              </a:rPr>
              <a:t>SYSTEM</a:t>
            </a:r>
            <a:endParaRPr sz="2000" dirty="0">
              <a:solidFill>
                <a:srgbClr val="48FFD5"/>
              </a:solidFill>
              <a:latin typeface="Impact"/>
              <a:ea typeface="Impact"/>
              <a:cs typeface="Impact"/>
              <a:sym typeface="Impact"/>
            </a:endParaRPr>
          </a:p>
        </p:txBody>
      </p:sp>
      <p:sp>
        <p:nvSpPr>
          <p:cNvPr id="25" name="Google Shape;270;p24">
            <a:extLst>
              <a:ext uri="{FF2B5EF4-FFF2-40B4-BE49-F238E27FC236}">
                <a16:creationId xmlns:a16="http://schemas.microsoft.com/office/drawing/2014/main" id="{826F4B58-B400-4659-B4CE-1684508A8953}"/>
              </a:ext>
            </a:extLst>
          </p:cNvPr>
          <p:cNvSpPr txBox="1">
            <a:spLocks/>
          </p:cNvSpPr>
          <p:nvPr/>
        </p:nvSpPr>
        <p:spPr>
          <a:xfrm>
            <a:off x="1646193" y="4446317"/>
            <a:ext cx="6935189" cy="5254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Roboto Black"/>
              <a:buNone/>
              <a:defRPr sz="3600" b="0" i="0" u="none" strike="noStrike" cap="none">
                <a:solidFill>
                  <a:srgbClr val="FFFFFF"/>
                </a:solidFill>
                <a:latin typeface="Roboto Black"/>
                <a:ea typeface="Roboto Black"/>
                <a:cs typeface="Roboto Black"/>
                <a:sym typeface="Roboto Black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00"/>
              <a:buFont typeface="Bree Serif"/>
              <a:buNone/>
              <a:defRPr sz="5200" b="1" i="0" u="none" strike="noStrike" cap="none">
                <a:solidFill>
                  <a:srgbClr val="FFFFFF"/>
                </a:solidFill>
                <a:latin typeface="Bree Serif"/>
                <a:ea typeface="Bree Serif"/>
                <a:cs typeface="Bree Serif"/>
                <a:sym typeface="Bree Serif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00"/>
              <a:buFont typeface="Bree Serif"/>
              <a:buNone/>
              <a:defRPr sz="5200" b="1" i="0" u="none" strike="noStrike" cap="none">
                <a:solidFill>
                  <a:srgbClr val="FFFFFF"/>
                </a:solidFill>
                <a:latin typeface="Bree Serif"/>
                <a:ea typeface="Bree Serif"/>
                <a:cs typeface="Bree Serif"/>
                <a:sym typeface="Bree Serif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00"/>
              <a:buFont typeface="Bree Serif"/>
              <a:buNone/>
              <a:defRPr sz="5200" b="1" i="0" u="none" strike="noStrike" cap="none">
                <a:solidFill>
                  <a:srgbClr val="FFFFFF"/>
                </a:solidFill>
                <a:latin typeface="Bree Serif"/>
                <a:ea typeface="Bree Serif"/>
                <a:cs typeface="Bree Serif"/>
                <a:sym typeface="Bree Serif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00"/>
              <a:buFont typeface="Bree Serif"/>
              <a:buNone/>
              <a:defRPr sz="5200" b="1" i="0" u="none" strike="noStrike" cap="none">
                <a:solidFill>
                  <a:srgbClr val="FFFFFF"/>
                </a:solidFill>
                <a:latin typeface="Bree Serif"/>
                <a:ea typeface="Bree Serif"/>
                <a:cs typeface="Bree Serif"/>
                <a:sym typeface="Bree Serif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00"/>
              <a:buFont typeface="Bree Serif"/>
              <a:buNone/>
              <a:defRPr sz="5200" b="1" i="0" u="none" strike="noStrike" cap="none">
                <a:solidFill>
                  <a:srgbClr val="FFFFFF"/>
                </a:solidFill>
                <a:latin typeface="Bree Serif"/>
                <a:ea typeface="Bree Serif"/>
                <a:cs typeface="Bree Serif"/>
                <a:sym typeface="Bree Serif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00"/>
              <a:buFont typeface="Bree Serif"/>
              <a:buNone/>
              <a:defRPr sz="5200" b="1" i="0" u="none" strike="noStrike" cap="none">
                <a:solidFill>
                  <a:srgbClr val="FFFFFF"/>
                </a:solidFill>
                <a:latin typeface="Bree Serif"/>
                <a:ea typeface="Bree Serif"/>
                <a:cs typeface="Bree Serif"/>
                <a:sym typeface="Bree Serif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00"/>
              <a:buFont typeface="Bree Serif"/>
              <a:buNone/>
              <a:defRPr sz="5200" b="1" i="0" u="none" strike="noStrike" cap="none">
                <a:solidFill>
                  <a:srgbClr val="FFFFFF"/>
                </a:solidFill>
                <a:latin typeface="Bree Serif"/>
                <a:ea typeface="Bree Serif"/>
                <a:cs typeface="Bree Serif"/>
                <a:sym typeface="Bree Serif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00"/>
              <a:buFont typeface="Bree Serif"/>
              <a:buNone/>
              <a:defRPr sz="5200" b="1" i="0" u="none" strike="noStrike" cap="none">
                <a:solidFill>
                  <a:srgbClr val="FFFFFF"/>
                </a:solidFill>
                <a:latin typeface="Bree Serif"/>
                <a:ea typeface="Bree Serif"/>
                <a:cs typeface="Bree Serif"/>
                <a:sym typeface="Bree Serif"/>
              </a:defRPr>
            </a:lvl9pPr>
          </a:lstStyle>
          <a:p>
            <a:pPr algn="ctr"/>
            <a:r>
              <a:rPr lang="en-US" sz="2000" dirty="0" err="1">
                <a:solidFill>
                  <a:schemeClr val="accent6"/>
                </a:solidFill>
                <a:latin typeface="Impact"/>
                <a:ea typeface="Impact"/>
                <a:cs typeface="Impact"/>
                <a:sym typeface="Impact"/>
              </a:rPr>
              <a:t>Tampilan</a:t>
            </a:r>
            <a:r>
              <a:rPr lang="en-US" sz="2000" dirty="0">
                <a:solidFill>
                  <a:schemeClr val="accent6"/>
                </a:solidFill>
                <a:latin typeface="Impact"/>
                <a:ea typeface="Impact"/>
                <a:cs typeface="Impact"/>
                <a:sym typeface="Impact"/>
              </a:rPr>
              <a:t> daftar </a:t>
            </a:r>
            <a:r>
              <a:rPr lang="en-US" sz="2000" dirty="0" err="1">
                <a:solidFill>
                  <a:schemeClr val="accent6"/>
                </a:solidFill>
                <a:latin typeface="Impact"/>
                <a:ea typeface="Impact"/>
                <a:cs typeface="Impact"/>
                <a:sym typeface="Impact"/>
              </a:rPr>
              <a:t>pengaduan</a:t>
            </a:r>
            <a:endParaRPr lang="en-US" sz="2000" dirty="0">
              <a:solidFill>
                <a:schemeClr val="accent6"/>
              </a:solidFill>
              <a:latin typeface="Impact"/>
              <a:ea typeface="Impact"/>
              <a:cs typeface="Impact"/>
              <a:sym typeface="Impact"/>
            </a:endParaRPr>
          </a:p>
        </p:txBody>
      </p:sp>
      <p:grpSp>
        <p:nvGrpSpPr>
          <p:cNvPr id="30" name="Google Shape;6112;p52">
            <a:extLst>
              <a:ext uri="{FF2B5EF4-FFF2-40B4-BE49-F238E27FC236}">
                <a16:creationId xmlns:a16="http://schemas.microsoft.com/office/drawing/2014/main" id="{4242C9B3-416D-4F66-94F9-B3F98CC371D5}"/>
              </a:ext>
            </a:extLst>
          </p:cNvPr>
          <p:cNvGrpSpPr/>
          <p:nvPr/>
        </p:nvGrpSpPr>
        <p:grpSpPr>
          <a:xfrm>
            <a:off x="620986" y="968837"/>
            <a:ext cx="346347" cy="339623"/>
            <a:chOff x="1490050" y="3805975"/>
            <a:chExt cx="491900" cy="482350"/>
          </a:xfrm>
          <a:solidFill>
            <a:schemeClr val="accent6"/>
          </a:solidFill>
        </p:grpSpPr>
        <p:sp>
          <p:nvSpPr>
            <p:cNvPr id="31" name="Google Shape;6113;p52">
              <a:extLst>
                <a:ext uri="{FF2B5EF4-FFF2-40B4-BE49-F238E27FC236}">
                  <a16:creationId xmlns:a16="http://schemas.microsoft.com/office/drawing/2014/main" id="{11609D5E-D4DF-47AE-85C3-093C27A5AC44}"/>
                </a:ext>
              </a:extLst>
            </p:cNvPr>
            <p:cNvSpPr/>
            <p:nvPr/>
          </p:nvSpPr>
          <p:spPr>
            <a:xfrm>
              <a:off x="1541775" y="3877050"/>
              <a:ext cx="302500" cy="277225"/>
            </a:xfrm>
            <a:custGeom>
              <a:avLst/>
              <a:gdLst/>
              <a:ahLst/>
              <a:cxnLst/>
              <a:rect l="l" t="t" r="r" b="b"/>
              <a:pathLst>
                <a:path w="12100" h="11089" extrusionOk="0">
                  <a:moveTo>
                    <a:pt x="10512" y="1"/>
                  </a:moveTo>
                  <a:lnTo>
                    <a:pt x="0" y="10513"/>
                  </a:lnTo>
                  <a:cubicBezTo>
                    <a:pt x="207" y="10475"/>
                    <a:pt x="415" y="10456"/>
                    <a:pt x="622" y="10456"/>
                  </a:cubicBezTo>
                  <a:cubicBezTo>
                    <a:pt x="1327" y="10456"/>
                    <a:pt x="2020" y="10674"/>
                    <a:pt x="2602" y="11088"/>
                  </a:cubicBezTo>
                  <a:lnTo>
                    <a:pt x="12099" y="1588"/>
                  </a:lnTo>
                  <a:lnTo>
                    <a:pt x="10512" y="1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2" name="Google Shape;6114;p52">
              <a:extLst>
                <a:ext uri="{FF2B5EF4-FFF2-40B4-BE49-F238E27FC236}">
                  <a16:creationId xmlns:a16="http://schemas.microsoft.com/office/drawing/2014/main" id="{59ED7026-E90B-4C60-BA0D-9CA344A6C55D}"/>
                </a:ext>
              </a:extLst>
            </p:cNvPr>
            <p:cNvSpPr/>
            <p:nvPr/>
          </p:nvSpPr>
          <p:spPr>
            <a:xfrm>
              <a:off x="1824450" y="3805975"/>
              <a:ext cx="157500" cy="150525"/>
            </a:xfrm>
            <a:custGeom>
              <a:avLst/>
              <a:gdLst/>
              <a:ahLst/>
              <a:cxnLst/>
              <a:rect l="l" t="t" r="r" b="b"/>
              <a:pathLst>
                <a:path w="6300" h="6021" extrusionOk="0">
                  <a:moveTo>
                    <a:pt x="3211" y="0"/>
                  </a:moveTo>
                  <a:cubicBezTo>
                    <a:pt x="2484" y="0"/>
                    <a:pt x="1758" y="281"/>
                    <a:pt x="1208" y="841"/>
                  </a:cubicBezTo>
                  <a:lnTo>
                    <a:pt x="0" y="2049"/>
                  </a:lnTo>
                  <a:lnTo>
                    <a:pt x="3972" y="6021"/>
                  </a:lnTo>
                  <a:lnTo>
                    <a:pt x="5180" y="4813"/>
                  </a:lnTo>
                  <a:cubicBezTo>
                    <a:pt x="6294" y="3717"/>
                    <a:pt x="6300" y="1925"/>
                    <a:pt x="5198" y="823"/>
                  </a:cubicBezTo>
                  <a:cubicBezTo>
                    <a:pt x="4649" y="274"/>
                    <a:pt x="3930" y="0"/>
                    <a:pt x="321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3" name="Google Shape;6115;p52">
              <a:extLst>
                <a:ext uri="{FF2B5EF4-FFF2-40B4-BE49-F238E27FC236}">
                  <a16:creationId xmlns:a16="http://schemas.microsoft.com/office/drawing/2014/main" id="{A35A982C-2D4F-4CB8-B29F-2E416F5AFF55}"/>
                </a:ext>
              </a:extLst>
            </p:cNvPr>
            <p:cNvSpPr/>
            <p:nvPr/>
          </p:nvSpPr>
          <p:spPr>
            <a:xfrm>
              <a:off x="1626675" y="3936600"/>
              <a:ext cx="277225" cy="302600"/>
            </a:xfrm>
            <a:custGeom>
              <a:avLst/>
              <a:gdLst/>
              <a:ahLst/>
              <a:cxnLst/>
              <a:rect l="l" t="t" r="r" b="b"/>
              <a:pathLst>
                <a:path w="11089" h="12104" extrusionOk="0">
                  <a:moveTo>
                    <a:pt x="9501" y="1"/>
                  </a:moveTo>
                  <a:lnTo>
                    <a:pt x="1" y="9501"/>
                  </a:lnTo>
                  <a:cubicBezTo>
                    <a:pt x="537" y="10254"/>
                    <a:pt x="745" y="11194"/>
                    <a:pt x="576" y="12103"/>
                  </a:cubicBezTo>
                  <a:lnTo>
                    <a:pt x="11088" y="1591"/>
                  </a:lnTo>
                  <a:lnTo>
                    <a:pt x="9501" y="1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4" name="Google Shape;6116;p52">
              <a:extLst>
                <a:ext uri="{FF2B5EF4-FFF2-40B4-BE49-F238E27FC236}">
                  <a16:creationId xmlns:a16="http://schemas.microsoft.com/office/drawing/2014/main" id="{196F6B18-F506-4B4E-A071-E20ACFB5D390}"/>
                </a:ext>
              </a:extLst>
            </p:cNvPr>
            <p:cNvSpPr/>
            <p:nvPr/>
          </p:nvSpPr>
          <p:spPr>
            <a:xfrm>
              <a:off x="1490050" y="4166500"/>
              <a:ext cx="129950" cy="121825"/>
            </a:xfrm>
            <a:custGeom>
              <a:avLst/>
              <a:gdLst/>
              <a:ahLst/>
              <a:cxnLst/>
              <a:rect l="l" t="t" r="r" b="b"/>
              <a:pathLst>
                <a:path w="5198" h="4873" extrusionOk="0">
                  <a:moveTo>
                    <a:pt x="2693" y="0"/>
                  </a:moveTo>
                  <a:cubicBezTo>
                    <a:pt x="2243" y="0"/>
                    <a:pt x="1790" y="133"/>
                    <a:pt x="1398" y="405"/>
                  </a:cubicBezTo>
                  <a:lnTo>
                    <a:pt x="1398" y="402"/>
                  </a:lnTo>
                  <a:lnTo>
                    <a:pt x="741" y="2446"/>
                  </a:lnTo>
                  <a:lnTo>
                    <a:pt x="139" y="4118"/>
                  </a:lnTo>
                  <a:cubicBezTo>
                    <a:pt x="0" y="4500"/>
                    <a:pt x="295" y="4872"/>
                    <a:pt x="664" y="4872"/>
                  </a:cubicBezTo>
                  <a:cubicBezTo>
                    <a:pt x="727" y="4872"/>
                    <a:pt x="793" y="4861"/>
                    <a:pt x="859" y="4837"/>
                  </a:cubicBezTo>
                  <a:lnTo>
                    <a:pt x="2530" y="4235"/>
                  </a:lnTo>
                  <a:lnTo>
                    <a:pt x="4574" y="3579"/>
                  </a:lnTo>
                  <a:cubicBezTo>
                    <a:pt x="5198" y="2672"/>
                    <a:pt x="5086" y="1450"/>
                    <a:pt x="4306" y="670"/>
                  </a:cubicBezTo>
                  <a:cubicBezTo>
                    <a:pt x="3866" y="228"/>
                    <a:pt x="3282" y="0"/>
                    <a:pt x="269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35" name="Google Shape;6129;p52">
            <a:extLst>
              <a:ext uri="{FF2B5EF4-FFF2-40B4-BE49-F238E27FC236}">
                <a16:creationId xmlns:a16="http://schemas.microsoft.com/office/drawing/2014/main" id="{4E8D1AE9-D5D3-4153-AD8C-91034433756A}"/>
              </a:ext>
            </a:extLst>
          </p:cNvPr>
          <p:cNvGrpSpPr/>
          <p:nvPr/>
        </p:nvGrpSpPr>
        <p:grpSpPr>
          <a:xfrm>
            <a:off x="1150434" y="968824"/>
            <a:ext cx="336296" cy="339235"/>
            <a:chOff x="4464775" y="3806475"/>
            <a:chExt cx="477625" cy="481800"/>
          </a:xfrm>
          <a:solidFill>
            <a:schemeClr val="accent6"/>
          </a:solidFill>
        </p:grpSpPr>
        <p:sp>
          <p:nvSpPr>
            <p:cNvPr id="36" name="Google Shape;6130;p52">
              <a:extLst>
                <a:ext uri="{FF2B5EF4-FFF2-40B4-BE49-F238E27FC236}">
                  <a16:creationId xmlns:a16="http://schemas.microsoft.com/office/drawing/2014/main" id="{2AB43A0A-5026-4A23-834F-AF469F1DAD51}"/>
                </a:ext>
              </a:extLst>
            </p:cNvPr>
            <p:cNvSpPr/>
            <p:nvPr/>
          </p:nvSpPr>
          <p:spPr>
            <a:xfrm>
              <a:off x="4726375" y="3806475"/>
              <a:ext cx="56500" cy="141125"/>
            </a:xfrm>
            <a:custGeom>
              <a:avLst/>
              <a:gdLst/>
              <a:ahLst/>
              <a:cxnLst/>
              <a:rect l="l" t="t" r="r" b="b"/>
              <a:pathLst>
                <a:path w="2260" h="5645" extrusionOk="0">
                  <a:moveTo>
                    <a:pt x="1133" y="1"/>
                  </a:moveTo>
                  <a:cubicBezTo>
                    <a:pt x="978" y="1"/>
                    <a:pt x="823" y="64"/>
                    <a:pt x="712" y="189"/>
                  </a:cubicBezTo>
                  <a:cubicBezTo>
                    <a:pt x="504" y="421"/>
                    <a:pt x="522" y="776"/>
                    <a:pt x="754" y="984"/>
                  </a:cubicBezTo>
                  <a:cubicBezTo>
                    <a:pt x="832" y="1056"/>
                    <a:pt x="1130" y="1385"/>
                    <a:pt x="1130" y="1695"/>
                  </a:cubicBezTo>
                  <a:cubicBezTo>
                    <a:pt x="1130" y="1990"/>
                    <a:pt x="850" y="2315"/>
                    <a:pt x="754" y="2402"/>
                  </a:cubicBezTo>
                  <a:cubicBezTo>
                    <a:pt x="678" y="2472"/>
                    <a:pt x="1" y="3101"/>
                    <a:pt x="1" y="3953"/>
                  </a:cubicBezTo>
                  <a:cubicBezTo>
                    <a:pt x="1" y="4802"/>
                    <a:pt x="675" y="5432"/>
                    <a:pt x="754" y="5501"/>
                  </a:cubicBezTo>
                  <a:cubicBezTo>
                    <a:pt x="861" y="5597"/>
                    <a:pt x="995" y="5644"/>
                    <a:pt x="1128" y="5644"/>
                  </a:cubicBezTo>
                  <a:cubicBezTo>
                    <a:pt x="1283" y="5644"/>
                    <a:pt x="1437" y="5580"/>
                    <a:pt x="1549" y="5456"/>
                  </a:cubicBezTo>
                  <a:cubicBezTo>
                    <a:pt x="1757" y="5224"/>
                    <a:pt x="1735" y="4869"/>
                    <a:pt x="1507" y="4661"/>
                  </a:cubicBezTo>
                  <a:cubicBezTo>
                    <a:pt x="1428" y="4588"/>
                    <a:pt x="1130" y="4260"/>
                    <a:pt x="1130" y="3950"/>
                  </a:cubicBezTo>
                  <a:cubicBezTo>
                    <a:pt x="1130" y="3655"/>
                    <a:pt x="1410" y="3330"/>
                    <a:pt x="1507" y="3242"/>
                  </a:cubicBezTo>
                  <a:cubicBezTo>
                    <a:pt x="1585" y="3173"/>
                    <a:pt x="2259" y="2544"/>
                    <a:pt x="2259" y="1692"/>
                  </a:cubicBezTo>
                  <a:cubicBezTo>
                    <a:pt x="2259" y="842"/>
                    <a:pt x="1585" y="213"/>
                    <a:pt x="1507" y="144"/>
                  </a:cubicBezTo>
                  <a:cubicBezTo>
                    <a:pt x="1399" y="48"/>
                    <a:pt x="1266" y="1"/>
                    <a:pt x="113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7" name="Google Shape;6131;p52">
              <a:extLst>
                <a:ext uri="{FF2B5EF4-FFF2-40B4-BE49-F238E27FC236}">
                  <a16:creationId xmlns:a16="http://schemas.microsoft.com/office/drawing/2014/main" id="{DC1FA845-5EB4-4183-AC92-FE3D1DF03E84}"/>
                </a:ext>
              </a:extLst>
            </p:cNvPr>
            <p:cNvSpPr/>
            <p:nvPr/>
          </p:nvSpPr>
          <p:spPr>
            <a:xfrm>
              <a:off x="4641700" y="3806475"/>
              <a:ext cx="56475" cy="141125"/>
            </a:xfrm>
            <a:custGeom>
              <a:avLst/>
              <a:gdLst/>
              <a:ahLst/>
              <a:cxnLst/>
              <a:rect l="l" t="t" r="r" b="b"/>
              <a:pathLst>
                <a:path w="2259" h="5645" extrusionOk="0">
                  <a:moveTo>
                    <a:pt x="1132" y="1"/>
                  </a:moveTo>
                  <a:cubicBezTo>
                    <a:pt x="977" y="1"/>
                    <a:pt x="823" y="64"/>
                    <a:pt x="711" y="189"/>
                  </a:cubicBezTo>
                  <a:cubicBezTo>
                    <a:pt x="503" y="421"/>
                    <a:pt x="521" y="776"/>
                    <a:pt x="753" y="984"/>
                  </a:cubicBezTo>
                  <a:cubicBezTo>
                    <a:pt x="831" y="1056"/>
                    <a:pt x="1130" y="1385"/>
                    <a:pt x="1130" y="1695"/>
                  </a:cubicBezTo>
                  <a:cubicBezTo>
                    <a:pt x="1130" y="1990"/>
                    <a:pt x="849" y="2315"/>
                    <a:pt x="753" y="2402"/>
                  </a:cubicBezTo>
                  <a:cubicBezTo>
                    <a:pt x="678" y="2472"/>
                    <a:pt x="0" y="3101"/>
                    <a:pt x="0" y="3953"/>
                  </a:cubicBezTo>
                  <a:cubicBezTo>
                    <a:pt x="0" y="4802"/>
                    <a:pt x="675" y="5432"/>
                    <a:pt x="753" y="5501"/>
                  </a:cubicBezTo>
                  <a:cubicBezTo>
                    <a:pt x="860" y="5597"/>
                    <a:pt x="994" y="5644"/>
                    <a:pt x="1127" y="5644"/>
                  </a:cubicBezTo>
                  <a:cubicBezTo>
                    <a:pt x="1282" y="5644"/>
                    <a:pt x="1436" y="5580"/>
                    <a:pt x="1548" y="5456"/>
                  </a:cubicBezTo>
                  <a:cubicBezTo>
                    <a:pt x="1756" y="5224"/>
                    <a:pt x="1735" y="4869"/>
                    <a:pt x="1506" y="4661"/>
                  </a:cubicBezTo>
                  <a:cubicBezTo>
                    <a:pt x="1428" y="4588"/>
                    <a:pt x="1130" y="4260"/>
                    <a:pt x="1130" y="3950"/>
                  </a:cubicBezTo>
                  <a:cubicBezTo>
                    <a:pt x="1130" y="3655"/>
                    <a:pt x="1410" y="3330"/>
                    <a:pt x="1506" y="3242"/>
                  </a:cubicBezTo>
                  <a:cubicBezTo>
                    <a:pt x="1581" y="3173"/>
                    <a:pt x="2259" y="2544"/>
                    <a:pt x="2259" y="1692"/>
                  </a:cubicBezTo>
                  <a:cubicBezTo>
                    <a:pt x="2259" y="842"/>
                    <a:pt x="1581" y="213"/>
                    <a:pt x="1506" y="144"/>
                  </a:cubicBezTo>
                  <a:cubicBezTo>
                    <a:pt x="1399" y="48"/>
                    <a:pt x="1265" y="1"/>
                    <a:pt x="1132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8" name="Google Shape;6132;p52">
              <a:extLst>
                <a:ext uri="{FF2B5EF4-FFF2-40B4-BE49-F238E27FC236}">
                  <a16:creationId xmlns:a16="http://schemas.microsoft.com/office/drawing/2014/main" id="{7E59AEB5-98E4-46AE-BC74-EEE2BE6432FD}"/>
                </a:ext>
              </a:extLst>
            </p:cNvPr>
            <p:cNvSpPr/>
            <p:nvPr/>
          </p:nvSpPr>
          <p:spPr>
            <a:xfrm>
              <a:off x="4557000" y="3806475"/>
              <a:ext cx="56500" cy="141125"/>
            </a:xfrm>
            <a:custGeom>
              <a:avLst/>
              <a:gdLst/>
              <a:ahLst/>
              <a:cxnLst/>
              <a:rect l="l" t="t" r="r" b="b"/>
              <a:pathLst>
                <a:path w="2260" h="5645" extrusionOk="0">
                  <a:moveTo>
                    <a:pt x="1132" y="1"/>
                  </a:moveTo>
                  <a:cubicBezTo>
                    <a:pt x="977" y="1"/>
                    <a:pt x="823" y="64"/>
                    <a:pt x="711" y="189"/>
                  </a:cubicBezTo>
                  <a:cubicBezTo>
                    <a:pt x="504" y="421"/>
                    <a:pt x="522" y="776"/>
                    <a:pt x="753" y="984"/>
                  </a:cubicBezTo>
                  <a:cubicBezTo>
                    <a:pt x="832" y="1056"/>
                    <a:pt x="1130" y="1385"/>
                    <a:pt x="1130" y="1695"/>
                  </a:cubicBezTo>
                  <a:cubicBezTo>
                    <a:pt x="1130" y="1990"/>
                    <a:pt x="850" y="2315"/>
                    <a:pt x="753" y="2402"/>
                  </a:cubicBezTo>
                  <a:cubicBezTo>
                    <a:pt x="678" y="2472"/>
                    <a:pt x="1" y="3101"/>
                    <a:pt x="1" y="3953"/>
                  </a:cubicBezTo>
                  <a:cubicBezTo>
                    <a:pt x="1" y="4802"/>
                    <a:pt x="675" y="5432"/>
                    <a:pt x="753" y="5501"/>
                  </a:cubicBezTo>
                  <a:cubicBezTo>
                    <a:pt x="861" y="5597"/>
                    <a:pt x="994" y="5644"/>
                    <a:pt x="1127" y="5644"/>
                  </a:cubicBezTo>
                  <a:cubicBezTo>
                    <a:pt x="1282" y="5644"/>
                    <a:pt x="1437" y="5580"/>
                    <a:pt x="1548" y="5456"/>
                  </a:cubicBezTo>
                  <a:cubicBezTo>
                    <a:pt x="1756" y="5224"/>
                    <a:pt x="1735" y="4869"/>
                    <a:pt x="1506" y="4661"/>
                  </a:cubicBezTo>
                  <a:cubicBezTo>
                    <a:pt x="1428" y="4588"/>
                    <a:pt x="1130" y="4260"/>
                    <a:pt x="1130" y="3950"/>
                  </a:cubicBezTo>
                  <a:cubicBezTo>
                    <a:pt x="1130" y="3655"/>
                    <a:pt x="1410" y="3330"/>
                    <a:pt x="1506" y="3242"/>
                  </a:cubicBezTo>
                  <a:cubicBezTo>
                    <a:pt x="1582" y="3173"/>
                    <a:pt x="2259" y="2544"/>
                    <a:pt x="2259" y="1692"/>
                  </a:cubicBezTo>
                  <a:cubicBezTo>
                    <a:pt x="2259" y="842"/>
                    <a:pt x="1582" y="213"/>
                    <a:pt x="1506" y="144"/>
                  </a:cubicBezTo>
                  <a:cubicBezTo>
                    <a:pt x="1399" y="48"/>
                    <a:pt x="1265" y="1"/>
                    <a:pt x="1132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9" name="Google Shape;6133;p52">
              <a:extLst>
                <a:ext uri="{FF2B5EF4-FFF2-40B4-BE49-F238E27FC236}">
                  <a16:creationId xmlns:a16="http://schemas.microsoft.com/office/drawing/2014/main" id="{D05984B2-DD18-465C-A46E-2AF8768F5A6A}"/>
                </a:ext>
              </a:extLst>
            </p:cNvPr>
            <p:cNvSpPr/>
            <p:nvPr/>
          </p:nvSpPr>
          <p:spPr>
            <a:xfrm>
              <a:off x="4464775" y="4230875"/>
              <a:ext cx="395250" cy="57400"/>
            </a:xfrm>
            <a:custGeom>
              <a:avLst/>
              <a:gdLst/>
              <a:ahLst/>
              <a:cxnLst/>
              <a:rect l="l" t="t" r="r" b="b"/>
              <a:pathLst>
                <a:path w="15810" h="2296" extrusionOk="0">
                  <a:moveTo>
                    <a:pt x="567" y="1"/>
                  </a:moveTo>
                  <a:cubicBezTo>
                    <a:pt x="254" y="1"/>
                    <a:pt x="1" y="251"/>
                    <a:pt x="1" y="564"/>
                  </a:cubicBezTo>
                  <a:cubicBezTo>
                    <a:pt x="1" y="877"/>
                    <a:pt x="254" y="1130"/>
                    <a:pt x="567" y="1130"/>
                  </a:cubicBezTo>
                  <a:lnTo>
                    <a:pt x="1910" y="1130"/>
                  </a:lnTo>
                  <a:lnTo>
                    <a:pt x="2006" y="1359"/>
                  </a:lnTo>
                  <a:cubicBezTo>
                    <a:pt x="2291" y="1932"/>
                    <a:pt x="2875" y="2295"/>
                    <a:pt x="3516" y="2295"/>
                  </a:cubicBezTo>
                  <a:cubicBezTo>
                    <a:pt x="3519" y="2295"/>
                    <a:pt x="3521" y="2295"/>
                    <a:pt x="3524" y="2295"/>
                  </a:cubicBezTo>
                  <a:lnTo>
                    <a:pt x="12290" y="2295"/>
                  </a:lnTo>
                  <a:cubicBezTo>
                    <a:pt x="12292" y="2295"/>
                    <a:pt x="12295" y="2295"/>
                    <a:pt x="12298" y="2295"/>
                  </a:cubicBezTo>
                  <a:cubicBezTo>
                    <a:pt x="12936" y="2295"/>
                    <a:pt x="13520" y="1932"/>
                    <a:pt x="13804" y="1359"/>
                  </a:cubicBezTo>
                  <a:lnTo>
                    <a:pt x="13901" y="1130"/>
                  </a:lnTo>
                  <a:lnTo>
                    <a:pt x="15247" y="1130"/>
                  </a:lnTo>
                  <a:cubicBezTo>
                    <a:pt x="15557" y="1130"/>
                    <a:pt x="15810" y="877"/>
                    <a:pt x="15810" y="564"/>
                  </a:cubicBezTo>
                  <a:cubicBezTo>
                    <a:pt x="15810" y="251"/>
                    <a:pt x="15557" y="1"/>
                    <a:pt x="1524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40" name="Google Shape;6134;p52">
              <a:extLst>
                <a:ext uri="{FF2B5EF4-FFF2-40B4-BE49-F238E27FC236}">
                  <a16:creationId xmlns:a16="http://schemas.microsoft.com/office/drawing/2014/main" id="{635B9F2C-E452-43B0-AF55-E18163A8BF12}"/>
                </a:ext>
              </a:extLst>
            </p:cNvPr>
            <p:cNvSpPr/>
            <p:nvPr/>
          </p:nvSpPr>
          <p:spPr>
            <a:xfrm>
              <a:off x="4840675" y="4007300"/>
              <a:ext cx="101725" cy="166025"/>
            </a:xfrm>
            <a:custGeom>
              <a:avLst/>
              <a:gdLst/>
              <a:ahLst/>
              <a:cxnLst/>
              <a:rect l="l" t="t" r="r" b="b"/>
              <a:pathLst>
                <a:path w="4069" h="6641" extrusionOk="0">
                  <a:moveTo>
                    <a:pt x="1870" y="0"/>
                  </a:moveTo>
                  <a:cubicBezTo>
                    <a:pt x="1852" y="380"/>
                    <a:pt x="1837" y="759"/>
                    <a:pt x="1795" y="1130"/>
                  </a:cubicBezTo>
                  <a:cubicBezTo>
                    <a:pt x="1927" y="1181"/>
                    <a:pt x="2048" y="1256"/>
                    <a:pt x="2150" y="1355"/>
                  </a:cubicBezTo>
                  <a:cubicBezTo>
                    <a:pt x="2800" y="2006"/>
                    <a:pt x="2433" y="3469"/>
                    <a:pt x="1352" y="4550"/>
                  </a:cubicBezTo>
                  <a:cubicBezTo>
                    <a:pt x="1177" y="4722"/>
                    <a:pt x="991" y="4879"/>
                    <a:pt x="792" y="5017"/>
                  </a:cubicBezTo>
                  <a:cubicBezTo>
                    <a:pt x="566" y="5577"/>
                    <a:pt x="301" y="6119"/>
                    <a:pt x="0" y="6640"/>
                  </a:cubicBezTo>
                  <a:cubicBezTo>
                    <a:pt x="747" y="6429"/>
                    <a:pt x="1506" y="5993"/>
                    <a:pt x="2150" y="5348"/>
                  </a:cubicBezTo>
                  <a:cubicBezTo>
                    <a:pt x="3716" y="3782"/>
                    <a:pt x="4068" y="1678"/>
                    <a:pt x="2948" y="557"/>
                  </a:cubicBezTo>
                  <a:cubicBezTo>
                    <a:pt x="2656" y="268"/>
                    <a:pt x="2280" y="97"/>
                    <a:pt x="1870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41" name="Google Shape;6135;p52">
              <a:extLst>
                <a:ext uri="{FF2B5EF4-FFF2-40B4-BE49-F238E27FC236}">
                  <a16:creationId xmlns:a16="http://schemas.microsoft.com/office/drawing/2014/main" id="{040A4CFE-8B79-4E5D-8AA7-6619E5B2F0FF}"/>
                </a:ext>
              </a:extLst>
            </p:cNvPr>
            <p:cNvSpPr/>
            <p:nvPr/>
          </p:nvSpPr>
          <p:spPr>
            <a:xfrm>
              <a:off x="4464775" y="3976800"/>
              <a:ext cx="395250" cy="225875"/>
            </a:xfrm>
            <a:custGeom>
              <a:avLst/>
              <a:gdLst/>
              <a:ahLst/>
              <a:cxnLst/>
              <a:rect l="l" t="t" r="r" b="b"/>
              <a:pathLst>
                <a:path w="15810" h="9035" extrusionOk="0">
                  <a:moveTo>
                    <a:pt x="564" y="1"/>
                  </a:moveTo>
                  <a:cubicBezTo>
                    <a:pt x="254" y="1"/>
                    <a:pt x="1" y="251"/>
                    <a:pt x="1" y="564"/>
                  </a:cubicBezTo>
                  <a:cubicBezTo>
                    <a:pt x="1" y="3930"/>
                    <a:pt x="1157" y="7026"/>
                    <a:pt x="3075" y="9035"/>
                  </a:cubicBezTo>
                  <a:lnTo>
                    <a:pt x="12735" y="9035"/>
                  </a:lnTo>
                  <a:cubicBezTo>
                    <a:pt x="14654" y="7026"/>
                    <a:pt x="15810" y="3930"/>
                    <a:pt x="15810" y="564"/>
                  </a:cubicBezTo>
                  <a:cubicBezTo>
                    <a:pt x="15810" y="251"/>
                    <a:pt x="15557" y="1"/>
                    <a:pt x="1524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pic>
        <p:nvPicPr>
          <p:cNvPr id="18" name="Picture 17">
            <a:extLst>
              <a:ext uri="{FF2B5EF4-FFF2-40B4-BE49-F238E27FC236}">
                <a16:creationId xmlns:a16="http://schemas.microsoft.com/office/drawing/2014/main" id="{F60E90D3-FE0B-4057-862C-7234392F1D77}"/>
              </a:ext>
            </a:extLst>
          </p:cNvPr>
          <p:cNvPicPr/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51401" y="475013"/>
            <a:ext cx="7125159" cy="39713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3367352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Google Shape;270;p24"/>
          <p:cNvSpPr txBox="1">
            <a:spLocks noGrp="1"/>
          </p:cNvSpPr>
          <p:nvPr>
            <p:ph type="ctrTitle"/>
          </p:nvPr>
        </p:nvSpPr>
        <p:spPr>
          <a:xfrm>
            <a:off x="151761" y="1365844"/>
            <a:ext cx="1766403" cy="796943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2000" dirty="0">
                <a:solidFill>
                  <a:srgbClr val="48FFD5"/>
                </a:solidFill>
                <a:latin typeface="Impact"/>
                <a:ea typeface="Impact"/>
                <a:cs typeface="Impact"/>
                <a:sym typeface="Impact"/>
              </a:rPr>
              <a:t>PENGKODEAN</a:t>
            </a:r>
            <a:br>
              <a:rPr lang="es" sz="2000" dirty="0">
                <a:solidFill>
                  <a:srgbClr val="48FFD5"/>
                </a:solidFill>
                <a:latin typeface="Impact"/>
                <a:ea typeface="Impact"/>
                <a:cs typeface="Impact"/>
                <a:sym typeface="Impact"/>
              </a:rPr>
            </a:br>
            <a:r>
              <a:rPr lang="es" sz="2000" dirty="0">
                <a:solidFill>
                  <a:srgbClr val="48FFD5"/>
                </a:solidFill>
                <a:latin typeface="Impact"/>
                <a:ea typeface="Impact"/>
                <a:cs typeface="Impact"/>
                <a:sym typeface="Impact"/>
              </a:rPr>
              <a:t>SYSTEM</a:t>
            </a:r>
            <a:endParaRPr sz="2000" dirty="0">
              <a:solidFill>
                <a:srgbClr val="48FFD5"/>
              </a:solidFill>
              <a:latin typeface="Impact"/>
              <a:ea typeface="Impact"/>
              <a:cs typeface="Impact"/>
              <a:sym typeface="Impact"/>
            </a:endParaRPr>
          </a:p>
        </p:txBody>
      </p:sp>
      <p:sp>
        <p:nvSpPr>
          <p:cNvPr id="25" name="Google Shape;270;p24">
            <a:extLst>
              <a:ext uri="{FF2B5EF4-FFF2-40B4-BE49-F238E27FC236}">
                <a16:creationId xmlns:a16="http://schemas.microsoft.com/office/drawing/2014/main" id="{826F4B58-B400-4659-B4CE-1684508A8953}"/>
              </a:ext>
            </a:extLst>
          </p:cNvPr>
          <p:cNvSpPr txBox="1">
            <a:spLocks/>
          </p:cNvSpPr>
          <p:nvPr/>
        </p:nvSpPr>
        <p:spPr>
          <a:xfrm>
            <a:off x="1646193" y="4446317"/>
            <a:ext cx="6935189" cy="5254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Roboto Black"/>
              <a:buNone/>
              <a:defRPr sz="3600" b="0" i="0" u="none" strike="noStrike" cap="none">
                <a:solidFill>
                  <a:srgbClr val="FFFFFF"/>
                </a:solidFill>
                <a:latin typeface="Roboto Black"/>
                <a:ea typeface="Roboto Black"/>
                <a:cs typeface="Roboto Black"/>
                <a:sym typeface="Roboto Black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00"/>
              <a:buFont typeface="Bree Serif"/>
              <a:buNone/>
              <a:defRPr sz="5200" b="1" i="0" u="none" strike="noStrike" cap="none">
                <a:solidFill>
                  <a:srgbClr val="FFFFFF"/>
                </a:solidFill>
                <a:latin typeface="Bree Serif"/>
                <a:ea typeface="Bree Serif"/>
                <a:cs typeface="Bree Serif"/>
                <a:sym typeface="Bree Serif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00"/>
              <a:buFont typeface="Bree Serif"/>
              <a:buNone/>
              <a:defRPr sz="5200" b="1" i="0" u="none" strike="noStrike" cap="none">
                <a:solidFill>
                  <a:srgbClr val="FFFFFF"/>
                </a:solidFill>
                <a:latin typeface="Bree Serif"/>
                <a:ea typeface="Bree Serif"/>
                <a:cs typeface="Bree Serif"/>
                <a:sym typeface="Bree Serif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00"/>
              <a:buFont typeface="Bree Serif"/>
              <a:buNone/>
              <a:defRPr sz="5200" b="1" i="0" u="none" strike="noStrike" cap="none">
                <a:solidFill>
                  <a:srgbClr val="FFFFFF"/>
                </a:solidFill>
                <a:latin typeface="Bree Serif"/>
                <a:ea typeface="Bree Serif"/>
                <a:cs typeface="Bree Serif"/>
                <a:sym typeface="Bree Serif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00"/>
              <a:buFont typeface="Bree Serif"/>
              <a:buNone/>
              <a:defRPr sz="5200" b="1" i="0" u="none" strike="noStrike" cap="none">
                <a:solidFill>
                  <a:srgbClr val="FFFFFF"/>
                </a:solidFill>
                <a:latin typeface="Bree Serif"/>
                <a:ea typeface="Bree Serif"/>
                <a:cs typeface="Bree Serif"/>
                <a:sym typeface="Bree Serif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00"/>
              <a:buFont typeface="Bree Serif"/>
              <a:buNone/>
              <a:defRPr sz="5200" b="1" i="0" u="none" strike="noStrike" cap="none">
                <a:solidFill>
                  <a:srgbClr val="FFFFFF"/>
                </a:solidFill>
                <a:latin typeface="Bree Serif"/>
                <a:ea typeface="Bree Serif"/>
                <a:cs typeface="Bree Serif"/>
                <a:sym typeface="Bree Serif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00"/>
              <a:buFont typeface="Bree Serif"/>
              <a:buNone/>
              <a:defRPr sz="5200" b="1" i="0" u="none" strike="noStrike" cap="none">
                <a:solidFill>
                  <a:srgbClr val="FFFFFF"/>
                </a:solidFill>
                <a:latin typeface="Bree Serif"/>
                <a:ea typeface="Bree Serif"/>
                <a:cs typeface="Bree Serif"/>
                <a:sym typeface="Bree Serif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00"/>
              <a:buFont typeface="Bree Serif"/>
              <a:buNone/>
              <a:defRPr sz="5200" b="1" i="0" u="none" strike="noStrike" cap="none">
                <a:solidFill>
                  <a:srgbClr val="FFFFFF"/>
                </a:solidFill>
                <a:latin typeface="Bree Serif"/>
                <a:ea typeface="Bree Serif"/>
                <a:cs typeface="Bree Serif"/>
                <a:sym typeface="Bree Serif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00"/>
              <a:buFont typeface="Bree Serif"/>
              <a:buNone/>
              <a:defRPr sz="5200" b="1" i="0" u="none" strike="noStrike" cap="none">
                <a:solidFill>
                  <a:srgbClr val="FFFFFF"/>
                </a:solidFill>
                <a:latin typeface="Bree Serif"/>
                <a:ea typeface="Bree Serif"/>
                <a:cs typeface="Bree Serif"/>
                <a:sym typeface="Bree Serif"/>
              </a:defRPr>
            </a:lvl9pPr>
          </a:lstStyle>
          <a:p>
            <a:pPr algn="ctr"/>
            <a:r>
              <a:rPr lang="en-US" sz="2000" dirty="0" err="1">
                <a:solidFill>
                  <a:schemeClr val="accent6"/>
                </a:solidFill>
                <a:latin typeface="Impact"/>
                <a:ea typeface="Impact"/>
                <a:cs typeface="Impact"/>
                <a:sym typeface="Impact"/>
              </a:rPr>
              <a:t>Tampilan</a:t>
            </a:r>
            <a:r>
              <a:rPr lang="en-US" sz="2000" dirty="0">
                <a:solidFill>
                  <a:schemeClr val="accent6"/>
                </a:solidFill>
                <a:latin typeface="Impact"/>
                <a:ea typeface="Impact"/>
                <a:cs typeface="Impact"/>
                <a:sym typeface="Impact"/>
              </a:rPr>
              <a:t> detail </a:t>
            </a:r>
            <a:r>
              <a:rPr lang="en-US" sz="2000" dirty="0" err="1">
                <a:solidFill>
                  <a:schemeClr val="accent6"/>
                </a:solidFill>
                <a:latin typeface="Impact"/>
                <a:ea typeface="Impact"/>
                <a:cs typeface="Impact"/>
                <a:sym typeface="Impact"/>
              </a:rPr>
              <a:t>dari</a:t>
            </a:r>
            <a:r>
              <a:rPr lang="en-US" sz="2000" dirty="0">
                <a:solidFill>
                  <a:schemeClr val="accent6"/>
                </a:solidFill>
                <a:latin typeface="Impact"/>
                <a:ea typeface="Impact"/>
                <a:cs typeface="Impact"/>
                <a:sym typeface="Impact"/>
              </a:rPr>
              <a:t> </a:t>
            </a:r>
            <a:r>
              <a:rPr lang="en-US" sz="2000" dirty="0" err="1">
                <a:solidFill>
                  <a:schemeClr val="accent6"/>
                </a:solidFill>
                <a:latin typeface="Impact"/>
                <a:ea typeface="Impact"/>
                <a:cs typeface="Impact"/>
                <a:sym typeface="Impact"/>
              </a:rPr>
              <a:t>petugas</a:t>
            </a:r>
            <a:endParaRPr lang="en-US" sz="2000" dirty="0">
              <a:solidFill>
                <a:schemeClr val="accent6"/>
              </a:solidFill>
              <a:latin typeface="Impact"/>
              <a:ea typeface="Impact"/>
              <a:cs typeface="Impact"/>
              <a:sym typeface="Impact"/>
            </a:endParaRPr>
          </a:p>
        </p:txBody>
      </p:sp>
      <p:grpSp>
        <p:nvGrpSpPr>
          <p:cNvPr id="30" name="Google Shape;6112;p52">
            <a:extLst>
              <a:ext uri="{FF2B5EF4-FFF2-40B4-BE49-F238E27FC236}">
                <a16:creationId xmlns:a16="http://schemas.microsoft.com/office/drawing/2014/main" id="{4242C9B3-416D-4F66-94F9-B3F98CC371D5}"/>
              </a:ext>
            </a:extLst>
          </p:cNvPr>
          <p:cNvGrpSpPr/>
          <p:nvPr/>
        </p:nvGrpSpPr>
        <p:grpSpPr>
          <a:xfrm>
            <a:off x="620986" y="968837"/>
            <a:ext cx="346347" cy="339623"/>
            <a:chOff x="1490050" y="3805975"/>
            <a:chExt cx="491900" cy="482350"/>
          </a:xfrm>
          <a:solidFill>
            <a:schemeClr val="accent6"/>
          </a:solidFill>
        </p:grpSpPr>
        <p:sp>
          <p:nvSpPr>
            <p:cNvPr id="31" name="Google Shape;6113;p52">
              <a:extLst>
                <a:ext uri="{FF2B5EF4-FFF2-40B4-BE49-F238E27FC236}">
                  <a16:creationId xmlns:a16="http://schemas.microsoft.com/office/drawing/2014/main" id="{11609D5E-D4DF-47AE-85C3-093C27A5AC44}"/>
                </a:ext>
              </a:extLst>
            </p:cNvPr>
            <p:cNvSpPr/>
            <p:nvPr/>
          </p:nvSpPr>
          <p:spPr>
            <a:xfrm>
              <a:off x="1541775" y="3877050"/>
              <a:ext cx="302500" cy="277225"/>
            </a:xfrm>
            <a:custGeom>
              <a:avLst/>
              <a:gdLst/>
              <a:ahLst/>
              <a:cxnLst/>
              <a:rect l="l" t="t" r="r" b="b"/>
              <a:pathLst>
                <a:path w="12100" h="11089" extrusionOk="0">
                  <a:moveTo>
                    <a:pt x="10512" y="1"/>
                  </a:moveTo>
                  <a:lnTo>
                    <a:pt x="0" y="10513"/>
                  </a:lnTo>
                  <a:cubicBezTo>
                    <a:pt x="207" y="10475"/>
                    <a:pt x="415" y="10456"/>
                    <a:pt x="622" y="10456"/>
                  </a:cubicBezTo>
                  <a:cubicBezTo>
                    <a:pt x="1327" y="10456"/>
                    <a:pt x="2020" y="10674"/>
                    <a:pt x="2602" y="11088"/>
                  </a:cubicBezTo>
                  <a:lnTo>
                    <a:pt x="12099" y="1588"/>
                  </a:lnTo>
                  <a:lnTo>
                    <a:pt x="10512" y="1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2" name="Google Shape;6114;p52">
              <a:extLst>
                <a:ext uri="{FF2B5EF4-FFF2-40B4-BE49-F238E27FC236}">
                  <a16:creationId xmlns:a16="http://schemas.microsoft.com/office/drawing/2014/main" id="{59ED7026-E90B-4C60-BA0D-9CA344A6C55D}"/>
                </a:ext>
              </a:extLst>
            </p:cNvPr>
            <p:cNvSpPr/>
            <p:nvPr/>
          </p:nvSpPr>
          <p:spPr>
            <a:xfrm>
              <a:off x="1824450" y="3805975"/>
              <a:ext cx="157500" cy="150525"/>
            </a:xfrm>
            <a:custGeom>
              <a:avLst/>
              <a:gdLst/>
              <a:ahLst/>
              <a:cxnLst/>
              <a:rect l="l" t="t" r="r" b="b"/>
              <a:pathLst>
                <a:path w="6300" h="6021" extrusionOk="0">
                  <a:moveTo>
                    <a:pt x="3211" y="0"/>
                  </a:moveTo>
                  <a:cubicBezTo>
                    <a:pt x="2484" y="0"/>
                    <a:pt x="1758" y="281"/>
                    <a:pt x="1208" y="841"/>
                  </a:cubicBezTo>
                  <a:lnTo>
                    <a:pt x="0" y="2049"/>
                  </a:lnTo>
                  <a:lnTo>
                    <a:pt x="3972" y="6021"/>
                  </a:lnTo>
                  <a:lnTo>
                    <a:pt x="5180" y="4813"/>
                  </a:lnTo>
                  <a:cubicBezTo>
                    <a:pt x="6294" y="3717"/>
                    <a:pt x="6300" y="1925"/>
                    <a:pt x="5198" y="823"/>
                  </a:cubicBezTo>
                  <a:cubicBezTo>
                    <a:pt x="4649" y="274"/>
                    <a:pt x="3930" y="0"/>
                    <a:pt x="321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3" name="Google Shape;6115;p52">
              <a:extLst>
                <a:ext uri="{FF2B5EF4-FFF2-40B4-BE49-F238E27FC236}">
                  <a16:creationId xmlns:a16="http://schemas.microsoft.com/office/drawing/2014/main" id="{A35A982C-2D4F-4CB8-B29F-2E416F5AFF55}"/>
                </a:ext>
              </a:extLst>
            </p:cNvPr>
            <p:cNvSpPr/>
            <p:nvPr/>
          </p:nvSpPr>
          <p:spPr>
            <a:xfrm>
              <a:off x="1626675" y="3936600"/>
              <a:ext cx="277225" cy="302600"/>
            </a:xfrm>
            <a:custGeom>
              <a:avLst/>
              <a:gdLst/>
              <a:ahLst/>
              <a:cxnLst/>
              <a:rect l="l" t="t" r="r" b="b"/>
              <a:pathLst>
                <a:path w="11089" h="12104" extrusionOk="0">
                  <a:moveTo>
                    <a:pt x="9501" y="1"/>
                  </a:moveTo>
                  <a:lnTo>
                    <a:pt x="1" y="9501"/>
                  </a:lnTo>
                  <a:cubicBezTo>
                    <a:pt x="537" y="10254"/>
                    <a:pt x="745" y="11194"/>
                    <a:pt x="576" y="12103"/>
                  </a:cubicBezTo>
                  <a:lnTo>
                    <a:pt x="11088" y="1591"/>
                  </a:lnTo>
                  <a:lnTo>
                    <a:pt x="9501" y="1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4" name="Google Shape;6116;p52">
              <a:extLst>
                <a:ext uri="{FF2B5EF4-FFF2-40B4-BE49-F238E27FC236}">
                  <a16:creationId xmlns:a16="http://schemas.microsoft.com/office/drawing/2014/main" id="{196F6B18-F506-4B4E-A071-E20ACFB5D390}"/>
                </a:ext>
              </a:extLst>
            </p:cNvPr>
            <p:cNvSpPr/>
            <p:nvPr/>
          </p:nvSpPr>
          <p:spPr>
            <a:xfrm>
              <a:off x="1490050" y="4166500"/>
              <a:ext cx="129950" cy="121825"/>
            </a:xfrm>
            <a:custGeom>
              <a:avLst/>
              <a:gdLst/>
              <a:ahLst/>
              <a:cxnLst/>
              <a:rect l="l" t="t" r="r" b="b"/>
              <a:pathLst>
                <a:path w="5198" h="4873" extrusionOk="0">
                  <a:moveTo>
                    <a:pt x="2693" y="0"/>
                  </a:moveTo>
                  <a:cubicBezTo>
                    <a:pt x="2243" y="0"/>
                    <a:pt x="1790" y="133"/>
                    <a:pt x="1398" y="405"/>
                  </a:cubicBezTo>
                  <a:lnTo>
                    <a:pt x="1398" y="402"/>
                  </a:lnTo>
                  <a:lnTo>
                    <a:pt x="741" y="2446"/>
                  </a:lnTo>
                  <a:lnTo>
                    <a:pt x="139" y="4118"/>
                  </a:lnTo>
                  <a:cubicBezTo>
                    <a:pt x="0" y="4500"/>
                    <a:pt x="295" y="4872"/>
                    <a:pt x="664" y="4872"/>
                  </a:cubicBezTo>
                  <a:cubicBezTo>
                    <a:pt x="727" y="4872"/>
                    <a:pt x="793" y="4861"/>
                    <a:pt x="859" y="4837"/>
                  </a:cubicBezTo>
                  <a:lnTo>
                    <a:pt x="2530" y="4235"/>
                  </a:lnTo>
                  <a:lnTo>
                    <a:pt x="4574" y="3579"/>
                  </a:lnTo>
                  <a:cubicBezTo>
                    <a:pt x="5198" y="2672"/>
                    <a:pt x="5086" y="1450"/>
                    <a:pt x="4306" y="670"/>
                  </a:cubicBezTo>
                  <a:cubicBezTo>
                    <a:pt x="3866" y="228"/>
                    <a:pt x="3282" y="0"/>
                    <a:pt x="269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35" name="Google Shape;6129;p52">
            <a:extLst>
              <a:ext uri="{FF2B5EF4-FFF2-40B4-BE49-F238E27FC236}">
                <a16:creationId xmlns:a16="http://schemas.microsoft.com/office/drawing/2014/main" id="{4E8D1AE9-D5D3-4153-AD8C-91034433756A}"/>
              </a:ext>
            </a:extLst>
          </p:cNvPr>
          <p:cNvGrpSpPr/>
          <p:nvPr/>
        </p:nvGrpSpPr>
        <p:grpSpPr>
          <a:xfrm>
            <a:off x="1150434" y="968824"/>
            <a:ext cx="336296" cy="339235"/>
            <a:chOff x="4464775" y="3806475"/>
            <a:chExt cx="477625" cy="481800"/>
          </a:xfrm>
          <a:solidFill>
            <a:schemeClr val="accent6"/>
          </a:solidFill>
        </p:grpSpPr>
        <p:sp>
          <p:nvSpPr>
            <p:cNvPr id="36" name="Google Shape;6130;p52">
              <a:extLst>
                <a:ext uri="{FF2B5EF4-FFF2-40B4-BE49-F238E27FC236}">
                  <a16:creationId xmlns:a16="http://schemas.microsoft.com/office/drawing/2014/main" id="{2AB43A0A-5026-4A23-834F-AF469F1DAD51}"/>
                </a:ext>
              </a:extLst>
            </p:cNvPr>
            <p:cNvSpPr/>
            <p:nvPr/>
          </p:nvSpPr>
          <p:spPr>
            <a:xfrm>
              <a:off x="4726375" y="3806475"/>
              <a:ext cx="56500" cy="141125"/>
            </a:xfrm>
            <a:custGeom>
              <a:avLst/>
              <a:gdLst/>
              <a:ahLst/>
              <a:cxnLst/>
              <a:rect l="l" t="t" r="r" b="b"/>
              <a:pathLst>
                <a:path w="2260" h="5645" extrusionOk="0">
                  <a:moveTo>
                    <a:pt x="1133" y="1"/>
                  </a:moveTo>
                  <a:cubicBezTo>
                    <a:pt x="978" y="1"/>
                    <a:pt x="823" y="64"/>
                    <a:pt x="712" y="189"/>
                  </a:cubicBezTo>
                  <a:cubicBezTo>
                    <a:pt x="504" y="421"/>
                    <a:pt x="522" y="776"/>
                    <a:pt x="754" y="984"/>
                  </a:cubicBezTo>
                  <a:cubicBezTo>
                    <a:pt x="832" y="1056"/>
                    <a:pt x="1130" y="1385"/>
                    <a:pt x="1130" y="1695"/>
                  </a:cubicBezTo>
                  <a:cubicBezTo>
                    <a:pt x="1130" y="1990"/>
                    <a:pt x="850" y="2315"/>
                    <a:pt x="754" y="2402"/>
                  </a:cubicBezTo>
                  <a:cubicBezTo>
                    <a:pt x="678" y="2472"/>
                    <a:pt x="1" y="3101"/>
                    <a:pt x="1" y="3953"/>
                  </a:cubicBezTo>
                  <a:cubicBezTo>
                    <a:pt x="1" y="4802"/>
                    <a:pt x="675" y="5432"/>
                    <a:pt x="754" y="5501"/>
                  </a:cubicBezTo>
                  <a:cubicBezTo>
                    <a:pt x="861" y="5597"/>
                    <a:pt x="995" y="5644"/>
                    <a:pt x="1128" y="5644"/>
                  </a:cubicBezTo>
                  <a:cubicBezTo>
                    <a:pt x="1283" y="5644"/>
                    <a:pt x="1437" y="5580"/>
                    <a:pt x="1549" y="5456"/>
                  </a:cubicBezTo>
                  <a:cubicBezTo>
                    <a:pt x="1757" y="5224"/>
                    <a:pt x="1735" y="4869"/>
                    <a:pt x="1507" y="4661"/>
                  </a:cubicBezTo>
                  <a:cubicBezTo>
                    <a:pt x="1428" y="4588"/>
                    <a:pt x="1130" y="4260"/>
                    <a:pt x="1130" y="3950"/>
                  </a:cubicBezTo>
                  <a:cubicBezTo>
                    <a:pt x="1130" y="3655"/>
                    <a:pt x="1410" y="3330"/>
                    <a:pt x="1507" y="3242"/>
                  </a:cubicBezTo>
                  <a:cubicBezTo>
                    <a:pt x="1585" y="3173"/>
                    <a:pt x="2259" y="2544"/>
                    <a:pt x="2259" y="1692"/>
                  </a:cubicBezTo>
                  <a:cubicBezTo>
                    <a:pt x="2259" y="842"/>
                    <a:pt x="1585" y="213"/>
                    <a:pt x="1507" y="144"/>
                  </a:cubicBezTo>
                  <a:cubicBezTo>
                    <a:pt x="1399" y="48"/>
                    <a:pt x="1266" y="1"/>
                    <a:pt x="113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7" name="Google Shape;6131;p52">
              <a:extLst>
                <a:ext uri="{FF2B5EF4-FFF2-40B4-BE49-F238E27FC236}">
                  <a16:creationId xmlns:a16="http://schemas.microsoft.com/office/drawing/2014/main" id="{DC1FA845-5EB4-4183-AC92-FE3D1DF03E84}"/>
                </a:ext>
              </a:extLst>
            </p:cNvPr>
            <p:cNvSpPr/>
            <p:nvPr/>
          </p:nvSpPr>
          <p:spPr>
            <a:xfrm>
              <a:off x="4641700" y="3806475"/>
              <a:ext cx="56475" cy="141125"/>
            </a:xfrm>
            <a:custGeom>
              <a:avLst/>
              <a:gdLst/>
              <a:ahLst/>
              <a:cxnLst/>
              <a:rect l="l" t="t" r="r" b="b"/>
              <a:pathLst>
                <a:path w="2259" h="5645" extrusionOk="0">
                  <a:moveTo>
                    <a:pt x="1132" y="1"/>
                  </a:moveTo>
                  <a:cubicBezTo>
                    <a:pt x="977" y="1"/>
                    <a:pt x="823" y="64"/>
                    <a:pt x="711" y="189"/>
                  </a:cubicBezTo>
                  <a:cubicBezTo>
                    <a:pt x="503" y="421"/>
                    <a:pt x="521" y="776"/>
                    <a:pt x="753" y="984"/>
                  </a:cubicBezTo>
                  <a:cubicBezTo>
                    <a:pt x="831" y="1056"/>
                    <a:pt x="1130" y="1385"/>
                    <a:pt x="1130" y="1695"/>
                  </a:cubicBezTo>
                  <a:cubicBezTo>
                    <a:pt x="1130" y="1990"/>
                    <a:pt x="849" y="2315"/>
                    <a:pt x="753" y="2402"/>
                  </a:cubicBezTo>
                  <a:cubicBezTo>
                    <a:pt x="678" y="2472"/>
                    <a:pt x="0" y="3101"/>
                    <a:pt x="0" y="3953"/>
                  </a:cubicBezTo>
                  <a:cubicBezTo>
                    <a:pt x="0" y="4802"/>
                    <a:pt x="675" y="5432"/>
                    <a:pt x="753" y="5501"/>
                  </a:cubicBezTo>
                  <a:cubicBezTo>
                    <a:pt x="860" y="5597"/>
                    <a:pt x="994" y="5644"/>
                    <a:pt x="1127" y="5644"/>
                  </a:cubicBezTo>
                  <a:cubicBezTo>
                    <a:pt x="1282" y="5644"/>
                    <a:pt x="1436" y="5580"/>
                    <a:pt x="1548" y="5456"/>
                  </a:cubicBezTo>
                  <a:cubicBezTo>
                    <a:pt x="1756" y="5224"/>
                    <a:pt x="1735" y="4869"/>
                    <a:pt x="1506" y="4661"/>
                  </a:cubicBezTo>
                  <a:cubicBezTo>
                    <a:pt x="1428" y="4588"/>
                    <a:pt x="1130" y="4260"/>
                    <a:pt x="1130" y="3950"/>
                  </a:cubicBezTo>
                  <a:cubicBezTo>
                    <a:pt x="1130" y="3655"/>
                    <a:pt x="1410" y="3330"/>
                    <a:pt x="1506" y="3242"/>
                  </a:cubicBezTo>
                  <a:cubicBezTo>
                    <a:pt x="1581" y="3173"/>
                    <a:pt x="2259" y="2544"/>
                    <a:pt x="2259" y="1692"/>
                  </a:cubicBezTo>
                  <a:cubicBezTo>
                    <a:pt x="2259" y="842"/>
                    <a:pt x="1581" y="213"/>
                    <a:pt x="1506" y="144"/>
                  </a:cubicBezTo>
                  <a:cubicBezTo>
                    <a:pt x="1399" y="48"/>
                    <a:pt x="1265" y="1"/>
                    <a:pt x="1132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8" name="Google Shape;6132;p52">
              <a:extLst>
                <a:ext uri="{FF2B5EF4-FFF2-40B4-BE49-F238E27FC236}">
                  <a16:creationId xmlns:a16="http://schemas.microsoft.com/office/drawing/2014/main" id="{7E59AEB5-98E4-46AE-BC74-EEE2BE6432FD}"/>
                </a:ext>
              </a:extLst>
            </p:cNvPr>
            <p:cNvSpPr/>
            <p:nvPr/>
          </p:nvSpPr>
          <p:spPr>
            <a:xfrm>
              <a:off x="4557000" y="3806475"/>
              <a:ext cx="56500" cy="141125"/>
            </a:xfrm>
            <a:custGeom>
              <a:avLst/>
              <a:gdLst/>
              <a:ahLst/>
              <a:cxnLst/>
              <a:rect l="l" t="t" r="r" b="b"/>
              <a:pathLst>
                <a:path w="2260" h="5645" extrusionOk="0">
                  <a:moveTo>
                    <a:pt x="1132" y="1"/>
                  </a:moveTo>
                  <a:cubicBezTo>
                    <a:pt x="977" y="1"/>
                    <a:pt x="823" y="64"/>
                    <a:pt x="711" y="189"/>
                  </a:cubicBezTo>
                  <a:cubicBezTo>
                    <a:pt x="504" y="421"/>
                    <a:pt x="522" y="776"/>
                    <a:pt x="753" y="984"/>
                  </a:cubicBezTo>
                  <a:cubicBezTo>
                    <a:pt x="832" y="1056"/>
                    <a:pt x="1130" y="1385"/>
                    <a:pt x="1130" y="1695"/>
                  </a:cubicBezTo>
                  <a:cubicBezTo>
                    <a:pt x="1130" y="1990"/>
                    <a:pt x="850" y="2315"/>
                    <a:pt x="753" y="2402"/>
                  </a:cubicBezTo>
                  <a:cubicBezTo>
                    <a:pt x="678" y="2472"/>
                    <a:pt x="1" y="3101"/>
                    <a:pt x="1" y="3953"/>
                  </a:cubicBezTo>
                  <a:cubicBezTo>
                    <a:pt x="1" y="4802"/>
                    <a:pt x="675" y="5432"/>
                    <a:pt x="753" y="5501"/>
                  </a:cubicBezTo>
                  <a:cubicBezTo>
                    <a:pt x="861" y="5597"/>
                    <a:pt x="994" y="5644"/>
                    <a:pt x="1127" y="5644"/>
                  </a:cubicBezTo>
                  <a:cubicBezTo>
                    <a:pt x="1282" y="5644"/>
                    <a:pt x="1437" y="5580"/>
                    <a:pt x="1548" y="5456"/>
                  </a:cubicBezTo>
                  <a:cubicBezTo>
                    <a:pt x="1756" y="5224"/>
                    <a:pt x="1735" y="4869"/>
                    <a:pt x="1506" y="4661"/>
                  </a:cubicBezTo>
                  <a:cubicBezTo>
                    <a:pt x="1428" y="4588"/>
                    <a:pt x="1130" y="4260"/>
                    <a:pt x="1130" y="3950"/>
                  </a:cubicBezTo>
                  <a:cubicBezTo>
                    <a:pt x="1130" y="3655"/>
                    <a:pt x="1410" y="3330"/>
                    <a:pt x="1506" y="3242"/>
                  </a:cubicBezTo>
                  <a:cubicBezTo>
                    <a:pt x="1582" y="3173"/>
                    <a:pt x="2259" y="2544"/>
                    <a:pt x="2259" y="1692"/>
                  </a:cubicBezTo>
                  <a:cubicBezTo>
                    <a:pt x="2259" y="842"/>
                    <a:pt x="1582" y="213"/>
                    <a:pt x="1506" y="144"/>
                  </a:cubicBezTo>
                  <a:cubicBezTo>
                    <a:pt x="1399" y="48"/>
                    <a:pt x="1265" y="1"/>
                    <a:pt x="1132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9" name="Google Shape;6133;p52">
              <a:extLst>
                <a:ext uri="{FF2B5EF4-FFF2-40B4-BE49-F238E27FC236}">
                  <a16:creationId xmlns:a16="http://schemas.microsoft.com/office/drawing/2014/main" id="{D05984B2-DD18-465C-A46E-2AF8768F5A6A}"/>
                </a:ext>
              </a:extLst>
            </p:cNvPr>
            <p:cNvSpPr/>
            <p:nvPr/>
          </p:nvSpPr>
          <p:spPr>
            <a:xfrm>
              <a:off x="4464775" y="4230875"/>
              <a:ext cx="395250" cy="57400"/>
            </a:xfrm>
            <a:custGeom>
              <a:avLst/>
              <a:gdLst/>
              <a:ahLst/>
              <a:cxnLst/>
              <a:rect l="l" t="t" r="r" b="b"/>
              <a:pathLst>
                <a:path w="15810" h="2296" extrusionOk="0">
                  <a:moveTo>
                    <a:pt x="567" y="1"/>
                  </a:moveTo>
                  <a:cubicBezTo>
                    <a:pt x="254" y="1"/>
                    <a:pt x="1" y="251"/>
                    <a:pt x="1" y="564"/>
                  </a:cubicBezTo>
                  <a:cubicBezTo>
                    <a:pt x="1" y="877"/>
                    <a:pt x="254" y="1130"/>
                    <a:pt x="567" y="1130"/>
                  </a:cubicBezTo>
                  <a:lnTo>
                    <a:pt x="1910" y="1130"/>
                  </a:lnTo>
                  <a:lnTo>
                    <a:pt x="2006" y="1359"/>
                  </a:lnTo>
                  <a:cubicBezTo>
                    <a:pt x="2291" y="1932"/>
                    <a:pt x="2875" y="2295"/>
                    <a:pt x="3516" y="2295"/>
                  </a:cubicBezTo>
                  <a:cubicBezTo>
                    <a:pt x="3519" y="2295"/>
                    <a:pt x="3521" y="2295"/>
                    <a:pt x="3524" y="2295"/>
                  </a:cubicBezTo>
                  <a:lnTo>
                    <a:pt x="12290" y="2295"/>
                  </a:lnTo>
                  <a:cubicBezTo>
                    <a:pt x="12292" y="2295"/>
                    <a:pt x="12295" y="2295"/>
                    <a:pt x="12298" y="2295"/>
                  </a:cubicBezTo>
                  <a:cubicBezTo>
                    <a:pt x="12936" y="2295"/>
                    <a:pt x="13520" y="1932"/>
                    <a:pt x="13804" y="1359"/>
                  </a:cubicBezTo>
                  <a:lnTo>
                    <a:pt x="13901" y="1130"/>
                  </a:lnTo>
                  <a:lnTo>
                    <a:pt x="15247" y="1130"/>
                  </a:lnTo>
                  <a:cubicBezTo>
                    <a:pt x="15557" y="1130"/>
                    <a:pt x="15810" y="877"/>
                    <a:pt x="15810" y="564"/>
                  </a:cubicBezTo>
                  <a:cubicBezTo>
                    <a:pt x="15810" y="251"/>
                    <a:pt x="15557" y="1"/>
                    <a:pt x="1524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40" name="Google Shape;6134;p52">
              <a:extLst>
                <a:ext uri="{FF2B5EF4-FFF2-40B4-BE49-F238E27FC236}">
                  <a16:creationId xmlns:a16="http://schemas.microsoft.com/office/drawing/2014/main" id="{635B9F2C-E452-43B0-AF55-E18163A8BF12}"/>
                </a:ext>
              </a:extLst>
            </p:cNvPr>
            <p:cNvSpPr/>
            <p:nvPr/>
          </p:nvSpPr>
          <p:spPr>
            <a:xfrm>
              <a:off x="4840675" y="4007300"/>
              <a:ext cx="101725" cy="166025"/>
            </a:xfrm>
            <a:custGeom>
              <a:avLst/>
              <a:gdLst/>
              <a:ahLst/>
              <a:cxnLst/>
              <a:rect l="l" t="t" r="r" b="b"/>
              <a:pathLst>
                <a:path w="4069" h="6641" extrusionOk="0">
                  <a:moveTo>
                    <a:pt x="1870" y="0"/>
                  </a:moveTo>
                  <a:cubicBezTo>
                    <a:pt x="1852" y="380"/>
                    <a:pt x="1837" y="759"/>
                    <a:pt x="1795" y="1130"/>
                  </a:cubicBezTo>
                  <a:cubicBezTo>
                    <a:pt x="1927" y="1181"/>
                    <a:pt x="2048" y="1256"/>
                    <a:pt x="2150" y="1355"/>
                  </a:cubicBezTo>
                  <a:cubicBezTo>
                    <a:pt x="2800" y="2006"/>
                    <a:pt x="2433" y="3469"/>
                    <a:pt x="1352" y="4550"/>
                  </a:cubicBezTo>
                  <a:cubicBezTo>
                    <a:pt x="1177" y="4722"/>
                    <a:pt x="991" y="4879"/>
                    <a:pt x="792" y="5017"/>
                  </a:cubicBezTo>
                  <a:cubicBezTo>
                    <a:pt x="566" y="5577"/>
                    <a:pt x="301" y="6119"/>
                    <a:pt x="0" y="6640"/>
                  </a:cubicBezTo>
                  <a:cubicBezTo>
                    <a:pt x="747" y="6429"/>
                    <a:pt x="1506" y="5993"/>
                    <a:pt x="2150" y="5348"/>
                  </a:cubicBezTo>
                  <a:cubicBezTo>
                    <a:pt x="3716" y="3782"/>
                    <a:pt x="4068" y="1678"/>
                    <a:pt x="2948" y="557"/>
                  </a:cubicBezTo>
                  <a:cubicBezTo>
                    <a:pt x="2656" y="268"/>
                    <a:pt x="2280" y="97"/>
                    <a:pt x="1870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41" name="Google Shape;6135;p52">
              <a:extLst>
                <a:ext uri="{FF2B5EF4-FFF2-40B4-BE49-F238E27FC236}">
                  <a16:creationId xmlns:a16="http://schemas.microsoft.com/office/drawing/2014/main" id="{040A4CFE-8B79-4E5D-8AA7-6619E5B2F0FF}"/>
                </a:ext>
              </a:extLst>
            </p:cNvPr>
            <p:cNvSpPr/>
            <p:nvPr/>
          </p:nvSpPr>
          <p:spPr>
            <a:xfrm>
              <a:off x="4464775" y="3976800"/>
              <a:ext cx="395250" cy="225875"/>
            </a:xfrm>
            <a:custGeom>
              <a:avLst/>
              <a:gdLst/>
              <a:ahLst/>
              <a:cxnLst/>
              <a:rect l="l" t="t" r="r" b="b"/>
              <a:pathLst>
                <a:path w="15810" h="9035" extrusionOk="0">
                  <a:moveTo>
                    <a:pt x="564" y="1"/>
                  </a:moveTo>
                  <a:cubicBezTo>
                    <a:pt x="254" y="1"/>
                    <a:pt x="1" y="251"/>
                    <a:pt x="1" y="564"/>
                  </a:cubicBezTo>
                  <a:cubicBezTo>
                    <a:pt x="1" y="3930"/>
                    <a:pt x="1157" y="7026"/>
                    <a:pt x="3075" y="9035"/>
                  </a:cubicBezTo>
                  <a:lnTo>
                    <a:pt x="12735" y="9035"/>
                  </a:lnTo>
                  <a:cubicBezTo>
                    <a:pt x="14654" y="7026"/>
                    <a:pt x="15810" y="3930"/>
                    <a:pt x="15810" y="564"/>
                  </a:cubicBezTo>
                  <a:cubicBezTo>
                    <a:pt x="15810" y="251"/>
                    <a:pt x="15557" y="1"/>
                    <a:pt x="1524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pic>
        <p:nvPicPr>
          <p:cNvPr id="17" name="Picture 16">
            <a:extLst>
              <a:ext uri="{FF2B5EF4-FFF2-40B4-BE49-F238E27FC236}">
                <a16:creationId xmlns:a16="http://schemas.microsoft.com/office/drawing/2014/main" id="{FB1DA7F2-60D7-4FBA-9FC4-C261EC5E4BE5}"/>
              </a:ext>
            </a:extLst>
          </p:cNvPr>
          <p:cNvPicPr/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67610" y="508073"/>
            <a:ext cx="6513772" cy="39382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2313172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Google Shape;270;p24"/>
          <p:cNvSpPr txBox="1">
            <a:spLocks noGrp="1"/>
          </p:cNvSpPr>
          <p:nvPr>
            <p:ph type="ctrTitle"/>
          </p:nvPr>
        </p:nvSpPr>
        <p:spPr>
          <a:xfrm>
            <a:off x="151761" y="1365844"/>
            <a:ext cx="1766403" cy="796943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2000" dirty="0">
                <a:solidFill>
                  <a:srgbClr val="48FFD5"/>
                </a:solidFill>
                <a:latin typeface="Impact"/>
                <a:ea typeface="Impact"/>
                <a:cs typeface="Impact"/>
                <a:sym typeface="Impact"/>
              </a:rPr>
              <a:t>PENGKODEAN</a:t>
            </a:r>
            <a:br>
              <a:rPr lang="es" sz="2000" dirty="0">
                <a:solidFill>
                  <a:srgbClr val="48FFD5"/>
                </a:solidFill>
                <a:latin typeface="Impact"/>
                <a:ea typeface="Impact"/>
                <a:cs typeface="Impact"/>
                <a:sym typeface="Impact"/>
              </a:rPr>
            </a:br>
            <a:r>
              <a:rPr lang="es" sz="2000" dirty="0">
                <a:solidFill>
                  <a:srgbClr val="48FFD5"/>
                </a:solidFill>
                <a:latin typeface="Impact"/>
                <a:ea typeface="Impact"/>
                <a:cs typeface="Impact"/>
                <a:sym typeface="Impact"/>
              </a:rPr>
              <a:t>SYSTEM</a:t>
            </a:r>
            <a:endParaRPr sz="2000" dirty="0">
              <a:solidFill>
                <a:srgbClr val="48FFD5"/>
              </a:solidFill>
              <a:latin typeface="Impact"/>
              <a:ea typeface="Impact"/>
              <a:cs typeface="Impact"/>
              <a:sym typeface="Impact"/>
            </a:endParaRPr>
          </a:p>
        </p:txBody>
      </p:sp>
      <p:sp>
        <p:nvSpPr>
          <p:cNvPr id="25" name="Google Shape;270;p24">
            <a:extLst>
              <a:ext uri="{FF2B5EF4-FFF2-40B4-BE49-F238E27FC236}">
                <a16:creationId xmlns:a16="http://schemas.microsoft.com/office/drawing/2014/main" id="{826F4B58-B400-4659-B4CE-1684508A8953}"/>
              </a:ext>
            </a:extLst>
          </p:cNvPr>
          <p:cNvSpPr txBox="1">
            <a:spLocks/>
          </p:cNvSpPr>
          <p:nvPr/>
        </p:nvSpPr>
        <p:spPr>
          <a:xfrm>
            <a:off x="1646193" y="4446317"/>
            <a:ext cx="6935189" cy="5254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Roboto Black"/>
              <a:buNone/>
              <a:defRPr sz="3600" b="0" i="0" u="none" strike="noStrike" cap="none">
                <a:solidFill>
                  <a:srgbClr val="FFFFFF"/>
                </a:solidFill>
                <a:latin typeface="Roboto Black"/>
                <a:ea typeface="Roboto Black"/>
                <a:cs typeface="Roboto Black"/>
                <a:sym typeface="Roboto Black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00"/>
              <a:buFont typeface="Bree Serif"/>
              <a:buNone/>
              <a:defRPr sz="5200" b="1" i="0" u="none" strike="noStrike" cap="none">
                <a:solidFill>
                  <a:srgbClr val="FFFFFF"/>
                </a:solidFill>
                <a:latin typeface="Bree Serif"/>
                <a:ea typeface="Bree Serif"/>
                <a:cs typeface="Bree Serif"/>
                <a:sym typeface="Bree Serif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00"/>
              <a:buFont typeface="Bree Serif"/>
              <a:buNone/>
              <a:defRPr sz="5200" b="1" i="0" u="none" strike="noStrike" cap="none">
                <a:solidFill>
                  <a:srgbClr val="FFFFFF"/>
                </a:solidFill>
                <a:latin typeface="Bree Serif"/>
                <a:ea typeface="Bree Serif"/>
                <a:cs typeface="Bree Serif"/>
                <a:sym typeface="Bree Serif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00"/>
              <a:buFont typeface="Bree Serif"/>
              <a:buNone/>
              <a:defRPr sz="5200" b="1" i="0" u="none" strike="noStrike" cap="none">
                <a:solidFill>
                  <a:srgbClr val="FFFFFF"/>
                </a:solidFill>
                <a:latin typeface="Bree Serif"/>
                <a:ea typeface="Bree Serif"/>
                <a:cs typeface="Bree Serif"/>
                <a:sym typeface="Bree Serif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00"/>
              <a:buFont typeface="Bree Serif"/>
              <a:buNone/>
              <a:defRPr sz="5200" b="1" i="0" u="none" strike="noStrike" cap="none">
                <a:solidFill>
                  <a:srgbClr val="FFFFFF"/>
                </a:solidFill>
                <a:latin typeface="Bree Serif"/>
                <a:ea typeface="Bree Serif"/>
                <a:cs typeface="Bree Serif"/>
                <a:sym typeface="Bree Serif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00"/>
              <a:buFont typeface="Bree Serif"/>
              <a:buNone/>
              <a:defRPr sz="5200" b="1" i="0" u="none" strike="noStrike" cap="none">
                <a:solidFill>
                  <a:srgbClr val="FFFFFF"/>
                </a:solidFill>
                <a:latin typeface="Bree Serif"/>
                <a:ea typeface="Bree Serif"/>
                <a:cs typeface="Bree Serif"/>
                <a:sym typeface="Bree Serif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00"/>
              <a:buFont typeface="Bree Serif"/>
              <a:buNone/>
              <a:defRPr sz="5200" b="1" i="0" u="none" strike="noStrike" cap="none">
                <a:solidFill>
                  <a:srgbClr val="FFFFFF"/>
                </a:solidFill>
                <a:latin typeface="Bree Serif"/>
                <a:ea typeface="Bree Serif"/>
                <a:cs typeface="Bree Serif"/>
                <a:sym typeface="Bree Serif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00"/>
              <a:buFont typeface="Bree Serif"/>
              <a:buNone/>
              <a:defRPr sz="5200" b="1" i="0" u="none" strike="noStrike" cap="none">
                <a:solidFill>
                  <a:srgbClr val="FFFFFF"/>
                </a:solidFill>
                <a:latin typeface="Bree Serif"/>
                <a:ea typeface="Bree Serif"/>
                <a:cs typeface="Bree Serif"/>
                <a:sym typeface="Bree Serif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00"/>
              <a:buFont typeface="Bree Serif"/>
              <a:buNone/>
              <a:defRPr sz="5200" b="1" i="0" u="none" strike="noStrike" cap="none">
                <a:solidFill>
                  <a:srgbClr val="FFFFFF"/>
                </a:solidFill>
                <a:latin typeface="Bree Serif"/>
                <a:ea typeface="Bree Serif"/>
                <a:cs typeface="Bree Serif"/>
                <a:sym typeface="Bree Serif"/>
              </a:defRPr>
            </a:lvl9pPr>
          </a:lstStyle>
          <a:p>
            <a:pPr algn="ctr"/>
            <a:r>
              <a:rPr lang="en-US" sz="2000" dirty="0" err="1">
                <a:solidFill>
                  <a:schemeClr val="accent6"/>
                </a:solidFill>
                <a:latin typeface="Impact"/>
                <a:ea typeface="Impact"/>
                <a:cs typeface="Impact"/>
                <a:sym typeface="Impact"/>
              </a:rPr>
              <a:t>Tampilan</a:t>
            </a:r>
            <a:r>
              <a:rPr lang="en-US" sz="2000" dirty="0">
                <a:solidFill>
                  <a:schemeClr val="accent6"/>
                </a:solidFill>
                <a:latin typeface="Impact"/>
                <a:ea typeface="Impact"/>
                <a:cs typeface="Impact"/>
                <a:sym typeface="Impact"/>
              </a:rPr>
              <a:t> </a:t>
            </a:r>
            <a:r>
              <a:rPr lang="en-US" sz="2000" dirty="0" err="1">
                <a:solidFill>
                  <a:schemeClr val="accent6"/>
                </a:solidFill>
                <a:latin typeface="Impact"/>
                <a:ea typeface="Impact"/>
                <a:cs typeface="Impact"/>
                <a:sym typeface="Impact"/>
              </a:rPr>
              <a:t>tujuan</a:t>
            </a:r>
            <a:r>
              <a:rPr lang="en-US" sz="2000" dirty="0">
                <a:solidFill>
                  <a:schemeClr val="accent6"/>
                </a:solidFill>
                <a:latin typeface="Impact"/>
                <a:ea typeface="Impact"/>
                <a:cs typeface="Impact"/>
                <a:sym typeface="Impact"/>
              </a:rPr>
              <a:t> </a:t>
            </a:r>
            <a:r>
              <a:rPr lang="en-US" sz="2000" dirty="0" err="1">
                <a:solidFill>
                  <a:schemeClr val="accent6"/>
                </a:solidFill>
                <a:latin typeface="Impact"/>
                <a:ea typeface="Impact"/>
                <a:cs typeface="Impact"/>
                <a:sym typeface="Impact"/>
              </a:rPr>
              <a:t>pengaduan</a:t>
            </a:r>
            <a:endParaRPr lang="en-US" sz="2000" dirty="0">
              <a:solidFill>
                <a:schemeClr val="accent6"/>
              </a:solidFill>
              <a:latin typeface="Impact"/>
              <a:ea typeface="Impact"/>
              <a:cs typeface="Impact"/>
              <a:sym typeface="Impact"/>
            </a:endParaRPr>
          </a:p>
        </p:txBody>
      </p:sp>
      <p:grpSp>
        <p:nvGrpSpPr>
          <p:cNvPr id="30" name="Google Shape;6112;p52">
            <a:extLst>
              <a:ext uri="{FF2B5EF4-FFF2-40B4-BE49-F238E27FC236}">
                <a16:creationId xmlns:a16="http://schemas.microsoft.com/office/drawing/2014/main" id="{4242C9B3-416D-4F66-94F9-B3F98CC371D5}"/>
              </a:ext>
            </a:extLst>
          </p:cNvPr>
          <p:cNvGrpSpPr/>
          <p:nvPr/>
        </p:nvGrpSpPr>
        <p:grpSpPr>
          <a:xfrm>
            <a:off x="620986" y="968837"/>
            <a:ext cx="346347" cy="339623"/>
            <a:chOff x="1490050" y="3805975"/>
            <a:chExt cx="491900" cy="482350"/>
          </a:xfrm>
          <a:solidFill>
            <a:schemeClr val="accent6"/>
          </a:solidFill>
        </p:grpSpPr>
        <p:sp>
          <p:nvSpPr>
            <p:cNvPr id="31" name="Google Shape;6113;p52">
              <a:extLst>
                <a:ext uri="{FF2B5EF4-FFF2-40B4-BE49-F238E27FC236}">
                  <a16:creationId xmlns:a16="http://schemas.microsoft.com/office/drawing/2014/main" id="{11609D5E-D4DF-47AE-85C3-093C27A5AC44}"/>
                </a:ext>
              </a:extLst>
            </p:cNvPr>
            <p:cNvSpPr/>
            <p:nvPr/>
          </p:nvSpPr>
          <p:spPr>
            <a:xfrm>
              <a:off x="1541775" y="3877050"/>
              <a:ext cx="302500" cy="277225"/>
            </a:xfrm>
            <a:custGeom>
              <a:avLst/>
              <a:gdLst/>
              <a:ahLst/>
              <a:cxnLst/>
              <a:rect l="l" t="t" r="r" b="b"/>
              <a:pathLst>
                <a:path w="12100" h="11089" extrusionOk="0">
                  <a:moveTo>
                    <a:pt x="10512" y="1"/>
                  </a:moveTo>
                  <a:lnTo>
                    <a:pt x="0" y="10513"/>
                  </a:lnTo>
                  <a:cubicBezTo>
                    <a:pt x="207" y="10475"/>
                    <a:pt x="415" y="10456"/>
                    <a:pt x="622" y="10456"/>
                  </a:cubicBezTo>
                  <a:cubicBezTo>
                    <a:pt x="1327" y="10456"/>
                    <a:pt x="2020" y="10674"/>
                    <a:pt x="2602" y="11088"/>
                  </a:cubicBezTo>
                  <a:lnTo>
                    <a:pt x="12099" y="1588"/>
                  </a:lnTo>
                  <a:lnTo>
                    <a:pt x="10512" y="1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2" name="Google Shape;6114;p52">
              <a:extLst>
                <a:ext uri="{FF2B5EF4-FFF2-40B4-BE49-F238E27FC236}">
                  <a16:creationId xmlns:a16="http://schemas.microsoft.com/office/drawing/2014/main" id="{59ED7026-E90B-4C60-BA0D-9CA344A6C55D}"/>
                </a:ext>
              </a:extLst>
            </p:cNvPr>
            <p:cNvSpPr/>
            <p:nvPr/>
          </p:nvSpPr>
          <p:spPr>
            <a:xfrm>
              <a:off x="1824450" y="3805975"/>
              <a:ext cx="157500" cy="150525"/>
            </a:xfrm>
            <a:custGeom>
              <a:avLst/>
              <a:gdLst/>
              <a:ahLst/>
              <a:cxnLst/>
              <a:rect l="l" t="t" r="r" b="b"/>
              <a:pathLst>
                <a:path w="6300" h="6021" extrusionOk="0">
                  <a:moveTo>
                    <a:pt x="3211" y="0"/>
                  </a:moveTo>
                  <a:cubicBezTo>
                    <a:pt x="2484" y="0"/>
                    <a:pt x="1758" y="281"/>
                    <a:pt x="1208" y="841"/>
                  </a:cubicBezTo>
                  <a:lnTo>
                    <a:pt x="0" y="2049"/>
                  </a:lnTo>
                  <a:lnTo>
                    <a:pt x="3972" y="6021"/>
                  </a:lnTo>
                  <a:lnTo>
                    <a:pt x="5180" y="4813"/>
                  </a:lnTo>
                  <a:cubicBezTo>
                    <a:pt x="6294" y="3717"/>
                    <a:pt x="6300" y="1925"/>
                    <a:pt x="5198" y="823"/>
                  </a:cubicBezTo>
                  <a:cubicBezTo>
                    <a:pt x="4649" y="274"/>
                    <a:pt x="3930" y="0"/>
                    <a:pt x="321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3" name="Google Shape;6115;p52">
              <a:extLst>
                <a:ext uri="{FF2B5EF4-FFF2-40B4-BE49-F238E27FC236}">
                  <a16:creationId xmlns:a16="http://schemas.microsoft.com/office/drawing/2014/main" id="{A35A982C-2D4F-4CB8-B29F-2E416F5AFF55}"/>
                </a:ext>
              </a:extLst>
            </p:cNvPr>
            <p:cNvSpPr/>
            <p:nvPr/>
          </p:nvSpPr>
          <p:spPr>
            <a:xfrm>
              <a:off x="1626675" y="3936600"/>
              <a:ext cx="277225" cy="302600"/>
            </a:xfrm>
            <a:custGeom>
              <a:avLst/>
              <a:gdLst/>
              <a:ahLst/>
              <a:cxnLst/>
              <a:rect l="l" t="t" r="r" b="b"/>
              <a:pathLst>
                <a:path w="11089" h="12104" extrusionOk="0">
                  <a:moveTo>
                    <a:pt x="9501" y="1"/>
                  </a:moveTo>
                  <a:lnTo>
                    <a:pt x="1" y="9501"/>
                  </a:lnTo>
                  <a:cubicBezTo>
                    <a:pt x="537" y="10254"/>
                    <a:pt x="745" y="11194"/>
                    <a:pt x="576" y="12103"/>
                  </a:cubicBezTo>
                  <a:lnTo>
                    <a:pt x="11088" y="1591"/>
                  </a:lnTo>
                  <a:lnTo>
                    <a:pt x="9501" y="1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4" name="Google Shape;6116;p52">
              <a:extLst>
                <a:ext uri="{FF2B5EF4-FFF2-40B4-BE49-F238E27FC236}">
                  <a16:creationId xmlns:a16="http://schemas.microsoft.com/office/drawing/2014/main" id="{196F6B18-F506-4B4E-A071-E20ACFB5D390}"/>
                </a:ext>
              </a:extLst>
            </p:cNvPr>
            <p:cNvSpPr/>
            <p:nvPr/>
          </p:nvSpPr>
          <p:spPr>
            <a:xfrm>
              <a:off x="1490050" y="4166500"/>
              <a:ext cx="129950" cy="121825"/>
            </a:xfrm>
            <a:custGeom>
              <a:avLst/>
              <a:gdLst/>
              <a:ahLst/>
              <a:cxnLst/>
              <a:rect l="l" t="t" r="r" b="b"/>
              <a:pathLst>
                <a:path w="5198" h="4873" extrusionOk="0">
                  <a:moveTo>
                    <a:pt x="2693" y="0"/>
                  </a:moveTo>
                  <a:cubicBezTo>
                    <a:pt x="2243" y="0"/>
                    <a:pt x="1790" y="133"/>
                    <a:pt x="1398" y="405"/>
                  </a:cubicBezTo>
                  <a:lnTo>
                    <a:pt x="1398" y="402"/>
                  </a:lnTo>
                  <a:lnTo>
                    <a:pt x="741" y="2446"/>
                  </a:lnTo>
                  <a:lnTo>
                    <a:pt x="139" y="4118"/>
                  </a:lnTo>
                  <a:cubicBezTo>
                    <a:pt x="0" y="4500"/>
                    <a:pt x="295" y="4872"/>
                    <a:pt x="664" y="4872"/>
                  </a:cubicBezTo>
                  <a:cubicBezTo>
                    <a:pt x="727" y="4872"/>
                    <a:pt x="793" y="4861"/>
                    <a:pt x="859" y="4837"/>
                  </a:cubicBezTo>
                  <a:lnTo>
                    <a:pt x="2530" y="4235"/>
                  </a:lnTo>
                  <a:lnTo>
                    <a:pt x="4574" y="3579"/>
                  </a:lnTo>
                  <a:cubicBezTo>
                    <a:pt x="5198" y="2672"/>
                    <a:pt x="5086" y="1450"/>
                    <a:pt x="4306" y="670"/>
                  </a:cubicBezTo>
                  <a:cubicBezTo>
                    <a:pt x="3866" y="228"/>
                    <a:pt x="3282" y="0"/>
                    <a:pt x="269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35" name="Google Shape;6129;p52">
            <a:extLst>
              <a:ext uri="{FF2B5EF4-FFF2-40B4-BE49-F238E27FC236}">
                <a16:creationId xmlns:a16="http://schemas.microsoft.com/office/drawing/2014/main" id="{4E8D1AE9-D5D3-4153-AD8C-91034433756A}"/>
              </a:ext>
            </a:extLst>
          </p:cNvPr>
          <p:cNvGrpSpPr/>
          <p:nvPr/>
        </p:nvGrpSpPr>
        <p:grpSpPr>
          <a:xfrm>
            <a:off x="1150434" y="968824"/>
            <a:ext cx="336296" cy="339235"/>
            <a:chOff x="4464775" y="3806475"/>
            <a:chExt cx="477625" cy="481800"/>
          </a:xfrm>
          <a:solidFill>
            <a:schemeClr val="accent6"/>
          </a:solidFill>
        </p:grpSpPr>
        <p:sp>
          <p:nvSpPr>
            <p:cNvPr id="36" name="Google Shape;6130;p52">
              <a:extLst>
                <a:ext uri="{FF2B5EF4-FFF2-40B4-BE49-F238E27FC236}">
                  <a16:creationId xmlns:a16="http://schemas.microsoft.com/office/drawing/2014/main" id="{2AB43A0A-5026-4A23-834F-AF469F1DAD51}"/>
                </a:ext>
              </a:extLst>
            </p:cNvPr>
            <p:cNvSpPr/>
            <p:nvPr/>
          </p:nvSpPr>
          <p:spPr>
            <a:xfrm>
              <a:off x="4726375" y="3806475"/>
              <a:ext cx="56500" cy="141125"/>
            </a:xfrm>
            <a:custGeom>
              <a:avLst/>
              <a:gdLst/>
              <a:ahLst/>
              <a:cxnLst/>
              <a:rect l="l" t="t" r="r" b="b"/>
              <a:pathLst>
                <a:path w="2260" h="5645" extrusionOk="0">
                  <a:moveTo>
                    <a:pt x="1133" y="1"/>
                  </a:moveTo>
                  <a:cubicBezTo>
                    <a:pt x="978" y="1"/>
                    <a:pt x="823" y="64"/>
                    <a:pt x="712" y="189"/>
                  </a:cubicBezTo>
                  <a:cubicBezTo>
                    <a:pt x="504" y="421"/>
                    <a:pt x="522" y="776"/>
                    <a:pt x="754" y="984"/>
                  </a:cubicBezTo>
                  <a:cubicBezTo>
                    <a:pt x="832" y="1056"/>
                    <a:pt x="1130" y="1385"/>
                    <a:pt x="1130" y="1695"/>
                  </a:cubicBezTo>
                  <a:cubicBezTo>
                    <a:pt x="1130" y="1990"/>
                    <a:pt x="850" y="2315"/>
                    <a:pt x="754" y="2402"/>
                  </a:cubicBezTo>
                  <a:cubicBezTo>
                    <a:pt x="678" y="2472"/>
                    <a:pt x="1" y="3101"/>
                    <a:pt x="1" y="3953"/>
                  </a:cubicBezTo>
                  <a:cubicBezTo>
                    <a:pt x="1" y="4802"/>
                    <a:pt x="675" y="5432"/>
                    <a:pt x="754" y="5501"/>
                  </a:cubicBezTo>
                  <a:cubicBezTo>
                    <a:pt x="861" y="5597"/>
                    <a:pt x="995" y="5644"/>
                    <a:pt x="1128" y="5644"/>
                  </a:cubicBezTo>
                  <a:cubicBezTo>
                    <a:pt x="1283" y="5644"/>
                    <a:pt x="1437" y="5580"/>
                    <a:pt x="1549" y="5456"/>
                  </a:cubicBezTo>
                  <a:cubicBezTo>
                    <a:pt x="1757" y="5224"/>
                    <a:pt x="1735" y="4869"/>
                    <a:pt x="1507" y="4661"/>
                  </a:cubicBezTo>
                  <a:cubicBezTo>
                    <a:pt x="1428" y="4588"/>
                    <a:pt x="1130" y="4260"/>
                    <a:pt x="1130" y="3950"/>
                  </a:cubicBezTo>
                  <a:cubicBezTo>
                    <a:pt x="1130" y="3655"/>
                    <a:pt x="1410" y="3330"/>
                    <a:pt x="1507" y="3242"/>
                  </a:cubicBezTo>
                  <a:cubicBezTo>
                    <a:pt x="1585" y="3173"/>
                    <a:pt x="2259" y="2544"/>
                    <a:pt x="2259" y="1692"/>
                  </a:cubicBezTo>
                  <a:cubicBezTo>
                    <a:pt x="2259" y="842"/>
                    <a:pt x="1585" y="213"/>
                    <a:pt x="1507" y="144"/>
                  </a:cubicBezTo>
                  <a:cubicBezTo>
                    <a:pt x="1399" y="48"/>
                    <a:pt x="1266" y="1"/>
                    <a:pt x="113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7" name="Google Shape;6131;p52">
              <a:extLst>
                <a:ext uri="{FF2B5EF4-FFF2-40B4-BE49-F238E27FC236}">
                  <a16:creationId xmlns:a16="http://schemas.microsoft.com/office/drawing/2014/main" id="{DC1FA845-5EB4-4183-AC92-FE3D1DF03E84}"/>
                </a:ext>
              </a:extLst>
            </p:cNvPr>
            <p:cNvSpPr/>
            <p:nvPr/>
          </p:nvSpPr>
          <p:spPr>
            <a:xfrm>
              <a:off x="4641700" y="3806475"/>
              <a:ext cx="56475" cy="141125"/>
            </a:xfrm>
            <a:custGeom>
              <a:avLst/>
              <a:gdLst/>
              <a:ahLst/>
              <a:cxnLst/>
              <a:rect l="l" t="t" r="r" b="b"/>
              <a:pathLst>
                <a:path w="2259" h="5645" extrusionOk="0">
                  <a:moveTo>
                    <a:pt x="1132" y="1"/>
                  </a:moveTo>
                  <a:cubicBezTo>
                    <a:pt x="977" y="1"/>
                    <a:pt x="823" y="64"/>
                    <a:pt x="711" y="189"/>
                  </a:cubicBezTo>
                  <a:cubicBezTo>
                    <a:pt x="503" y="421"/>
                    <a:pt x="521" y="776"/>
                    <a:pt x="753" y="984"/>
                  </a:cubicBezTo>
                  <a:cubicBezTo>
                    <a:pt x="831" y="1056"/>
                    <a:pt x="1130" y="1385"/>
                    <a:pt x="1130" y="1695"/>
                  </a:cubicBezTo>
                  <a:cubicBezTo>
                    <a:pt x="1130" y="1990"/>
                    <a:pt x="849" y="2315"/>
                    <a:pt x="753" y="2402"/>
                  </a:cubicBezTo>
                  <a:cubicBezTo>
                    <a:pt x="678" y="2472"/>
                    <a:pt x="0" y="3101"/>
                    <a:pt x="0" y="3953"/>
                  </a:cubicBezTo>
                  <a:cubicBezTo>
                    <a:pt x="0" y="4802"/>
                    <a:pt x="675" y="5432"/>
                    <a:pt x="753" y="5501"/>
                  </a:cubicBezTo>
                  <a:cubicBezTo>
                    <a:pt x="860" y="5597"/>
                    <a:pt x="994" y="5644"/>
                    <a:pt x="1127" y="5644"/>
                  </a:cubicBezTo>
                  <a:cubicBezTo>
                    <a:pt x="1282" y="5644"/>
                    <a:pt x="1436" y="5580"/>
                    <a:pt x="1548" y="5456"/>
                  </a:cubicBezTo>
                  <a:cubicBezTo>
                    <a:pt x="1756" y="5224"/>
                    <a:pt x="1735" y="4869"/>
                    <a:pt x="1506" y="4661"/>
                  </a:cubicBezTo>
                  <a:cubicBezTo>
                    <a:pt x="1428" y="4588"/>
                    <a:pt x="1130" y="4260"/>
                    <a:pt x="1130" y="3950"/>
                  </a:cubicBezTo>
                  <a:cubicBezTo>
                    <a:pt x="1130" y="3655"/>
                    <a:pt x="1410" y="3330"/>
                    <a:pt x="1506" y="3242"/>
                  </a:cubicBezTo>
                  <a:cubicBezTo>
                    <a:pt x="1581" y="3173"/>
                    <a:pt x="2259" y="2544"/>
                    <a:pt x="2259" y="1692"/>
                  </a:cubicBezTo>
                  <a:cubicBezTo>
                    <a:pt x="2259" y="842"/>
                    <a:pt x="1581" y="213"/>
                    <a:pt x="1506" y="144"/>
                  </a:cubicBezTo>
                  <a:cubicBezTo>
                    <a:pt x="1399" y="48"/>
                    <a:pt x="1265" y="1"/>
                    <a:pt x="1132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8" name="Google Shape;6132;p52">
              <a:extLst>
                <a:ext uri="{FF2B5EF4-FFF2-40B4-BE49-F238E27FC236}">
                  <a16:creationId xmlns:a16="http://schemas.microsoft.com/office/drawing/2014/main" id="{7E59AEB5-98E4-46AE-BC74-EEE2BE6432FD}"/>
                </a:ext>
              </a:extLst>
            </p:cNvPr>
            <p:cNvSpPr/>
            <p:nvPr/>
          </p:nvSpPr>
          <p:spPr>
            <a:xfrm>
              <a:off x="4557000" y="3806475"/>
              <a:ext cx="56500" cy="141125"/>
            </a:xfrm>
            <a:custGeom>
              <a:avLst/>
              <a:gdLst/>
              <a:ahLst/>
              <a:cxnLst/>
              <a:rect l="l" t="t" r="r" b="b"/>
              <a:pathLst>
                <a:path w="2260" h="5645" extrusionOk="0">
                  <a:moveTo>
                    <a:pt x="1132" y="1"/>
                  </a:moveTo>
                  <a:cubicBezTo>
                    <a:pt x="977" y="1"/>
                    <a:pt x="823" y="64"/>
                    <a:pt x="711" y="189"/>
                  </a:cubicBezTo>
                  <a:cubicBezTo>
                    <a:pt x="504" y="421"/>
                    <a:pt x="522" y="776"/>
                    <a:pt x="753" y="984"/>
                  </a:cubicBezTo>
                  <a:cubicBezTo>
                    <a:pt x="832" y="1056"/>
                    <a:pt x="1130" y="1385"/>
                    <a:pt x="1130" y="1695"/>
                  </a:cubicBezTo>
                  <a:cubicBezTo>
                    <a:pt x="1130" y="1990"/>
                    <a:pt x="850" y="2315"/>
                    <a:pt x="753" y="2402"/>
                  </a:cubicBezTo>
                  <a:cubicBezTo>
                    <a:pt x="678" y="2472"/>
                    <a:pt x="1" y="3101"/>
                    <a:pt x="1" y="3953"/>
                  </a:cubicBezTo>
                  <a:cubicBezTo>
                    <a:pt x="1" y="4802"/>
                    <a:pt x="675" y="5432"/>
                    <a:pt x="753" y="5501"/>
                  </a:cubicBezTo>
                  <a:cubicBezTo>
                    <a:pt x="861" y="5597"/>
                    <a:pt x="994" y="5644"/>
                    <a:pt x="1127" y="5644"/>
                  </a:cubicBezTo>
                  <a:cubicBezTo>
                    <a:pt x="1282" y="5644"/>
                    <a:pt x="1437" y="5580"/>
                    <a:pt x="1548" y="5456"/>
                  </a:cubicBezTo>
                  <a:cubicBezTo>
                    <a:pt x="1756" y="5224"/>
                    <a:pt x="1735" y="4869"/>
                    <a:pt x="1506" y="4661"/>
                  </a:cubicBezTo>
                  <a:cubicBezTo>
                    <a:pt x="1428" y="4588"/>
                    <a:pt x="1130" y="4260"/>
                    <a:pt x="1130" y="3950"/>
                  </a:cubicBezTo>
                  <a:cubicBezTo>
                    <a:pt x="1130" y="3655"/>
                    <a:pt x="1410" y="3330"/>
                    <a:pt x="1506" y="3242"/>
                  </a:cubicBezTo>
                  <a:cubicBezTo>
                    <a:pt x="1582" y="3173"/>
                    <a:pt x="2259" y="2544"/>
                    <a:pt x="2259" y="1692"/>
                  </a:cubicBezTo>
                  <a:cubicBezTo>
                    <a:pt x="2259" y="842"/>
                    <a:pt x="1582" y="213"/>
                    <a:pt x="1506" y="144"/>
                  </a:cubicBezTo>
                  <a:cubicBezTo>
                    <a:pt x="1399" y="48"/>
                    <a:pt x="1265" y="1"/>
                    <a:pt x="1132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9" name="Google Shape;6133;p52">
              <a:extLst>
                <a:ext uri="{FF2B5EF4-FFF2-40B4-BE49-F238E27FC236}">
                  <a16:creationId xmlns:a16="http://schemas.microsoft.com/office/drawing/2014/main" id="{D05984B2-DD18-465C-A46E-2AF8768F5A6A}"/>
                </a:ext>
              </a:extLst>
            </p:cNvPr>
            <p:cNvSpPr/>
            <p:nvPr/>
          </p:nvSpPr>
          <p:spPr>
            <a:xfrm>
              <a:off x="4464775" y="4230875"/>
              <a:ext cx="395250" cy="57400"/>
            </a:xfrm>
            <a:custGeom>
              <a:avLst/>
              <a:gdLst/>
              <a:ahLst/>
              <a:cxnLst/>
              <a:rect l="l" t="t" r="r" b="b"/>
              <a:pathLst>
                <a:path w="15810" h="2296" extrusionOk="0">
                  <a:moveTo>
                    <a:pt x="567" y="1"/>
                  </a:moveTo>
                  <a:cubicBezTo>
                    <a:pt x="254" y="1"/>
                    <a:pt x="1" y="251"/>
                    <a:pt x="1" y="564"/>
                  </a:cubicBezTo>
                  <a:cubicBezTo>
                    <a:pt x="1" y="877"/>
                    <a:pt x="254" y="1130"/>
                    <a:pt x="567" y="1130"/>
                  </a:cubicBezTo>
                  <a:lnTo>
                    <a:pt x="1910" y="1130"/>
                  </a:lnTo>
                  <a:lnTo>
                    <a:pt x="2006" y="1359"/>
                  </a:lnTo>
                  <a:cubicBezTo>
                    <a:pt x="2291" y="1932"/>
                    <a:pt x="2875" y="2295"/>
                    <a:pt x="3516" y="2295"/>
                  </a:cubicBezTo>
                  <a:cubicBezTo>
                    <a:pt x="3519" y="2295"/>
                    <a:pt x="3521" y="2295"/>
                    <a:pt x="3524" y="2295"/>
                  </a:cubicBezTo>
                  <a:lnTo>
                    <a:pt x="12290" y="2295"/>
                  </a:lnTo>
                  <a:cubicBezTo>
                    <a:pt x="12292" y="2295"/>
                    <a:pt x="12295" y="2295"/>
                    <a:pt x="12298" y="2295"/>
                  </a:cubicBezTo>
                  <a:cubicBezTo>
                    <a:pt x="12936" y="2295"/>
                    <a:pt x="13520" y="1932"/>
                    <a:pt x="13804" y="1359"/>
                  </a:cubicBezTo>
                  <a:lnTo>
                    <a:pt x="13901" y="1130"/>
                  </a:lnTo>
                  <a:lnTo>
                    <a:pt x="15247" y="1130"/>
                  </a:lnTo>
                  <a:cubicBezTo>
                    <a:pt x="15557" y="1130"/>
                    <a:pt x="15810" y="877"/>
                    <a:pt x="15810" y="564"/>
                  </a:cubicBezTo>
                  <a:cubicBezTo>
                    <a:pt x="15810" y="251"/>
                    <a:pt x="15557" y="1"/>
                    <a:pt x="1524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40" name="Google Shape;6134;p52">
              <a:extLst>
                <a:ext uri="{FF2B5EF4-FFF2-40B4-BE49-F238E27FC236}">
                  <a16:creationId xmlns:a16="http://schemas.microsoft.com/office/drawing/2014/main" id="{635B9F2C-E452-43B0-AF55-E18163A8BF12}"/>
                </a:ext>
              </a:extLst>
            </p:cNvPr>
            <p:cNvSpPr/>
            <p:nvPr/>
          </p:nvSpPr>
          <p:spPr>
            <a:xfrm>
              <a:off x="4840675" y="4007300"/>
              <a:ext cx="101725" cy="166025"/>
            </a:xfrm>
            <a:custGeom>
              <a:avLst/>
              <a:gdLst/>
              <a:ahLst/>
              <a:cxnLst/>
              <a:rect l="l" t="t" r="r" b="b"/>
              <a:pathLst>
                <a:path w="4069" h="6641" extrusionOk="0">
                  <a:moveTo>
                    <a:pt x="1870" y="0"/>
                  </a:moveTo>
                  <a:cubicBezTo>
                    <a:pt x="1852" y="380"/>
                    <a:pt x="1837" y="759"/>
                    <a:pt x="1795" y="1130"/>
                  </a:cubicBezTo>
                  <a:cubicBezTo>
                    <a:pt x="1927" y="1181"/>
                    <a:pt x="2048" y="1256"/>
                    <a:pt x="2150" y="1355"/>
                  </a:cubicBezTo>
                  <a:cubicBezTo>
                    <a:pt x="2800" y="2006"/>
                    <a:pt x="2433" y="3469"/>
                    <a:pt x="1352" y="4550"/>
                  </a:cubicBezTo>
                  <a:cubicBezTo>
                    <a:pt x="1177" y="4722"/>
                    <a:pt x="991" y="4879"/>
                    <a:pt x="792" y="5017"/>
                  </a:cubicBezTo>
                  <a:cubicBezTo>
                    <a:pt x="566" y="5577"/>
                    <a:pt x="301" y="6119"/>
                    <a:pt x="0" y="6640"/>
                  </a:cubicBezTo>
                  <a:cubicBezTo>
                    <a:pt x="747" y="6429"/>
                    <a:pt x="1506" y="5993"/>
                    <a:pt x="2150" y="5348"/>
                  </a:cubicBezTo>
                  <a:cubicBezTo>
                    <a:pt x="3716" y="3782"/>
                    <a:pt x="4068" y="1678"/>
                    <a:pt x="2948" y="557"/>
                  </a:cubicBezTo>
                  <a:cubicBezTo>
                    <a:pt x="2656" y="268"/>
                    <a:pt x="2280" y="97"/>
                    <a:pt x="1870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41" name="Google Shape;6135;p52">
              <a:extLst>
                <a:ext uri="{FF2B5EF4-FFF2-40B4-BE49-F238E27FC236}">
                  <a16:creationId xmlns:a16="http://schemas.microsoft.com/office/drawing/2014/main" id="{040A4CFE-8B79-4E5D-8AA7-6619E5B2F0FF}"/>
                </a:ext>
              </a:extLst>
            </p:cNvPr>
            <p:cNvSpPr/>
            <p:nvPr/>
          </p:nvSpPr>
          <p:spPr>
            <a:xfrm>
              <a:off x="4464775" y="3976800"/>
              <a:ext cx="395250" cy="225875"/>
            </a:xfrm>
            <a:custGeom>
              <a:avLst/>
              <a:gdLst/>
              <a:ahLst/>
              <a:cxnLst/>
              <a:rect l="l" t="t" r="r" b="b"/>
              <a:pathLst>
                <a:path w="15810" h="9035" extrusionOk="0">
                  <a:moveTo>
                    <a:pt x="564" y="1"/>
                  </a:moveTo>
                  <a:cubicBezTo>
                    <a:pt x="254" y="1"/>
                    <a:pt x="1" y="251"/>
                    <a:pt x="1" y="564"/>
                  </a:cubicBezTo>
                  <a:cubicBezTo>
                    <a:pt x="1" y="3930"/>
                    <a:pt x="1157" y="7026"/>
                    <a:pt x="3075" y="9035"/>
                  </a:cubicBezTo>
                  <a:lnTo>
                    <a:pt x="12735" y="9035"/>
                  </a:lnTo>
                  <a:cubicBezTo>
                    <a:pt x="14654" y="7026"/>
                    <a:pt x="15810" y="3930"/>
                    <a:pt x="15810" y="564"/>
                  </a:cubicBezTo>
                  <a:cubicBezTo>
                    <a:pt x="15810" y="251"/>
                    <a:pt x="15557" y="1"/>
                    <a:pt x="1524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pic>
        <p:nvPicPr>
          <p:cNvPr id="18" name="Picture 17">
            <a:extLst>
              <a:ext uri="{FF2B5EF4-FFF2-40B4-BE49-F238E27FC236}">
                <a16:creationId xmlns:a16="http://schemas.microsoft.com/office/drawing/2014/main" id="{08A41B09-D09E-41A4-BFE6-8EBC6EC5CF32}"/>
              </a:ext>
            </a:extLst>
          </p:cNvPr>
          <p:cNvPicPr/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38020" y="369909"/>
            <a:ext cx="6823880" cy="39479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084548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Google Shape;270;p24"/>
          <p:cNvSpPr txBox="1">
            <a:spLocks noGrp="1"/>
          </p:cNvSpPr>
          <p:nvPr>
            <p:ph type="ctrTitle"/>
          </p:nvPr>
        </p:nvSpPr>
        <p:spPr>
          <a:xfrm>
            <a:off x="151761" y="1365844"/>
            <a:ext cx="1766403" cy="796943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2000" dirty="0">
                <a:solidFill>
                  <a:srgbClr val="48FFD5"/>
                </a:solidFill>
                <a:latin typeface="Impact"/>
                <a:ea typeface="Impact"/>
                <a:cs typeface="Impact"/>
                <a:sym typeface="Impact"/>
              </a:rPr>
              <a:t>PENGKODEAN</a:t>
            </a:r>
            <a:br>
              <a:rPr lang="es" sz="2000" dirty="0">
                <a:solidFill>
                  <a:srgbClr val="48FFD5"/>
                </a:solidFill>
                <a:latin typeface="Impact"/>
                <a:ea typeface="Impact"/>
                <a:cs typeface="Impact"/>
                <a:sym typeface="Impact"/>
              </a:rPr>
            </a:br>
            <a:r>
              <a:rPr lang="es" sz="2000" dirty="0">
                <a:solidFill>
                  <a:srgbClr val="48FFD5"/>
                </a:solidFill>
                <a:latin typeface="Impact"/>
                <a:ea typeface="Impact"/>
                <a:cs typeface="Impact"/>
                <a:sym typeface="Impact"/>
              </a:rPr>
              <a:t>SYSTEM</a:t>
            </a:r>
            <a:endParaRPr sz="2000" dirty="0">
              <a:solidFill>
                <a:srgbClr val="48FFD5"/>
              </a:solidFill>
              <a:latin typeface="Impact"/>
              <a:ea typeface="Impact"/>
              <a:cs typeface="Impact"/>
              <a:sym typeface="Impact"/>
            </a:endParaRPr>
          </a:p>
        </p:txBody>
      </p:sp>
      <p:sp>
        <p:nvSpPr>
          <p:cNvPr id="25" name="Google Shape;270;p24">
            <a:extLst>
              <a:ext uri="{FF2B5EF4-FFF2-40B4-BE49-F238E27FC236}">
                <a16:creationId xmlns:a16="http://schemas.microsoft.com/office/drawing/2014/main" id="{826F4B58-B400-4659-B4CE-1684508A8953}"/>
              </a:ext>
            </a:extLst>
          </p:cNvPr>
          <p:cNvSpPr txBox="1">
            <a:spLocks/>
          </p:cNvSpPr>
          <p:nvPr/>
        </p:nvSpPr>
        <p:spPr>
          <a:xfrm>
            <a:off x="1646193" y="4446317"/>
            <a:ext cx="6935189" cy="5254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Roboto Black"/>
              <a:buNone/>
              <a:defRPr sz="3600" b="0" i="0" u="none" strike="noStrike" cap="none">
                <a:solidFill>
                  <a:srgbClr val="FFFFFF"/>
                </a:solidFill>
                <a:latin typeface="Roboto Black"/>
                <a:ea typeface="Roboto Black"/>
                <a:cs typeface="Roboto Black"/>
                <a:sym typeface="Roboto Black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00"/>
              <a:buFont typeface="Bree Serif"/>
              <a:buNone/>
              <a:defRPr sz="5200" b="1" i="0" u="none" strike="noStrike" cap="none">
                <a:solidFill>
                  <a:srgbClr val="FFFFFF"/>
                </a:solidFill>
                <a:latin typeface="Bree Serif"/>
                <a:ea typeface="Bree Serif"/>
                <a:cs typeface="Bree Serif"/>
                <a:sym typeface="Bree Serif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00"/>
              <a:buFont typeface="Bree Serif"/>
              <a:buNone/>
              <a:defRPr sz="5200" b="1" i="0" u="none" strike="noStrike" cap="none">
                <a:solidFill>
                  <a:srgbClr val="FFFFFF"/>
                </a:solidFill>
                <a:latin typeface="Bree Serif"/>
                <a:ea typeface="Bree Serif"/>
                <a:cs typeface="Bree Serif"/>
                <a:sym typeface="Bree Serif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00"/>
              <a:buFont typeface="Bree Serif"/>
              <a:buNone/>
              <a:defRPr sz="5200" b="1" i="0" u="none" strike="noStrike" cap="none">
                <a:solidFill>
                  <a:srgbClr val="FFFFFF"/>
                </a:solidFill>
                <a:latin typeface="Bree Serif"/>
                <a:ea typeface="Bree Serif"/>
                <a:cs typeface="Bree Serif"/>
                <a:sym typeface="Bree Serif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00"/>
              <a:buFont typeface="Bree Serif"/>
              <a:buNone/>
              <a:defRPr sz="5200" b="1" i="0" u="none" strike="noStrike" cap="none">
                <a:solidFill>
                  <a:srgbClr val="FFFFFF"/>
                </a:solidFill>
                <a:latin typeface="Bree Serif"/>
                <a:ea typeface="Bree Serif"/>
                <a:cs typeface="Bree Serif"/>
                <a:sym typeface="Bree Serif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00"/>
              <a:buFont typeface="Bree Serif"/>
              <a:buNone/>
              <a:defRPr sz="5200" b="1" i="0" u="none" strike="noStrike" cap="none">
                <a:solidFill>
                  <a:srgbClr val="FFFFFF"/>
                </a:solidFill>
                <a:latin typeface="Bree Serif"/>
                <a:ea typeface="Bree Serif"/>
                <a:cs typeface="Bree Serif"/>
                <a:sym typeface="Bree Serif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00"/>
              <a:buFont typeface="Bree Serif"/>
              <a:buNone/>
              <a:defRPr sz="5200" b="1" i="0" u="none" strike="noStrike" cap="none">
                <a:solidFill>
                  <a:srgbClr val="FFFFFF"/>
                </a:solidFill>
                <a:latin typeface="Bree Serif"/>
                <a:ea typeface="Bree Serif"/>
                <a:cs typeface="Bree Serif"/>
                <a:sym typeface="Bree Serif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00"/>
              <a:buFont typeface="Bree Serif"/>
              <a:buNone/>
              <a:defRPr sz="5200" b="1" i="0" u="none" strike="noStrike" cap="none">
                <a:solidFill>
                  <a:srgbClr val="FFFFFF"/>
                </a:solidFill>
                <a:latin typeface="Bree Serif"/>
                <a:ea typeface="Bree Serif"/>
                <a:cs typeface="Bree Serif"/>
                <a:sym typeface="Bree Serif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00"/>
              <a:buFont typeface="Bree Serif"/>
              <a:buNone/>
              <a:defRPr sz="5200" b="1" i="0" u="none" strike="noStrike" cap="none">
                <a:solidFill>
                  <a:srgbClr val="FFFFFF"/>
                </a:solidFill>
                <a:latin typeface="Bree Serif"/>
                <a:ea typeface="Bree Serif"/>
                <a:cs typeface="Bree Serif"/>
                <a:sym typeface="Bree Serif"/>
              </a:defRPr>
            </a:lvl9pPr>
          </a:lstStyle>
          <a:p>
            <a:pPr algn="ctr"/>
            <a:r>
              <a:rPr lang="en-US" sz="2000" dirty="0" err="1">
                <a:solidFill>
                  <a:schemeClr val="accent6"/>
                </a:solidFill>
                <a:latin typeface="Impact"/>
                <a:ea typeface="Impact"/>
                <a:cs typeface="Impact"/>
                <a:sym typeface="Impact"/>
              </a:rPr>
              <a:t>Tampilan</a:t>
            </a:r>
            <a:r>
              <a:rPr lang="en-US" sz="2000" dirty="0">
                <a:solidFill>
                  <a:schemeClr val="accent6"/>
                </a:solidFill>
                <a:latin typeface="Impact"/>
                <a:ea typeface="Impact"/>
                <a:cs typeface="Impact"/>
                <a:sym typeface="Impact"/>
              </a:rPr>
              <a:t> </a:t>
            </a:r>
            <a:r>
              <a:rPr lang="en-US" sz="2000" dirty="0" err="1">
                <a:solidFill>
                  <a:schemeClr val="accent6"/>
                </a:solidFill>
                <a:latin typeface="Impact"/>
                <a:ea typeface="Impact"/>
                <a:cs typeface="Impact"/>
                <a:sym typeface="Impact"/>
              </a:rPr>
              <a:t>kirim</a:t>
            </a:r>
            <a:r>
              <a:rPr lang="en-US" sz="2000" dirty="0">
                <a:solidFill>
                  <a:schemeClr val="accent6"/>
                </a:solidFill>
                <a:latin typeface="Impact"/>
                <a:ea typeface="Impact"/>
                <a:cs typeface="Impact"/>
                <a:sym typeface="Impact"/>
              </a:rPr>
              <a:t> email</a:t>
            </a:r>
          </a:p>
        </p:txBody>
      </p:sp>
      <p:grpSp>
        <p:nvGrpSpPr>
          <p:cNvPr id="30" name="Google Shape;6112;p52">
            <a:extLst>
              <a:ext uri="{FF2B5EF4-FFF2-40B4-BE49-F238E27FC236}">
                <a16:creationId xmlns:a16="http://schemas.microsoft.com/office/drawing/2014/main" id="{4242C9B3-416D-4F66-94F9-B3F98CC371D5}"/>
              </a:ext>
            </a:extLst>
          </p:cNvPr>
          <p:cNvGrpSpPr/>
          <p:nvPr/>
        </p:nvGrpSpPr>
        <p:grpSpPr>
          <a:xfrm>
            <a:off x="620986" y="968837"/>
            <a:ext cx="346347" cy="339623"/>
            <a:chOff x="1490050" y="3805975"/>
            <a:chExt cx="491900" cy="482350"/>
          </a:xfrm>
          <a:solidFill>
            <a:schemeClr val="accent6"/>
          </a:solidFill>
        </p:grpSpPr>
        <p:sp>
          <p:nvSpPr>
            <p:cNvPr id="31" name="Google Shape;6113;p52">
              <a:extLst>
                <a:ext uri="{FF2B5EF4-FFF2-40B4-BE49-F238E27FC236}">
                  <a16:creationId xmlns:a16="http://schemas.microsoft.com/office/drawing/2014/main" id="{11609D5E-D4DF-47AE-85C3-093C27A5AC44}"/>
                </a:ext>
              </a:extLst>
            </p:cNvPr>
            <p:cNvSpPr/>
            <p:nvPr/>
          </p:nvSpPr>
          <p:spPr>
            <a:xfrm>
              <a:off x="1541775" y="3877050"/>
              <a:ext cx="302500" cy="277225"/>
            </a:xfrm>
            <a:custGeom>
              <a:avLst/>
              <a:gdLst/>
              <a:ahLst/>
              <a:cxnLst/>
              <a:rect l="l" t="t" r="r" b="b"/>
              <a:pathLst>
                <a:path w="12100" h="11089" extrusionOk="0">
                  <a:moveTo>
                    <a:pt x="10512" y="1"/>
                  </a:moveTo>
                  <a:lnTo>
                    <a:pt x="0" y="10513"/>
                  </a:lnTo>
                  <a:cubicBezTo>
                    <a:pt x="207" y="10475"/>
                    <a:pt x="415" y="10456"/>
                    <a:pt x="622" y="10456"/>
                  </a:cubicBezTo>
                  <a:cubicBezTo>
                    <a:pt x="1327" y="10456"/>
                    <a:pt x="2020" y="10674"/>
                    <a:pt x="2602" y="11088"/>
                  </a:cubicBezTo>
                  <a:lnTo>
                    <a:pt x="12099" y="1588"/>
                  </a:lnTo>
                  <a:lnTo>
                    <a:pt x="10512" y="1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2" name="Google Shape;6114;p52">
              <a:extLst>
                <a:ext uri="{FF2B5EF4-FFF2-40B4-BE49-F238E27FC236}">
                  <a16:creationId xmlns:a16="http://schemas.microsoft.com/office/drawing/2014/main" id="{59ED7026-E90B-4C60-BA0D-9CA344A6C55D}"/>
                </a:ext>
              </a:extLst>
            </p:cNvPr>
            <p:cNvSpPr/>
            <p:nvPr/>
          </p:nvSpPr>
          <p:spPr>
            <a:xfrm>
              <a:off x="1824450" y="3805975"/>
              <a:ext cx="157500" cy="150525"/>
            </a:xfrm>
            <a:custGeom>
              <a:avLst/>
              <a:gdLst/>
              <a:ahLst/>
              <a:cxnLst/>
              <a:rect l="l" t="t" r="r" b="b"/>
              <a:pathLst>
                <a:path w="6300" h="6021" extrusionOk="0">
                  <a:moveTo>
                    <a:pt x="3211" y="0"/>
                  </a:moveTo>
                  <a:cubicBezTo>
                    <a:pt x="2484" y="0"/>
                    <a:pt x="1758" y="281"/>
                    <a:pt x="1208" y="841"/>
                  </a:cubicBezTo>
                  <a:lnTo>
                    <a:pt x="0" y="2049"/>
                  </a:lnTo>
                  <a:lnTo>
                    <a:pt x="3972" y="6021"/>
                  </a:lnTo>
                  <a:lnTo>
                    <a:pt x="5180" y="4813"/>
                  </a:lnTo>
                  <a:cubicBezTo>
                    <a:pt x="6294" y="3717"/>
                    <a:pt x="6300" y="1925"/>
                    <a:pt x="5198" y="823"/>
                  </a:cubicBezTo>
                  <a:cubicBezTo>
                    <a:pt x="4649" y="274"/>
                    <a:pt x="3930" y="0"/>
                    <a:pt x="321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3" name="Google Shape;6115;p52">
              <a:extLst>
                <a:ext uri="{FF2B5EF4-FFF2-40B4-BE49-F238E27FC236}">
                  <a16:creationId xmlns:a16="http://schemas.microsoft.com/office/drawing/2014/main" id="{A35A982C-2D4F-4CB8-B29F-2E416F5AFF55}"/>
                </a:ext>
              </a:extLst>
            </p:cNvPr>
            <p:cNvSpPr/>
            <p:nvPr/>
          </p:nvSpPr>
          <p:spPr>
            <a:xfrm>
              <a:off x="1626675" y="3936600"/>
              <a:ext cx="277225" cy="302600"/>
            </a:xfrm>
            <a:custGeom>
              <a:avLst/>
              <a:gdLst/>
              <a:ahLst/>
              <a:cxnLst/>
              <a:rect l="l" t="t" r="r" b="b"/>
              <a:pathLst>
                <a:path w="11089" h="12104" extrusionOk="0">
                  <a:moveTo>
                    <a:pt x="9501" y="1"/>
                  </a:moveTo>
                  <a:lnTo>
                    <a:pt x="1" y="9501"/>
                  </a:lnTo>
                  <a:cubicBezTo>
                    <a:pt x="537" y="10254"/>
                    <a:pt x="745" y="11194"/>
                    <a:pt x="576" y="12103"/>
                  </a:cubicBezTo>
                  <a:lnTo>
                    <a:pt x="11088" y="1591"/>
                  </a:lnTo>
                  <a:lnTo>
                    <a:pt x="9501" y="1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4" name="Google Shape;6116;p52">
              <a:extLst>
                <a:ext uri="{FF2B5EF4-FFF2-40B4-BE49-F238E27FC236}">
                  <a16:creationId xmlns:a16="http://schemas.microsoft.com/office/drawing/2014/main" id="{196F6B18-F506-4B4E-A071-E20ACFB5D390}"/>
                </a:ext>
              </a:extLst>
            </p:cNvPr>
            <p:cNvSpPr/>
            <p:nvPr/>
          </p:nvSpPr>
          <p:spPr>
            <a:xfrm>
              <a:off x="1490050" y="4166500"/>
              <a:ext cx="129950" cy="121825"/>
            </a:xfrm>
            <a:custGeom>
              <a:avLst/>
              <a:gdLst/>
              <a:ahLst/>
              <a:cxnLst/>
              <a:rect l="l" t="t" r="r" b="b"/>
              <a:pathLst>
                <a:path w="5198" h="4873" extrusionOk="0">
                  <a:moveTo>
                    <a:pt x="2693" y="0"/>
                  </a:moveTo>
                  <a:cubicBezTo>
                    <a:pt x="2243" y="0"/>
                    <a:pt x="1790" y="133"/>
                    <a:pt x="1398" y="405"/>
                  </a:cubicBezTo>
                  <a:lnTo>
                    <a:pt x="1398" y="402"/>
                  </a:lnTo>
                  <a:lnTo>
                    <a:pt x="741" y="2446"/>
                  </a:lnTo>
                  <a:lnTo>
                    <a:pt x="139" y="4118"/>
                  </a:lnTo>
                  <a:cubicBezTo>
                    <a:pt x="0" y="4500"/>
                    <a:pt x="295" y="4872"/>
                    <a:pt x="664" y="4872"/>
                  </a:cubicBezTo>
                  <a:cubicBezTo>
                    <a:pt x="727" y="4872"/>
                    <a:pt x="793" y="4861"/>
                    <a:pt x="859" y="4837"/>
                  </a:cubicBezTo>
                  <a:lnTo>
                    <a:pt x="2530" y="4235"/>
                  </a:lnTo>
                  <a:lnTo>
                    <a:pt x="4574" y="3579"/>
                  </a:lnTo>
                  <a:cubicBezTo>
                    <a:pt x="5198" y="2672"/>
                    <a:pt x="5086" y="1450"/>
                    <a:pt x="4306" y="670"/>
                  </a:cubicBezTo>
                  <a:cubicBezTo>
                    <a:pt x="3866" y="228"/>
                    <a:pt x="3282" y="0"/>
                    <a:pt x="269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35" name="Google Shape;6129;p52">
            <a:extLst>
              <a:ext uri="{FF2B5EF4-FFF2-40B4-BE49-F238E27FC236}">
                <a16:creationId xmlns:a16="http://schemas.microsoft.com/office/drawing/2014/main" id="{4E8D1AE9-D5D3-4153-AD8C-91034433756A}"/>
              </a:ext>
            </a:extLst>
          </p:cNvPr>
          <p:cNvGrpSpPr/>
          <p:nvPr/>
        </p:nvGrpSpPr>
        <p:grpSpPr>
          <a:xfrm>
            <a:off x="1150434" y="968824"/>
            <a:ext cx="336296" cy="339235"/>
            <a:chOff x="4464775" y="3806475"/>
            <a:chExt cx="477625" cy="481800"/>
          </a:xfrm>
          <a:solidFill>
            <a:schemeClr val="accent6"/>
          </a:solidFill>
        </p:grpSpPr>
        <p:sp>
          <p:nvSpPr>
            <p:cNvPr id="36" name="Google Shape;6130;p52">
              <a:extLst>
                <a:ext uri="{FF2B5EF4-FFF2-40B4-BE49-F238E27FC236}">
                  <a16:creationId xmlns:a16="http://schemas.microsoft.com/office/drawing/2014/main" id="{2AB43A0A-5026-4A23-834F-AF469F1DAD51}"/>
                </a:ext>
              </a:extLst>
            </p:cNvPr>
            <p:cNvSpPr/>
            <p:nvPr/>
          </p:nvSpPr>
          <p:spPr>
            <a:xfrm>
              <a:off x="4726375" y="3806475"/>
              <a:ext cx="56500" cy="141125"/>
            </a:xfrm>
            <a:custGeom>
              <a:avLst/>
              <a:gdLst/>
              <a:ahLst/>
              <a:cxnLst/>
              <a:rect l="l" t="t" r="r" b="b"/>
              <a:pathLst>
                <a:path w="2260" h="5645" extrusionOk="0">
                  <a:moveTo>
                    <a:pt x="1133" y="1"/>
                  </a:moveTo>
                  <a:cubicBezTo>
                    <a:pt x="978" y="1"/>
                    <a:pt x="823" y="64"/>
                    <a:pt x="712" y="189"/>
                  </a:cubicBezTo>
                  <a:cubicBezTo>
                    <a:pt x="504" y="421"/>
                    <a:pt x="522" y="776"/>
                    <a:pt x="754" y="984"/>
                  </a:cubicBezTo>
                  <a:cubicBezTo>
                    <a:pt x="832" y="1056"/>
                    <a:pt x="1130" y="1385"/>
                    <a:pt x="1130" y="1695"/>
                  </a:cubicBezTo>
                  <a:cubicBezTo>
                    <a:pt x="1130" y="1990"/>
                    <a:pt x="850" y="2315"/>
                    <a:pt x="754" y="2402"/>
                  </a:cubicBezTo>
                  <a:cubicBezTo>
                    <a:pt x="678" y="2472"/>
                    <a:pt x="1" y="3101"/>
                    <a:pt x="1" y="3953"/>
                  </a:cubicBezTo>
                  <a:cubicBezTo>
                    <a:pt x="1" y="4802"/>
                    <a:pt x="675" y="5432"/>
                    <a:pt x="754" y="5501"/>
                  </a:cubicBezTo>
                  <a:cubicBezTo>
                    <a:pt x="861" y="5597"/>
                    <a:pt x="995" y="5644"/>
                    <a:pt x="1128" y="5644"/>
                  </a:cubicBezTo>
                  <a:cubicBezTo>
                    <a:pt x="1283" y="5644"/>
                    <a:pt x="1437" y="5580"/>
                    <a:pt x="1549" y="5456"/>
                  </a:cubicBezTo>
                  <a:cubicBezTo>
                    <a:pt x="1757" y="5224"/>
                    <a:pt x="1735" y="4869"/>
                    <a:pt x="1507" y="4661"/>
                  </a:cubicBezTo>
                  <a:cubicBezTo>
                    <a:pt x="1428" y="4588"/>
                    <a:pt x="1130" y="4260"/>
                    <a:pt x="1130" y="3950"/>
                  </a:cubicBezTo>
                  <a:cubicBezTo>
                    <a:pt x="1130" y="3655"/>
                    <a:pt x="1410" y="3330"/>
                    <a:pt x="1507" y="3242"/>
                  </a:cubicBezTo>
                  <a:cubicBezTo>
                    <a:pt x="1585" y="3173"/>
                    <a:pt x="2259" y="2544"/>
                    <a:pt x="2259" y="1692"/>
                  </a:cubicBezTo>
                  <a:cubicBezTo>
                    <a:pt x="2259" y="842"/>
                    <a:pt x="1585" y="213"/>
                    <a:pt x="1507" y="144"/>
                  </a:cubicBezTo>
                  <a:cubicBezTo>
                    <a:pt x="1399" y="48"/>
                    <a:pt x="1266" y="1"/>
                    <a:pt x="113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7" name="Google Shape;6131;p52">
              <a:extLst>
                <a:ext uri="{FF2B5EF4-FFF2-40B4-BE49-F238E27FC236}">
                  <a16:creationId xmlns:a16="http://schemas.microsoft.com/office/drawing/2014/main" id="{DC1FA845-5EB4-4183-AC92-FE3D1DF03E84}"/>
                </a:ext>
              </a:extLst>
            </p:cNvPr>
            <p:cNvSpPr/>
            <p:nvPr/>
          </p:nvSpPr>
          <p:spPr>
            <a:xfrm>
              <a:off x="4641700" y="3806475"/>
              <a:ext cx="56475" cy="141125"/>
            </a:xfrm>
            <a:custGeom>
              <a:avLst/>
              <a:gdLst/>
              <a:ahLst/>
              <a:cxnLst/>
              <a:rect l="l" t="t" r="r" b="b"/>
              <a:pathLst>
                <a:path w="2259" h="5645" extrusionOk="0">
                  <a:moveTo>
                    <a:pt x="1132" y="1"/>
                  </a:moveTo>
                  <a:cubicBezTo>
                    <a:pt x="977" y="1"/>
                    <a:pt x="823" y="64"/>
                    <a:pt x="711" y="189"/>
                  </a:cubicBezTo>
                  <a:cubicBezTo>
                    <a:pt x="503" y="421"/>
                    <a:pt x="521" y="776"/>
                    <a:pt x="753" y="984"/>
                  </a:cubicBezTo>
                  <a:cubicBezTo>
                    <a:pt x="831" y="1056"/>
                    <a:pt x="1130" y="1385"/>
                    <a:pt x="1130" y="1695"/>
                  </a:cubicBezTo>
                  <a:cubicBezTo>
                    <a:pt x="1130" y="1990"/>
                    <a:pt x="849" y="2315"/>
                    <a:pt x="753" y="2402"/>
                  </a:cubicBezTo>
                  <a:cubicBezTo>
                    <a:pt x="678" y="2472"/>
                    <a:pt x="0" y="3101"/>
                    <a:pt x="0" y="3953"/>
                  </a:cubicBezTo>
                  <a:cubicBezTo>
                    <a:pt x="0" y="4802"/>
                    <a:pt x="675" y="5432"/>
                    <a:pt x="753" y="5501"/>
                  </a:cubicBezTo>
                  <a:cubicBezTo>
                    <a:pt x="860" y="5597"/>
                    <a:pt x="994" y="5644"/>
                    <a:pt x="1127" y="5644"/>
                  </a:cubicBezTo>
                  <a:cubicBezTo>
                    <a:pt x="1282" y="5644"/>
                    <a:pt x="1436" y="5580"/>
                    <a:pt x="1548" y="5456"/>
                  </a:cubicBezTo>
                  <a:cubicBezTo>
                    <a:pt x="1756" y="5224"/>
                    <a:pt x="1735" y="4869"/>
                    <a:pt x="1506" y="4661"/>
                  </a:cubicBezTo>
                  <a:cubicBezTo>
                    <a:pt x="1428" y="4588"/>
                    <a:pt x="1130" y="4260"/>
                    <a:pt x="1130" y="3950"/>
                  </a:cubicBezTo>
                  <a:cubicBezTo>
                    <a:pt x="1130" y="3655"/>
                    <a:pt x="1410" y="3330"/>
                    <a:pt x="1506" y="3242"/>
                  </a:cubicBezTo>
                  <a:cubicBezTo>
                    <a:pt x="1581" y="3173"/>
                    <a:pt x="2259" y="2544"/>
                    <a:pt x="2259" y="1692"/>
                  </a:cubicBezTo>
                  <a:cubicBezTo>
                    <a:pt x="2259" y="842"/>
                    <a:pt x="1581" y="213"/>
                    <a:pt x="1506" y="144"/>
                  </a:cubicBezTo>
                  <a:cubicBezTo>
                    <a:pt x="1399" y="48"/>
                    <a:pt x="1265" y="1"/>
                    <a:pt x="1132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8" name="Google Shape;6132;p52">
              <a:extLst>
                <a:ext uri="{FF2B5EF4-FFF2-40B4-BE49-F238E27FC236}">
                  <a16:creationId xmlns:a16="http://schemas.microsoft.com/office/drawing/2014/main" id="{7E59AEB5-98E4-46AE-BC74-EEE2BE6432FD}"/>
                </a:ext>
              </a:extLst>
            </p:cNvPr>
            <p:cNvSpPr/>
            <p:nvPr/>
          </p:nvSpPr>
          <p:spPr>
            <a:xfrm>
              <a:off x="4557000" y="3806475"/>
              <a:ext cx="56500" cy="141125"/>
            </a:xfrm>
            <a:custGeom>
              <a:avLst/>
              <a:gdLst/>
              <a:ahLst/>
              <a:cxnLst/>
              <a:rect l="l" t="t" r="r" b="b"/>
              <a:pathLst>
                <a:path w="2260" h="5645" extrusionOk="0">
                  <a:moveTo>
                    <a:pt x="1132" y="1"/>
                  </a:moveTo>
                  <a:cubicBezTo>
                    <a:pt x="977" y="1"/>
                    <a:pt x="823" y="64"/>
                    <a:pt x="711" y="189"/>
                  </a:cubicBezTo>
                  <a:cubicBezTo>
                    <a:pt x="504" y="421"/>
                    <a:pt x="522" y="776"/>
                    <a:pt x="753" y="984"/>
                  </a:cubicBezTo>
                  <a:cubicBezTo>
                    <a:pt x="832" y="1056"/>
                    <a:pt x="1130" y="1385"/>
                    <a:pt x="1130" y="1695"/>
                  </a:cubicBezTo>
                  <a:cubicBezTo>
                    <a:pt x="1130" y="1990"/>
                    <a:pt x="850" y="2315"/>
                    <a:pt x="753" y="2402"/>
                  </a:cubicBezTo>
                  <a:cubicBezTo>
                    <a:pt x="678" y="2472"/>
                    <a:pt x="1" y="3101"/>
                    <a:pt x="1" y="3953"/>
                  </a:cubicBezTo>
                  <a:cubicBezTo>
                    <a:pt x="1" y="4802"/>
                    <a:pt x="675" y="5432"/>
                    <a:pt x="753" y="5501"/>
                  </a:cubicBezTo>
                  <a:cubicBezTo>
                    <a:pt x="861" y="5597"/>
                    <a:pt x="994" y="5644"/>
                    <a:pt x="1127" y="5644"/>
                  </a:cubicBezTo>
                  <a:cubicBezTo>
                    <a:pt x="1282" y="5644"/>
                    <a:pt x="1437" y="5580"/>
                    <a:pt x="1548" y="5456"/>
                  </a:cubicBezTo>
                  <a:cubicBezTo>
                    <a:pt x="1756" y="5224"/>
                    <a:pt x="1735" y="4869"/>
                    <a:pt x="1506" y="4661"/>
                  </a:cubicBezTo>
                  <a:cubicBezTo>
                    <a:pt x="1428" y="4588"/>
                    <a:pt x="1130" y="4260"/>
                    <a:pt x="1130" y="3950"/>
                  </a:cubicBezTo>
                  <a:cubicBezTo>
                    <a:pt x="1130" y="3655"/>
                    <a:pt x="1410" y="3330"/>
                    <a:pt x="1506" y="3242"/>
                  </a:cubicBezTo>
                  <a:cubicBezTo>
                    <a:pt x="1582" y="3173"/>
                    <a:pt x="2259" y="2544"/>
                    <a:pt x="2259" y="1692"/>
                  </a:cubicBezTo>
                  <a:cubicBezTo>
                    <a:pt x="2259" y="842"/>
                    <a:pt x="1582" y="213"/>
                    <a:pt x="1506" y="144"/>
                  </a:cubicBezTo>
                  <a:cubicBezTo>
                    <a:pt x="1399" y="48"/>
                    <a:pt x="1265" y="1"/>
                    <a:pt x="1132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9" name="Google Shape;6133;p52">
              <a:extLst>
                <a:ext uri="{FF2B5EF4-FFF2-40B4-BE49-F238E27FC236}">
                  <a16:creationId xmlns:a16="http://schemas.microsoft.com/office/drawing/2014/main" id="{D05984B2-DD18-465C-A46E-2AF8768F5A6A}"/>
                </a:ext>
              </a:extLst>
            </p:cNvPr>
            <p:cNvSpPr/>
            <p:nvPr/>
          </p:nvSpPr>
          <p:spPr>
            <a:xfrm>
              <a:off x="4464775" y="4230875"/>
              <a:ext cx="395250" cy="57400"/>
            </a:xfrm>
            <a:custGeom>
              <a:avLst/>
              <a:gdLst/>
              <a:ahLst/>
              <a:cxnLst/>
              <a:rect l="l" t="t" r="r" b="b"/>
              <a:pathLst>
                <a:path w="15810" h="2296" extrusionOk="0">
                  <a:moveTo>
                    <a:pt x="567" y="1"/>
                  </a:moveTo>
                  <a:cubicBezTo>
                    <a:pt x="254" y="1"/>
                    <a:pt x="1" y="251"/>
                    <a:pt x="1" y="564"/>
                  </a:cubicBezTo>
                  <a:cubicBezTo>
                    <a:pt x="1" y="877"/>
                    <a:pt x="254" y="1130"/>
                    <a:pt x="567" y="1130"/>
                  </a:cubicBezTo>
                  <a:lnTo>
                    <a:pt x="1910" y="1130"/>
                  </a:lnTo>
                  <a:lnTo>
                    <a:pt x="2006" y="1359"/>
                  </a:lnTo>
                  <a:cubicBezTo>
                    <a:pt x="2291" y="1932"/>
                    <a:pt x="2875" y="2295"/>
                    <a:pt x="3516" y="2295"/>
                  </a:cubicBezTo>
                  <a:cubicBezTo>
                    <a:pt x="3519" y="2295"/>
                    <a:pt x="3521" y="2295"/>
                    <a:pt x="3524" y="2295"/>
                  </a:cubicBezTo>
                  <a:lnTo>
                    <a:pt x="12290" y="2295"/>
                  </a:lnTo>
                  <a:cubicBezTo>
                    <a:pt x="12292" y="2295"/>
                    <a:pt x="12295" y="2295"/>
                    <a:pt x="12298" y="2295"/>
                  </a:cubicBezTo>
                  <a:cubicBezTo>
                    <a:pt x="12936" y="2295"/>
                    <a:pt x="13520" y="1932"/>
                    <a:pt x="13804" y="1359"/>
                  </a:cubicBezTo>
                  <a:lnTo>
                    <a:pt x="13901" y="1130"/>
                  </a:lnTo>
                  <a:lnTo>
                    <a:pt x="15247" y="1130"/>
                  </a:lnTo>
                  <a:cubicBezTo>
                    <a:pt x="15557" y="1130"/>
                    <a:pt x="15810" y="877"/>
                    <a:pt x="15810" y="564"/>
                  </a:cubicBezTo>
                  <a:cubicBezTo>
                    <a:pt x="15810" y="251"/>
                    <a:pt x="15557" y="1"/>
                    <a:pt x="1524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40" name="Google Shape;6134;p52">
              <a:extLst>
                <a:ext uri="{FF2B5EF4-FFF2-40B4-BE49-F238E27FC236}">
                  <a16:creationId xmlns:a16="http://schemas.microsoft.com/office/drawing/2014/main" id="{635B9F2C-E452-43B0-AF55-E18163A8BF12}"/>
                </a:ext>
              </a:extLst>
            </p:cNvPr>
            <p:cNvSpPr/>
            <p:nvPr/>
          </p:nvSpPr>
          <p:spPr>
            <a:xfrm>
              <a:off x="4840675" y="4007300"/>
              <a:ext cx="101725" cy="166025"/>
            </a:xfrm>
            <a:custGeom>
              <a:avLst/>
              <a:gdLst/>
              <a:ahLst/>
              <a:cxnLst/>
              <a:rect l="l" t="t" r="r" b="b"/>
              <a:pathLst>
                <a:path w="4069" h="6641" extrusionOk="0">
                  <a:moveTo>
                    <a:pt x="1870" y="0"/>
                  </a:moveTo>
                  <a:cubicBezTo>
                    <a:pt x="1852" y="380"/>
                    <a:pt x="1837" y="759"/>
                    <a:pt x="1795" y="1130"/>
                  </a:cubicBezTo>
                  <a:cubicBezTo>
                    <a:pt x="1927" y="1181"/>
                    <a:pt x="2048" y="1256"/>
                    <a:pt x="2150" y="1355"/>
                  </a:cubicBezTo>
                  <a:cubicBezTo>
                    <a:pt x="2800" y="2006"/>
                    <a:pt x="2433" y="3469"/>
                    <a:pt x="1352" y="4550"/>
                  </a:cubicBezTo>
                  <a:cubicBezTo>
                    <a:pt x="1177" y="4722"/>
                    <a:pt x="991" y="4879"/>
                    <a:pt x="792" y="5017"/>
                  </a:cubicBezTo>
                  <a:cubicBezTo>
                    <a:pt x="566" y="5577"/>
                    <a:pt x="301" y="6119"/>
                    <a:pt x="0" y="6640"/>
                  </a:cubicBezTo>
                  <a:cubicBezTo>
                    <a:pt x="747" y="6429"/>
                    <a:pt x="1506" y="5993"/>
                    <a:pt x="2150" y="5348"/>
                  </a:cubicBezTo>
                  <a:cubicBezTo>
                    <a:pt x="3716" y="3782"/>
                    <a:pt x="4068" y="1678"/>
                    <a:pt x="2948" y="557"/>
                  </a:cubicBezTo>
                  <a:cubicBezTo>
                    <a:pt x="2656" y="268"/>
                    <a:pt x="2280" y="97"/>
                    <a:pt x="1870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41" name="Google Shape;6135;p52">
              <a:extLst>
                <a:ext uri="{FF2B5EF4-FFF2-40B4-BE49-F238E27FC236}">
                  <a16:creationId xmlns:a16="http://schemas.microsoft.com/office/drawing/2014/main" id="{040A4CFE-8B79-4E5D-8AA7-6619E5B2F0FF}"/>
                </a:ext>
              </a:extLst>
            </p:cNvPr>
            <p:cNvSpPr/>
            <p:nvPr/>
          </p:nvSpPr>
          <p:spPr>
            <a:xfrm>
              <a:off x="4464775" y="3976800"/>
              <a:ext cx="395250" cy="225875"/>
            </a:xfrm>
            <a:custGeom>
              <a:avLst/>
              <a:gdLst/>
              <a:ahLst/>
              <a:cxnLst/>
              <a:rect l="l" t="t" r="r" b="b"/>
              <a:pathLst>
                <a:path w="15810" h="9035" extrusionOk="0">
                  <a:moveTo>
                    <a:pt x="564" y="1"/>
                  </a:moveTo>
                  <a:cubicBezTo>
                    <a:pt x="254" y="1"/>
                    <a:pt x="1" y="251"/>
                    <a:pt x="1" y="564"/>
                  </a:cubicBezTo>
                  <a:cubicBezTo>
                    <a:pt x="1" y="3930"/>
                    <a:pt x="1157" y="7026"/>
                    <a:pt x="3075" y="9035"/>
                  </a:cubicBezTo>
                  <a:lnTo>
                    <a:pt x="12735" y="9035"/>
                  </a:lnTo>
                  <a:cubicBezTo>
                    <a:pt x="14654" y="7026"/>
                    <a:pt x="15810" y="3930"/>
                    <a:pt x="15810" y="564"/>
                  </a:cubicBezTo>
                  <a:cubicBezTo>
                    <a:pt x="15810" y="251"/>
                    <a:pt x="15557" y="1"/>
                    <a:pt x="1524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pic>
        <p:nvPicPr>
          <p:cNvPr id="17" name="Picture 16">
            <a:extLst>
              <a:ext uri="{FF2B5EF4-FFF2-40B4-BE49-F238E27FC236}">
                <a16:creationId xmlns:a16="http://schemas.microsoft.com/office/drawing/2014/main" id="{47F028CD-DAC3-4A23-886F-649628DD55BE}"/>
              </a:ext>
            </a:extLst>
          </p:cNvPr>
          <p:cNvPicPr/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66679" y="171751"/>
            <a:ext cx="7125559" cy="43717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00625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Google Shape;270;p24"/>
          <p:cNvSpPr txBox="1">
            <a:spLocks noGrp="1"/>
          </p:cNvSpPr>
          <p:nvPr>
            <p:ph type="ctrTitle"/>
          </p:nvPr>
        </p:nvSpPr>
        <p:spPr>
          <a:xfrm>
            <a:off x="151761" y="1365844"/>
            <a:ext cx="1766403" cy="796943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2000" dirty="0">
                <a:solidFill>
                  <a:srgbClr val="48FFD5"/>
                </a:solidFill>
                <a:latin typeface="Impact"/>
                <a:ea typeface="Impact"/>
                <a:cs typeface="Impact"/>
                <a:sym typeface="Impact"/>
              </a:rPr>
              <a:t>PENGKODEAN</a:t>
            </a:r>
            <a:br>
              <a:rPr lang="es" sz="2000" dirty="0">
                <a:solidFill>
                  <a:srgbClr val="48FFD5"/>
                </a:solidFill>
                <a:latin typeface="Impact"/>
                <a:ea typeface="Impact"/>
                <a:cs typeface="Impact"/>
                <a:sym typeface="Impact"/>
              </a:rPr>
            </a:br>
            <a:r>
              <a:rPr lang="es" sz="2000" dirty="0">
                <a:solidFill>
                  <a:srgbClr val="48FFD5"/>
                </a:solidFill>
                <a:latin typeface="Impact"/>
                <a:ea typeface="Impact"/>
                <a:cs typeface="Impact"/>
                <a:sym typeface="Impact"/>
              </a:rPr>
              <a:t>SYSTEM</a:t>
            </a:r>
            <a:endParaRPr sz="2000" dirty="0">
              <a:solidFill>
                <a:srgbClr val="48FFD5"/>
              </a:solidFill>
              <a:latin typeface="Impact"/>
              <a:ea typeface="Impact"/>
              <a:cs typeface="Impact"/>
              <a:sym typeface="Impact"/>
            </a:endParaRPr>
          </a:p>
        </p:txBody>
      </p:sp>
      <p:sp>
        <p:nvSpPr>
          <p:cNvPr id="25" name="Google Shape;270;p24">
            <a:extLst>
              <a:ext uri="{FF2B5EF4-FFF2-40B4-BE49-F238E27FC236}">
                <a16:creationId xmlns:a16="http://schemas.microsoft.com/office/drawing/2014/main" id="{826F4B58-B400-4659-B4CE-1684508A8953}"/>
              </a:ext>
            </a:extLst>
          </p:cNvPr>
          <p:cNvSpPr txBox="1">
            <a:spLocks/>
          </p:cNvSpPr>
          <p:nvPr/>
        </p:nvSpPr>
        <p:spPr>
          <a:xfrm>
            <a:off x="1646193" y="4446317"/>
            <a:ext cx="6935189" cy="5254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Roboto Black"/>
              <a:buNone/>
              <a:defRPr sz="3600" b="0" i="0" u="none" strike="noStrike" cap="none">
                <a:solidFill>
                  <a:srgbClr val="FFFFFF"/>
                </a:solidFill>
                <a:latin typeface="Roboto Black"/>
                <a:ea typeface="Roboto Black"/>
                <a:cs typeface="Roboto Black"/>
                <a:sym typeface="Roboto Black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00"/>
              <a:buFont typeface="Bree Serif"/>
              <a:buNone/>
              <a:defRPr sz="5200" b="1" i="0" u="none" strike="noStrike" cap="none">
                <a:solidFill>
                  <a:srgbClr val="FFFFFF"/>
                </a:solidFill>
                <a:latin typeface="Bree Serif"/>
                <a:ea typeface="Bree Serif"/>
                <a:cs typeface="Bree Serif"/>
                <a:sym typeface="Bree Serif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00"/>
              <a:buFont typeface="Bree Serif"/>
              <a:buNone/>
              <a:defRPr sz="5200" b="1" i="0" u="none" strike="noStrike" cap="none">
                <a:solidFill>
                  <a:srgbClr val="FFFFFF"/>
                </a:solidFill>
                <a:latin typeface="Bree Serif"/>
                <a:ea typeface="Bree Serif"/>
                <a:cs typeface="Bree Serif"/>
                <a:sym typeface="Bree Serif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00"/>
              <a:buFont typeface="Bree Serif"/>
              <a:buNone/>
              <a:defRPr sz="5200" b="1" i="0" u="none" strike="noStrike" cap="none">
                <a:solidFill>
                  <a:srgbClr val="FFFFFF"/>
                </a:solidFill>
                <a:latin typeface="Bree Serif"/>
                <a:ea typeface="Bree Serif"/>
                <a:cs typeface="Bree Serif"/>
                <a:sym typeface="Bree Serif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00"/>
              <a:buFont typeface="Bree Serif"/>
              <a:buNone/>
              <a:defRPr sz="5200" b="1" i="0" u="none" strike="noStrike" cap="none">
                <a:solidFill>
                  <a:srgbClr val="FFFFFF"/>
                </a:solidFill>
                <a:latin typeface="Bree Serif"/>
                <a:ea typeface="Bree Serif"/>
                <a:cs typeface="Bree Serif"/>
                <a:sym typeface="Bree Serif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00"/>
              <a:buFont typeface="Bree Serif"/>
              <a:buNone/>
              <a:defRPr sz="5200" b="1" i="0" u="none" strike="noStrike" cap="none">
                <a:solidFill>
                  <a:srgbClr val="FFFFFF"/>
                </a:solidFill>
                <a:latin typeface="Bree Serif"/>
                <a:ea typeface="Bree Serif"/>
                <a:cs typeface="Bree Serif"/>
                <a:sym typeface="Bree Serif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00"/>
              <a:buFont typeface="Bree Serif"/>
              <a:buNone/>
              <a:defRPr sz="5200" b="1" i="0" u="none" strike="noStrike" cap="none">
                <a:solidFill>
                  <a:srgbClr val="FFFFFF"/>
                </a:solidFill>
                <a:latin typeface="Bree Serif"/>
                <a:ea typeface="Bree Serif"/>
                <a:cs typeface="Bree Serif"/>
                <a:sym typeface="Bree Serif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00"/>
              <a:buFont typeface="Bree Serif"/>
              <a:buNone/>
              <a:defRPr sz="5200" b="1" i="0" u="none" strike="noStrike" cap="none">
                <a:solidFill>
                  <a:srgbClr val="FFFFFF"/>
                </a:solidFill>
                <a:latin typeface="Bree Serif"/>
                <a:ea typeface="Bree Serif"/>
                <a:cs typeface="Bree Serif"/>
                <a:sym typeface="Bree Serif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00"/>
              <a:buFont typeface="Bree Serif"/>
              <a:buNone/>
              <a:defRPr sz="5200" b="1" i="0" u="none" strike="noStrike" cap="none">
                <a:solidFill>
                  <a:srgbClr val="FFFFFF"/>
                </a:solidFill>
                <a:latin typeface="Bree Serif"/>
                <a:ea typeface="Bree Serif"/>
                <a:cs typeface="Bree Serif"/>
                <a:sym typeface="Bree Serif"/>
              </a:defRPr>
            </a:lvl9pPr>
          </a:lstStyle>
          <a:p>
            <a:pPr algn="ctr"/>
            <a:r>
              <a:rPr lang="en-US" sz="2000" dirty="0" err="1">
                <a:solidFill>
                  <a:schemeClr val="accent6"/>
                </a:solidFill>
                <a:latin typeface="Impact"/>
                <a:ea typeface="Impact"/>
                <a:cs typeface="Impact"/>
                <a:sym typeface="Impact"/>
              </a:rPr>
              <a:t>Tampilan</a:t>
            </a:r>
            <a:r>
              <a:rPr lang="en-US" sz="2000" dirty="0">
                <a:solidFill>
                  <a:schemeClr val="accent6"/>
                </a:solidFill>
                <a:latin typeface="Impact"/>
                <a:ea typeface="Impact"/>
                <a:cs typeface="Impact"/>
                <a:sym typeface="Impact"/>
              </a:rPr>
              <a:t> update </a:t>
            </a:r>
            <a:r>
              <a:rPr lang="en-US" sz="2000" dirty="0" err="1">
                <a:solidFill>
                  <a:schemeClr val="accent6"/>
                </a:solidFill>
                <a:latin typeface="Impact"/>
                <a:ea typeface="Impact"/>
                <a:cs typeface="Impact"/>
                <a:sym typeface="Impact"/>
              </a:rPr>
              <a:t>pengaduan</a:t>
            </a:r>
            <a:r>
              <a:rPr lang="en-US" sz="2000" dirty="0">
                <a:solidFill>
                  <a:schemeClr val="accent6"/>
                </a:solidFill>
                <a:latin typeface="Impact"/>
                <a:ea typeface="Impact"/>
                <a:cs typeface="Impact"/>
                <a:sym typeface="Impact"/>
              </a:rPr>
              <a:t> </a:t>
            </a:r>
            <a:r>
              <a:rPr lang="en-US" sz="2000" dirty="0" err="1">
                <a:solidFill>
                  <a:schemeClr val="accent6"/>
                </a:solidFill>
                <a:latin typeface="Impact"/>
                <a:ea typeface="Impact"/>
                <a:cs typeface="Impact"/>
                <a:sym typeface="Impact"/>
              </a:rPr>
              <a:t>masuk</a:t>
            </a:r>
            <a:endParaRPr lang="en-US" sz="2000" dirty="0">
              <a:solidFill>
                <a:schemeClr val="accent6"/>
              </a:solidFill>
              <a:latin typeface="Impact"/>
              <a:ea typeface="Impact"/>
              <a:cs typeface="Impact"/>
              <a:sym typeface="Impact"/>
            </a:endParaRPr>
          </a:p>
        </p:txBody>
      </p:sp>
      <p:grpSp>
        <p:nvGrpSpPr>
          <p:cNvPr id="30" name="Google Shape;6112;p52">
            <a:extLst>
              <a:ext uri="{FF2B5EF4-FFF2-40B4-BE49-F238E27FC236}">
                <a16:creationId xmlns:a16="http://schemas.microsoft.com/office/drawing/2014/main" id="{4242C9B3-416D-4F66-94F9-B3F98CC371D5}"/>
              </a:ext>
            </a:extLst>
          </p:cNvPr>
          <p:cNvGrpSpPr/>
          <p:nvPr/>
        </p:nvGrpSpPr>
        <p:grpSpPr>
          <a:xfrm>
            <a:off x="620986" y="968837"/>
            <a:ext cx="346347" cy="339623"/>
            <a:chOff x="1490050" y="3805975"/>
            <a:chExt cx="491900" cy="482350"/>
          </a:xfrm>
          <a:solidFill>
            <a:schemeClr val="accent6"/>
          </a:solidFill>
        </p:grpSpPr>
        <p:sp>
          <p:nvSpPr>
            <p:cNvPr id="31" name="Google Shape;6113;p52">
              <a:extLst>
                <a:ext uri="{FF2B5EF4-FFF2-40B4-BE49-F238E27FC236}">
                  <a16:creationId xmlns:a16="http://schemas.microsoft.com/office/drawing/2014/main" id="{11609D5E-D4DF-47AE-85C3-093C27A5AC44}"/>
                </a:ext>
              </a:extLst>
            </p:cNvPr>
            <p:cNvSpPr/>
            <p:nvPr/>
          </p:nvSpPr>
          <p:spPr>
            <a:xfrm>
              <a:off x="1541775" y="3877050"/>
              <a:ext cx="302500" cy="277225"/>
            </a:xfrm>
            <a:custGeom>
              <a:avLst/>
              <a:gdLst/>
              <a:ahLst/>
              <a:cxnLst/>
              <a:rect l="l" t="t" r="r" b="b"/>
              <a:pathLst>
                <a:path w="12100" h="11089" extrusionOk="0">
                  <a:moveTo>
                    <a:pt x="10512" y="1"/>
                  </a:moveTo>
                  <a:lnTo>
                    <a:pt x="0" y="10513"/>
                  </a:lnTo>
                  <a:cubicBezTo>
                    <a:pt x="207" y="10475"/>
                    <a:pt x="415" y="10456"/>
                    <a:pt x="622" y="10456"/>
                  </a:cubicBezTo>
                  <a:cubicBezTo>
                    <a:pt x="1327" y="10456"/>
                    <a:pt x="2020" y="10674"/>
                    <a:pt x="2602" y="11088"/>
                  </a:cubicBezTo>
                  <a:lnTo>
                    <a:pt x="12099" y="1588"/>
                  </a:lnTo>
                  <a:lnTo>
                    <a:pt x="10512" y="1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2" name="Google Shape;6114;p52">
              <a:extLst>
                <a:ext uri="{FF2B5EF4-FFF2-40B4-BE49-F238E27FC236}">
                  <a16:creationId xmlns:a16="http://schemas.microsoft.com/office/drawing/2014/main" id="{59ED7026-E90B-4C60-BA0D-9CA344A6C55D}"/>
                </a:ext>
              </a:extLst>
            </p:cNvPr>
            <p:cNvSpPr/>
            <p:nvPr/>
          </p:nvSpPr>
          <p:spPr>
            <a:xfrm>
              <a:off x="1824450" y="3805975"/>
              <a:ext cx="157500" cy="150525"/>
            </a:xfrm>
            <a:custGeom>
              <a:avLst/>
              <a:gdLst/>
              <a:ahLst/>
              <a:cxnLst/>
              <a:rect l="l" t="t" r="r" b="b"/>
              <a:pathLst>
                <a:path w="6300" h="6021" extrusionOk="0">
                  <a:moveTo>
                    <a:pt x="3211" y="0"/>
                  </a:moveTo>
                  <a:cubicBezTo>
                    <a:pt x="2484" y="0"/>
                    <a:pt x="1758" y="281"/>
                    <a:pt x="1208" y="841"/>
                  </a:cubicBezTo>
                  <a:lnTo>
                    <a:pt x="0" y="2049"/>
                  </a:lnTo>
                  <a:lnTo>
                    <a:pt x="3972" y="6021"/>
                  </a:lnTo>
                  <a:lnTo>
                    <a:pt x="5180" y="4813"/>
                  </a:lnTo>
                  <a:cubicBezTo>
                    <a:pt x="6294" y="3717"/>
                    <a:pt x="6300" y="1925"/>
                    <a:pt x="5198" y="823"/>
                  </a:cubicBezTo>
                  <a:cubicBezTo>
                    <a:pt x="4649" y="274"/>
                    <a:pt x="3930" y="0"/>
                    <a:pt x="321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3" name="Google Shape;6115;p52">
              <a:extLst>
                <a:ext uri="{FF2B5EF4-FFF2-40B4-BE49-F238E27FC236}">
                  <a16:creationId xmlns:a16="http://schemas.microsoft.com/office/drawing/2014/main" id="{A35A982C-2D4F-4CB8-B29F-2E416F5AFF55}"/>
                </a:ext>
              </a:extLst>
            </p:cNvPr>
            <p:cNvSpPr/>
            <p:nvPr/>
          </p:nvSpPr>
          <p:spPr>
            <a:xfrm>
              <a:off x="1626675" y="3936600"/>
              <a:ext cx="277225" cy="302600"/>
            </a:xfrm>
            <a:custGeom>
              <a:avLst/>
              <a:gdLst/>
              <a:ahLst/>
              <a:cxnLst/>
              <a:rect l="l" t="t" r="r" b="b"/>
              <a:pathLst>
                <a:path w="11089" h="12104" extrusionOk="0">
                  <a:moveTo>
                    <a:pt x="9501" y="1"/>
                  </a:moveTo>
                  <a:lnTo>
                    <a:pt x="1" y="9501"/>
                  </a:lnTo>
                  <a:cubicBezTo>
                    <a:pt x="537" y="10254"/>
                    <a:pt x="745" y="11194"/>
                    <a:pt x="576" y="12103"/>
                  </a:cubicBezTo>
                  <a:lnTo>
                    <a:pt x="11088" y="1591"/>
                  </a:lnTo>
                  <a:lnTo>
                    <a:pt x="9501" y="1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4" name="Google Shape;6116;p52">
              <a:extLst>
                <a:ext uri="{FF2B5EF4-FFF2-40B4-BE49-F238E27FC236}">
                  <a16:creationId xmlns:a16="http://schemas.microsoft.com/office/drawing/2014/main" id="{196F6B18-F506-4B4E-A071-E20ACFB5D390}"/>
                </a:ext>
              </a:extLst>
            </p:cNvPr>
            <p:cNvSpPr/>
            <p:nvPr/>
          </p:nvSpPr>
          <p:spPr>
            <a:xfrm>
              <a:off x="1490050" y="4166500"/>
              <a:ext cx="129950" cy="121825"/>
            </a:xfrm>
            <a:custGeom>
              <a:avLst/>
              <a:gdLst/>
              <a:ahLst/>
              <a:cxnLst/>
              <a:rect l="l" t="t" r="r" b="b"/>
              <a:pathLst>
                <a:path w="5198" h="4873" extrusionOk="0">
                  <a:moveTo>
                    <a:pt x="2693" y="0"/>
                  </a:moveTo>
                  <a:cubicBezTo>
                    <a:pt x="2243" y="0"/>
                    <a:pt x="1790" y="133"/>
                    <a:pt x="1398" y="405"/>
                  </a:cubicBezTo>
                  <a:lnTo>
                    <a:pt x="1398" y="402"/>
                  </a:lnTo>
                  <a:lnTo>
                    <a:pt x="741" y="2446"/>
                  </a:lnTo>
                  <a:lnTo>
                    <a:pt x="139" y="4118"/>
                  </a:lnTo>
                  <a:cubicBezTo>
                    <a:pt x="0" y="4500"/>
                    <a:pt x="295" y="4872"/>
                    <a:pt x="664" y="4872"/>
                  </a:cubicBezTo>
                  <a:cubicBezTo>
                    <a:pt x="727" y="4872"/>
                    <a:pt x="793" y="4861"/>
                    <a:pt x="859" y="4837"/>
                  </a:cubicBezTo>
                  <a:lnTo>
                    <a:pt x="2530" y="4235"/>
                  </a:lnTo>
                  <a:lnTo>
                    <a:pt x="4574" y="3579"/>
                  </a:lnTo>
                  <a:cubicBezTo>
                    <a:pt x="5198" y="2672"/>
                    <a:pt x="5086" y="1450"/>
                    <a:pt x="4306" y="670"/>
                  </a:cubicBezTo>
                  <a:cubicBezTo>
                    <a:pt x="3866" y="228"/>
                    <a:pt x="3282" y="0"/>
                    <a:pt x="269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35" name="Google Shape;6129;p52">
            <a:extLst>
              <a:ext uri="{FF2B5EF4-FFF2-40B4-BE49-F238E27FC236}">
                <a16:creationId xmlns:a16="http://schemas.microsoft.com/office/drawing/2014/main" id="{4E8D1AE9-D5D3-4153-AD8C-91034433756A}"/>
              </a:ext>
            </a:extLst>
          </p:cNvPr>
          <p:cNvGrpSpPr/>
          <p:nvPr/>
        </p:nvGrpSpPr>
        <p:grpSpPr>
          <a:xfrm>
            <a:off x="1150434" y="968824"/>
            <a:ext cx="336296" cy="339235"/>
            <a:chOff x="4464775" y="3806475"/>
            <a:chExt cx="477625" cy="481800"/>
          </a:xfrm>
          <a:solidFill>
            <a:schemeClr val="accent6"/>
          </a:solidFill>
        </p:grpSpPr>
        <p:sp>
          <p:nvSpPr>
            <p:cNvPr id="36" name="Google Shape;6130;p52">
              <a:extLst>
                <a:ext uri="{FF2B5EF4-FFF2-40B4-BE49-F238E27FC236}">
                  <a16:creationId xmlns:a16="http://schemas.microsoft.com/office/drawing/2014/main" id="{2AB43A0A-5026-4A23-834F-AF469F1DAD51}"/>
                </a:ext>
              </a:extLst>
            </p:cNvPr>
            <p:cNvSpPr/>
            <p:nvPr/>
          </p:nvSpPr>
          <p:spPr>
            <a:xfrm>
              <a:off x="4726375" y="3806475"/>
              <a:ext cx="56500" cy="141125"/>
            </a:xfrm>
            <a:custGeom>
              <a:avLst/>
              <a:gdLst/>
              <a:ahLst/>
              <a:cxnLst/>
              <a:rect l="l" t="t" r="r" b="b"/>
              <a:pathLst>
                <a:path w="2260" h="5645" extrusionOk="0">
                  <a:moveTo>
                    <a:pt x="1133" y="1"/>
                  </a:moveTo>
                  <a:cubicBezTo>
                    <a:pt x="978" y="1"/>
                    <a:pt x="823" y="64"/>
                    <a:pt x="712" y="189"/>
                  </a:cubicBezTo>
                  <a:cubicBezTo>
                    <a:pt x="504" y="421"/>
                    <a:pt x="522" y="776"/>
                    <a:pt x="754" y="984"/>
                  </a:cubicBezTo>
                  <a:cubicBezTo>
                    <a:pt x="832" y="1056"/>
                    <a:pt x="1130" y="1385"/>
                    <a:pt x="1130" y="1695"/>
                  </a:cubicBezTo>
                  <a:cubicBezTo>
                    <a:pt x="1130" y="1990"/>
                    <a:pt x="850" y="2315"/>
                    <a:pt x="754" y="2402"/>
                  </a:cubicBezTo>
                  <a:cubicBezTo>
                    <a:pt x="678" y="2472"/>
                    <a:pt x="1" y="3101"/>
                    <a:pt x="1" y="3953"/>
                  </a:cubicBezTo>
                  <a:cubicBezTo>
                    <a:pt x="1" y="4802"/>
                    <a:pt x="675" y="5432"/>
                    <a:pt x="754" y="5501"/>
                  </a:cubicBezTo>
                  <a:cubicBezTo>
                    <a:pt x="861" y="5597"/>
                    <a:pt x="995" y="5644"/>
                    <a:pt x="1128" y="5644"/>
                  </a:cubicBezTo>
                  <a:cubicBezTo>
                    <a:pt x="1283" y="5644"/>
                    <a:pt x="1437" y="5580"/>
                    <a:pt x="1549" y="5456"/>
                  </a:cubicBezTo>
                  <a:cubicBezTo>
                    <a:pt x="1757" y="5224"/>
                    <a:pt x="1735" y="4869"/>
                    <a:pt x="1507" y="4661"/>
                  </a:cubicBezTo>
                  <a:cubicBezTo>
                    <a:pt x="1428" y="4588"/>
                    <a:pt x="1130" y="4260"/>
                    <a:pt x="1130" y="3950"/>
                  </a:cubicBezTo>
                  <a:cubicBezTo>
                    <a:pt x="1130" y="3655"/>
                    <a:pt x="1410" y="3330"/>
                    <a:pt x="1507" y="3242"/>
                  </a:cubicBezTo>
                  <a:cubicBezTo>
                    <a:pt x="1585" y="3173"/>
                    <a:pt x="2259" y="2544"/>
                    <a:pt x="2259" y="1692"/>
                  </a:cubicBezTo>
                  <a:cubicBezTo>
                    <a:pt x="2259" y="842"/>
                    <a:pt x="1585" y="213"/>
                    <a:pt x="1507" y="144"/>
                  </a:cubicBezTo>
                  <a:cubicBezTo>
                    <a:pt x="1399" y="48"/>
                    <a:pt x="1266" y="1"/>
                    <a:pt x="113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7" name="Google Shape;6131;p52">
              <a:extLst>
                <a:ext uri="{FF2B5EF4-FFF2-40B4-BE49-F238E27FC236}">
                  <a16:creationId xmlns:a16="http://schemas.microsoft.com/office/drawing/2014/main" id="{DC1FA845-5EB4-4183-AC92-FE3D1DF03E84}"/>
                </a:ext>
              </a:extLst>
            </p:cNvPr>
            <p:cNvSpPr/>
            <p:nvPr/>
          </p:nvSpPr>
          <p:spPr>
            <a:xfrm>
              <a:off x="4641700" y="3806475"/>
              <a:ext cx="56475" cy="141125"/>
            </a:xfrm>
            <a:custGeom>
              <a:avLst/>
              <a:gdLst/>
              <a:ahLst/>
              <a:cxnLst/>
              <a:rect l="l" t="t" r="r" b="b"/>
              <a:pathLst>
                <a:path w="2259" h="5645" extrusionOk="0">
                  <a:moveTo>
                    <a:pt x="1132" y="1"/>
                  </a:moveTo>
                  <a:cubicBezTo>
                    <a:pt x="977" y="1"/>
                    <a:pt x="823" y="64"/>
                    <a:pt x="711" y="189"/>
                  </a:cubicBezTo>
                  <a:cubicBezTo>
                    <a:pt x="503" y="421"/>
                    <a:pt x="521" y="776"/>
                    <a:pt x="753" y="984"/>
                  </a:cubicBezTo>
                  <a:cubicBezTo>
                    <a:pt x="831" y="1056"/>
                    <a:pt x="1130" y="1385"/>
                    <a:pt x="1130" y="1695"/>
                  </a:cubicBezTo>
                  <a:cubicBezTo>
                    <a:pt x="1130" y="1990"/>
                    <a:pt x="849" y="2315"/>
                    <a:pt x="753" y="2402"/>
                  </a:cubicBezTo>
                  <a:cubicBezTo>
                    <a:pt x="678" y="2472"/>
                    <a:pt x="0" y="3101"/>
                    <a:pt x="0" y="3953"/>
                  </a:cubicBezTo>
                  <a:cubicBezTo>
                    <a:pt x="0" y="4802"/>
                    <a:pt x="675" y="5432"/>
                    <a:pt x="753" y="5501"/>
                  </a:cubicBezTo>
                  <a:cubicBezTo>
                    <a:pt x="860" y="5597"/>
                    <a:pt x="994" y="5644"/>
                    <a:pt x="1127" y="5644"/>
                  </a:cubicBezTo>
                  <a:cubicBezTo>
                    <a:pt x="1282" y="5644"/>
                    <a:pt x="1436" y="5580"/>
                    <a:pt x="1548" y="5456"/>
                  </a:cubicBezTo>
                  <a:cubicBezTo>
                    <a:pt x="1756" y="5224"/>
                    <a:pt x="1735" y="4869"/>
                    <a:pt x="1506" y="4661"/>
                  </a:cubicBezTo>
                  <a:cubicBezTo>
                    <a:pt x="1428" y="4588"/>
                    <a:pt x="1130" y="4260"/>
                    <a:pt x="1130" y="3950"/>
                  </a:cubicBezTo>
                  <a:cubicBezTo>
                    <a:pt x="1130" y="3655"/>
                    <a:pt x="1410" y="3330"/>
                    <a:pt x="1506" y="3242"/>
                  </a:cubicBezTo>
                  <a:cubicBezTo>
                    <a:pt x="1581" y="3173"/>
                    <a:pt x="2259" y="2544"/>
                    <a:pt x="2259" y="1692"/>
                  </a:cubicBezTo>
                  <a:cubicBezTo>
                    <a:pt x="2259" y="842"/>
                    <a:pt x="1581" y="213"/>
                    <a:pt x="1506" y="144"/>
                  </a:cubicBezTo>
                  <a:cubicBezTo>
                    <a:pt x="1399" y="48"/>
                    <a:pt x="1265" y="1"/>
                    <a:pt x="1132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8" name="Google Shape;6132;p52">
              <a:extLst>
                <a:ext uri="{FF2B5EF4-FFF2-40B4-BE49-F238E27FC236}">
                  <a16:creationId xmlns:a16="http://schemas.microsoft.com/office/drawing/2014/main" id="{7E59AEB5-98E4-46AE-BC74-EEE2BE6432FD}"/>
                </a:ext>
              </a:extLst>
            </p:cNvPr>
            <p:cNvSpPr/>
            <p:nvPr/>
          </p:nvSpPr>
          <p:spPr>
            <a:xfrm>
              <a:off x="4557000" y="3806475"/>
              <a:ext cx="56500" cy="141125"/>
            </a:xfrm>
            <a:custGeom>
              <a:avLst/>
              <a:gdLst/>
              <a:ahLst/>
              <a:cxnLst/>
              <a:rect l="l" t="t" r="r" b="b"/>
              <a:pathLst>
                <a:path w="2260" h="5645" extrusionOk="0">
                  <a:moveTo>
                    <a:pt x="1132" y="1"/>
                  </a:moveTo>
                  <a:cubicBezTo>
                    <a:pt x="977" y="1"/>
                    <a:pt x="823" y="64"/>
                    <a:pt x="711" y="189"/>
                  </a:cubicBezTo>
                  <a:cubicBezTo>
                    <a:pt x="504" y="421"/>
                    <a:pt x="522" y="776"/>
                    <a:pt x="753" y="984"/>
                  </a:cubicBezTo>
                  <a:cubicBezTo>
                    <a:pt x="832" y="1056"/>
                    <a:pt x="1130" y="1385"/>
                    <a:pt x="1130" y="1695"/>
                  </a:cubicBezTo>
                  <a:cubicBezTo>
                    <a:pt x="1130" y="1990"/>
                    <a:pt x="850" y="2315"/>
                    <a:pt x="753" y="2402"/>
                  </a:cubicBezTo>
                  <a:cubicBezTo>
                    <a:pt x="678" y="2472"/>
                    <a:pt x="1" y="3101"/>
                    <a:pt x="1" y="3953"/>
                  </a:cubicBezTo>
                  <a:cubicBezTo>
                    <a:pt x="1" y="4802"/>
                    <a:pt x="675" y="5432"/>
                    <a:pt x="753" y="5501"/>
                  </a:cubicBezTo>
                  <a:cubicBezTo>
                    <a:pt x="861" y="5597"/>
                    <a:pt x="994" y="5644"/>
                    <a:pt x="1127" y="5644"/>
                  </a:cubicBezTo>
                  <a:cubicBezTo>
                    <a:pt x="1282" y="5644"/>
                    <a:pt x="1437" y="5580"/>
                    <a:pt x="1548" y="5456"/>
                  </a:cubicBezTo>
                  <a:cubicBezTo>
                    <a:pt x="1756" y="5224"/>
                    <a:pt x="1735" y="4869"/>
                    <a:pt x="1506" y="4661"/>
                  </a:cubicBezTo>
                  <a:cubicBezTo>
                    <a:pt x="1428" y="4588"/>
                    <a:pt x="1130" y="4260"/>
                    <a:pt x="1130" y="3950"/>
                  </a:cubicBezTo>
                  <a:cubicBezTo>
                    <a:pt x="1130" y="3655"/>
                    <a:pt x="1410" y="3330"/>
                    <a:pt x="1506" y="3242"/>
                  </a:cubicBezTo>
                  <a:cubicBezTo>
                    <a:pt x="1582" y="3173"/>
                    <a:pt x="2259" y="2544"/>
                    <a:pt x="2259" y="1692"/>
                  </a:cubicBezTo>
                  <a:cubicBezTo>
                    <a:pt x="2259" y="842"/>
                    <a:pt x="1582" y="213"/>
                    <a:pt x="1506" y="144"/>
                  </a:cubicBezTo>
                  <a:cubicBezTo>
                    <a:pt x="1399" y="48"/>
                    <a:pt x="1265" y="1"/>
                    <a:pt x="1132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9" name="Google Shape;6133;p52">
              <a:extLst>
                <a:ext uri="{FF2B5EF4-FFF2-40B4-BE49-F238E27FC236}">
                  <a16:creationId xmlns:a16="http://schemas.microsoft.com/office/drawing/2014/main" id="{D05984B2-DD18-465C-A46E-2AF8768F5A6A}"/>
                </a:ext>
              </a:extLst>
            </p:cNvPr>
            <p:cNvSpPr/>
            <p:nvPr/>
          </p:nvSpPr>
          <p:spPr>
            <a:xfrm>
              <a:off x="4464775" y="4230875"/>
              <a:ext cx="395250" cy="57400"/>
            </a:xfrm>
            <a:custGeom>
              <a:avLst/>
              <a:gdLst/>
              <a:ahLst/>
              <a:cxnLst/>
              <a:rect l="l" t="t" r="r" b="b"/>
              <a:pathLst>
                <a:path w="15810" h="2296" extrusionOk="0">
                  <a:moveTo>
                    <a:pt x="567" y="1"/>
                  </a:moveTo>
                  <a:cubicBezTo>
                    <a:pt x="254" y="1"/>
                    <a:pt x="1" y="251"/>
                    <a:pt x="1" y="564"/>
                  </a:cubicBezTo>
                  <a:cubicBezTo>
                    <a:pt x="1" y="877"/>
                    <a:pt x="254" y="1130"/>
                    <a:pt x="567" y="1130"/>
                  </a:cubicBezTo>
                  <a:lnTo>
                    <a:pt x="1910" y="1130"/>
                  </a:lnTo>
                  <a:lnTo>
                    <a:pt x="2006" y="1359"/>
                  </a:lnTo>
                  <a:cubicBezTo>
                    <a:pt x="2291" y="1932"/>
                    <a:pt x="2875" y="2295"/>
                    <a:pt x="3516" y="2295"/>
                  </a:cubicBezTo>
                  <a:cubicBezTo>
                    <a:pt x="3519" y="2295"/>
                    <a:pt x="3521" y="2295"/>
                    <a:pt x="3524" y="2295"/>
                  </a:cubicBezTo>
                  <a:lnTo>
                    <a:pt x="12290" y="2295"/>
                  </a:lnTo>
                  <a:cubicBezTo>
                    <a:pt x="12292" y="2295"/>
                    <a:pt x="12295" y="2295"/>
                    <a:pt x="12298" y="2295"/>
                  </a:cubicBezTo>
                  <a:cubicBezTo>
                    <a:pt x="12936" y="2295"/>
                    <a:pt x="13520" y="1932"/>
                    <a:pt x="13804" y="1359"/>
                  </a:cubicBezTo>
                  <a:lnTo>
                    <a:pt x="13901" y="1130"/>
                  </a:lnTo>
                  <a:lnTo>
                    <a:pt x="15247" y="1130"/>
                  </a:lnTo>
                  <a:cubicBezTo>
                    <a:pt x="15557" y="1130"/>
                    <a:pt x="15810" y="877"/>
                    <a:pt x="15810" y="564"/>
                  </a:cubicBezTo>
                  <a:cubicBezTo>
                    <a:pt x="15810" y="251"/>
                    <a:pt x="15557" y="1"/>
                    <a:pt x="1524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40" name="Google Shape;6134;p52">
              <a:extLst>
                <a:ext uri="{FF2B5EF4-FFF2-40B4-BE49-F238E27FC236}">
                  <a16:creationId xmlns:a16="http://schemas.microsoft.com/office/drawing/2014/main" id="{635B9F2C-E452-43B0-AF55-E18163A8BF12}"/>
                </a:ext>
              </a:extLst>
            </p:cNvPr>
            <p:cNvSpPr/>
            <p:nvPr/>
          </p:nvSpPr>
          <p:spPr>
            <a:xfrm>
              <a:off x="4840675" y="4007300"/>
              <a:ext cx="101725" cy="166025"/>
            </a:xfrm>
            <a:custGeom>
              <a:avLst/>
              <a:gdLst/>
              <a:ahLst/>
              <a:cxnLst/>
              <a:rect l="l" t="t" r="r" b="b"/>
              <a:pathLst>
                <a:path w="4069" h="6641" extrusionOk="0">
                  <a:moveTo>
                    <a:pt x="1870" y="0"/>
                  </a:moveTo>
                  <a:cubicBezTo>
                    <a:pt x="1852" y="380"/>
                    <a:pt x="1837" y="759"/>
                    <a:pt x="1795" y="1130"/>
                  </a:cubicBezTo>
                  <a:cubicBezTo>
                    <a:pt x="1927" y="1181"/>
                    <a:pt x="2048" y="1256"/>
                    <a:pt x="2150" y="1355"/>
                  </a:cubicBezTo>
                  <a:cubicBezTo>
                    <a:pt x="2800" y="2006"/>
                    <a:pt x="2433" y="3469"/>
                    <a:pt x="1352" y="4550"/>
                  </a:cubicBezTo>
                  <a:cubicBezTo>
                    <a:pt x="1177" y="4722"/>
                    <a:pt x="991" y="4879"/>
                    <a:pt x="792" y="5017"/>
                  </a:cubicBezTo>
                  <a:cubicBezTo>
                    <a:pt x="566" y="5577"/>
                    <a:pt x="301" y="6119"/>
                    <a:pt x="0" y="6640"/>
                  </a:cubicBezTo>
                  <a:cubicBezTo>
                    <a:pt x="747" y="6429"/>
                    <a:pt x="1506" y="5993"/>
                    <a:pt x="2150" y="5348"/>
                  </a:cubicBezTo>
                  <a:cubicBezTo>
                    <a:pt x="3716" y="3782"/>
                    <a:pt x="4068" y="1678"/>
                    <a:pt x="2948" y="557"/>
                  </a:cubicBezTo>
                  <a:cubicBezTo>
                    <a:pt x="2656" y="268"/>
                    <a:pt x="2280" y="97"/>
                    <a:pt x="1870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41" name="Google Shape;6135;p52">
              <a:extLst>
                <a:ext uri="{FF2B5EF4-FFF2-40B4-BE49-F238E27FC236}">
                  <a16:creationId xmlns:a16="http://schemas.microsoft.com/office/drawing/2014/main" id="{040A4CFE-8B79-4E5D-8AA7-6619E5B2F0FF}"/>
                </a:ext>
              </a:extLst>
            </p:cNvPr>
            <p:cNvSpPr/>
            <p:nvPr/>
          </p:nvSpPr>
          <p:spPr>
            <a:xfrm>
              <a:off x="4464775" y="3976800"/>
              <a:ext cx="395250" cy="225875"/>
            </a:xfrm>
            <a:custGeom>
              <a:avLst/>
              <a:gdLst/>
              <a:ahLst/>
              <a:cxnLst/>
              <a:rect l="l" t="t" r="r" b="b"/>
              <a:pathLst>
                <a:path w="15810" h="9035" extrusionOk="0">
                  <a:moveTo>
                    <a:pt x="564" y="1"/>
                  </a:moveTo>
                  <a:cubicBezTo>
                    <a:pt x="254" y="1"/>
                    <a:pt x="1" y="251"/>
                    <a:pt x="1" y="564"/>
                  </a:cubicBezTo>
                  <a:cubicBezTo>
                    <a:pt x="1" y="3930"/>
                    <a:pt x="1157" y="7026"/>
                    <a:pt x="3075" y="9035"/>
                  </a:cubicBezTo>
                  <a:lnTo>
                    <a:pt x="12735" y="9035"/>
                  </a:lnTo>
                  <a:cubicBezTo>
                    <a:pt x="14654" y="7026"/>
                    <a:pt x="15810" y="3930"/>
                    <a:pt x="15810" y="564"/>
                  </a:cubicBezTo>
                  <a:cubicBezTo>
                    <a:pt x="15810" y="251"/>
                    <a:pt x="15557" y="1"/>
                    <a:pt x="1524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pic>
        <p:nvPicPr>
          <p:cNvPr id="18" name="Picture 17">
            <a:extLst>
              <a:ext uri="{FF2B5EF4-FFF2-40B4-BE49-F238E27FC236}">
                <a16:creationId xmlns:a16="http://schemas.microsoft.com/office/drawing/2014/main" id="{0401EB92-978F-470D-8043-7B24A9BA761A}"/>
              </a:ext>
            </a:extLst>
          </p:cNvPr>
          <p:cNvPicPr/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18164" y="380010"/>
            <a:ext cx="6935189" cy="40663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897953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Google Shape;270;p24"/>
          <p:cNvSpPr txBox="1">
            <a:spLocks noGrp="1"/>
          </p:cNvSpPr>
          <p:nvPr>
            <p:ph type="ctrTitle"/>
          </p:nvPr>
        </p:nvSpPr>
        <p:spPr>
          <a:xfrm>
            <a:off x="151761" y="1365844"/>
            <a:ext cx="1766403" cy="796943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2000" dirty="0">
                <a:solidFill>
                  <a:srgbClr val="48FFD5"/>
                </a:solidFill>
                <a:latin typeface="Impact"/>
                <a:ea typeface="Impact"/>
                <a:cs typeface="Impact"/>
                <a:sym typeface="Impact"/>
              </a:rPr>
              <a:t>PENGKODEAN</a:t>
            </a:r>
            <a:br>
              <a:rPr lang="es" sz="2000" dirty="0">
                <a:solidFill>
                  <a:srgbClr val="48FFD5"/>
                </a:solidFill>
                <a:latin typeface="Impact"/>
                <a:ea typeface="Impact"/>
                <a:cs typeface="Impact"/>
                <a:sym typeface="Impact"/>
              </a:rPr>
            </a:br>
            <a:r>
              <a:rPr lang="es" sz="2000" dirty="0">
                <a:solidFill>
                  <a:srgbClr val="48FFD5"/>
                </a:solidFill>
                <a:latin typeface="Impact"/>
                <a:ea typeface="Impact"/>
                <a:cs typeface="Impact"/>
                <a:sym typeface="Impact"/>
              </a:rPr>
              <a:t>SYSTEM</a:t>
            </a:r>
            <a:endParaRPr sz="2000" dirty="0">
              <a:solidFill>
                <a:srgbClr val="48FFD5"/>
              </a:solidFill>
              <a:latin typeface="Impact"/>
              <a:ea typeface="Impact"/>
              <a:cs typeface="Impact"/>
              <a:sym typeface="Impact"/>
            </a:endParaRPr>
          </a:p>
        </p:txBody>
      </p:sp>
      <p:sp>
        <p:nvSpPr>
          <p:cNvPr id="25" name="Google Shape;270;p24">
            <a:extLst>
              <a:ext uri="{FF2B5EF4-FFF2-40B4-BE49-F238E27FC236}">
                <a16:creationId xmlns:a16="http://schemas.microsoft.com/office/drawing/2014/main" id="{826F4B58-B400-4659-B4CE-1684508A8953}"/>
              </a:ext>
            </a:extLst>
          </p:cNvPr>
          <p:cNvSpPr txBox="1">
            <a:spLocks/>
          </p:cNvSpPr>
          <p:nvPr/>
        </p:nvSpPr>
        <p:spPr>
          <a:xfrm>
            <a:off x="1646193" y="4446317"/>
            <a:ext cx="6935189" cy="5254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Roboto Black"/>
              <a:buNone/>
              <a:defRPr sz="3600" b="0" i="0" u="none" strike="noStrike" cap="none">
                <a:solidFill>
                  <a:srgbClr val="FFFFFF"/>
                </a:solidFill>
                <a:latin typeface="Roboto Black"/>
                <a:ea typeface="Roboto Black"/>
                <a:cs typeface="Roboto Black"/>
                <a:sym typeface="Roboto Black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00"/>
              <a:buFont typeface="Bree Serif"/>
              <a:buNone/>
              <a:defRPr sz="5200" b="1" i="0" u="none" strike="noStrike" cap="none">
                <a:solidFill>
                  <a:srgbClr val="FFFFFF"/>
                </a:solidFill>
                <a:latin typeface="Bree Serif"/>
                <a:ea typeface="Bree Serif"/>
                <a:cs typeface="Bree Serif"/>
                <a:sym typeface="Bree Serif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00"/>
              <a:buFont typeface="Bree Serif"/>
              <a:buNone/>
              <a:defRPr sz="5200" b="1" i="0" u="none" strike="noStrike" cap="none">
                <a:solidFill>
                  <a:srgbClr val="FFFFFF"/>
                </a:solidFill>
                <a:latin typeface="Bree Serif"/>
                <a:ea typeface="Bree Serif"/>
                <a:cs typeface="Bree Serif"/>
                <a:sym typeface="Bree Serif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00"/>
              <a:buFont typeface="Bree Serif"/>
              <a:buNone/>
              <a:defRPr sz="5200" b="1" i="0" u="none" strike="noStrike" cap="none">
                <a:solidFill>
                  <a:srgbClr val="FFFFFF"/>
                </a:solidFill>
                <a:latin typeface="Bree Serif"/>
                <a:ea typeface="Bree Serif"/>
                <a:cs typeface="Bree Serif"/>
                <a:sym typeface="Bree Serif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00"/>
              <a:buFont typeface="Bree Serif"/>
              <a:buNone/>
              <a:defRPr sz="5200" b="1" i="0" u="none" strike="noStrike" cap="none">
                <a:solidFill>
                  <a:srgbClr val="FFFFFF"/>
                </a:solidFill>
                <a:latin typeface="Bree Serif"/>
                <a:ea typeface="Bree Serif"/>
                <a:cs typeface="Bree Serif"/>
                <a:sym typeface="Bree Serif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00"/>
              <a:buFont typeface="Bree Serif"/>
              <a:buNone/>
              <a:defRPr sz="5200" b="1" i="0" u="none" strike="noStrike" cap="none">
                <a:solidFill>
                  <a:srgbClr val="FFFFFF"/>
                </a:solidFill>
                <a:latin typeface="Bree Serif"/>
                <a:ea typeface="Bree Serif"/>
                <a:cs typeface="Bree Serif"/>
                <a:sym typeface="Bree Serif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00"/>
              <a:buFont typeface="Bree Serif"/>
              <a:buNone/>
              <a:defRPr sz="5200" b="1" i="0" u="none" strike="noStrike" cap="none">
                <a:solidFill>
                  <a:srgbClr val="FFFFFF"/>
                </a:solidFill>
                <a:latin typeface="Bree Serif"/>
                <a:ea typeface="Bree Serif"/>
                <a:cs typeface="Bree Serif"/>
                <a:sym typeface="Bree Serif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00"/>
              <a:buFont typeface="Bree Serif"/>
              <a:buNone/>
              <a:defRPr sz="5200" b="1" i="0" u="none" strike="noStrike" cap="none">
                <a:solidFill>
                  <a:srgbClr val="FFFFFF"/>
                </a:solidFill>
                <a:latin typeface="Bree Serif"/>
                <a:ea typeface="Bree Serif"/>
                <a:cs typeface="Bree Serif"/>
                <a:sym typeface="Bree Serif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00"/>
              <a:buFont typeface="Bree Serif"/>
              <a:buNone/>
              <a:defRPr sz="5200" b="1" i="0" u="none" strike="noStrike" cap="none">
                <a:solidFill>
                  <a:srgbClr val="FFFFFF"/>
                </a:solidFill>
                <a:latin typeface="Bree Serif"/>
                <a:ea typeface="Bree Serif"/>
                <a:cs typeface="Bree Serif"/>
                <a:sym typeface="Bree Serif"/>
              </a:defRPr>
            </a:lvl9pPr>
          </a:lstStyle>
          <a:p>
            <a:pPr algn="ctr"/>
            <a:r>
              <a:rPr lang="en-US" sz="2000" dirty="0" err="1">
                <a:solidFill>
                  <a:schemeClr val="accent6"/>
                </a:solidFill>
                <a:latin typeface="Impact"/>
                <a:ea typeface="Impact"/>
                <a:cs typeface="Impact"/>
                <a:sym typeface="Impact"/>
              </a:rPr>
              <a:t>Tampilan</a:t>
            </a:r>
            <a:r>
              <a:rPr lang="en-US" sz="2000" dirty="0">
                <a:solidFill>
                  <a:schemeClr val="accent6"/>
                </a:solidFill>
                <a:latin typeface="Impact"/>
                <a:ea typeface="Impact"/>
                <a:cs typeface="Impact"/>
                <a:sym typeface="Impact"/>
              </a:rPr>
              <a:t> update </a:t>
            </a:r>
            <a:r>
              <a:rPr lang="en-US" sz="2000" dirty="0" err="1">
                <a:solidFill>
                  <a:schemeClr val="accent6"/>
                </a:solidFill>
                <a:latin typeface="Impact"/>
                <a:ea typeface="Impact"/>
                <a:cs typeface="Impact"/>
                <a:sym typeface="Impact"/>
              </a:rPr>
              <a:t>pengaduan</a:t>
            </a:r>
            <a:r>
              <a:rPr lang="en-US" sz="2000" dirty="0">
                <a:solidFill>
                  <a:schemeClr val="accent6"/>
                </a:solidFill>
                <a:latin typeface="Impact"/>
                <a:ea typeface="Impact"/>
                <a:cs typeface="Impact"/>
                <a:sym typeface="Impact"/>
              </a:rPr>
              <a:t> </a:t>
            </a:r>
            <a:r>
              <a:rPr lang="en-US" sz="2000" dirty="0" err="1">
                <a:solidFill>
                  <a:schemeClr val="accent6"/>
                </a:solidFill>
                <a:latin typeface="Impact"/>
                <a:ea typeface="Impact"/>
                <a:cs typeface="Impact"/>
                <a:sym typeface="Impact"/>
              </a:rPr>
              <a:t>diproses</a:t>
            </a:r>
            <a:endParaRPr lang="en-US" sz="2000" dirty="0">
              <a:solidFill>
                <a:schemeClr val="accent6"/>
              </a:solidFill>
              <a:latin typeface="Impact"/>
              <a:ea typeface="Impact"/>
              <a:cs typeface="Impact"/>
              <a:sym typeface="Impact"/>
            </a:endParaRPr>
          </a:p>
        </p:txBody>
      </p:sp>
      <p:grpSp>
        <p:nvGrpSpPr>
          <p:cNvPr id="30" name="Google Shape;6112;p52">
            <a:extLst>
              <a:ext uri="{FF2B5EF4-FFF2-40B4-BE49-F238E27FC236}">
                <a16:creationId xmlns:a16="http://schemas.microsoft.com/office/drawing/2014/main" id="{4242C9B3-416D-4F66-94F9-B3F98CC371D5}"/>
              </a:ext>
            </a:extLst>
          </p:cNvPr>
          <p:cNvGrpSpPr/>
          <p:nvPr/>
        </p:nvGrpSpPr>
        <p:grpSpPr>
          <a:xfrm>
            <a:off x="620986" y="968837"/>
            <a:ext cx="346347" cy="339623"/>
            <a:chOff x="1490050" y="3805975"/>
            <a:chExt cx="491900" cy="482350"/>
          </a:xfrm>
          <a:solidFill>
            <a:schemeClr val="accent6"/>
          </a:solidFill>
        </p:grpSpPr>
        <p:sp>
          <p:nvSpPr>
            <p:cNvPr id="31" name="Google Shape;6113;p52">
              <a:extLst>
                <a:ext uri="{FF2B5EF4-FFF2-40B4-BE49-F238E27FC236}">
                  <a16:creationId xmlns:a16="http://schemas.microsoft.com/office/drawing/2014/main" id="{11609D5E-D4DF-47AE-85C3-093C27A5AC44}"/>
                </a:ext>
              </a:extLst>
            </p:cNvPr>
            <p:cNvSpPr/>
            <p:nvPr/>
          </p:nvSpPr>
          <p:spPr>
            <a:xfrm>
              <a:off x="1541775" y="3877050"/>
              <a:ext cx="302500" cy="277225"/>
            </a:xfrm>
            <a:custGeom>
              <a:avLst/>
              <a:gdLst/>
              <a:ahLst/>
              <a:cxnLst/>
              <a:rect l="l" t="t" r="r" b="b"/>
              <a:pathLst>
                <a:path w="12100" h="11089" extrusionOk="0">
                  <a:moveTo>
                    <a:pt x="10512" y="1"/>
                  </a:moveTo>
                  <a:lnTo>
                    <a:pt x="0" y="10513"/>
                  </a:lnTo>
                  <a:cubicBezTo>
                    <a:pt x="207" y="10475"/>
                    <a:pt x="415" y="10456"/>
                    <a:pt x="622" y="10456"/>
                  </a:cubicBezTo>
                  <a:cubicBezTo>
                    <a:pt x="1327" y="10456"/>
                    <a:pt x="2020" y="10674"/>
                    <a:pt x="2602" y="11088"/>
                  </a:cubicBezTo>
                  <a:lnTo>
                    <a:pt x="12099" y="1588"/>
                  </a:lnTo>
                  <a:lnTo>
                    <a:pt x="10512" y="1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2" name="Google Shape;6114;p52">
              <a:extLst>
                <a:ext uri="{FF2B5EF4-FFF2-40B4-BE49-F238E27FC236}">
                  <a16:creationId xmlns:a16="http://schemas.microsoft.com/office/drawing/2014/main" id="{59ED7026-E90B-4C60-BA0D-9CA344A6C55D}"/>
                </a:ext>
              </a:extLst>
            </p:cNvPr>
            <p:cNvSpPr/>
            <p:nvPr/>
          </p:nvSpPr>
          <p:spPr>
            <a:xfrm>
              <a:off x="1824450" y="3805975"/>
              <a:ext cx="157500" cy="150525"/>
            </a:xfrm>
            <a:custGeom>
              <a:avLst/>
              <a:gdLst/>
              <a:ahLst/>
              <a:cxnLst/>
              <a:rect l="l" t="t" r="r" b="b"/>
              <a:pathLst>
                <a:path w="6300" h="6021" extrusionOk="0">
                  <a:moveTo>
                    <a:pt x="3211" y="0"/>
                  </a:moveTo>
                  <a:cubicBezTo>
                    <a:pt x="2484" y="0"/>
                    <a:pt x="1758" y="281"/>
                    <a:pt x="1208" y="841"/>
                  </a:cubicBezTo>
                  <a:lnTo>
                    <a:pt x="0" y="2049"/>
                  </a:lnTo>
                  <a:lnTo>
                    <a:pt x="3972" y="6021"/>
                  </a:lnTo>
                  <a:lnTo>
                    <a:pt x="5180" y="4813"/>
                  </a:lnTo>
                  <a:cubicBezTo>
                    <a:pt x="6294" y="3717"/>
                    <a:pt x="6300" y="1925"/>
                    <a:pt x="5198" y="823"/>
                  </a:cubicBezTo>
                  <a:cubicBezTo>
                    <a:pt x="4649" y="274"/>
                    <a:pt x="3930" y="0"/>
                    <a:pt x="321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3" name="Google Shape;6115;p52">
              <a:extLst>
                <a:ext uri="{FF2B5EF4-FFF2-40B4-BE49-F238E27FC236}">
                  <a16:creationId xmlns:a16="http://schemas.microsoft.com/office/drawing/2014/main" id="{A35A982C-2D4F-4CB8-B29F-2E416F5AFF55}"/>
                </a:ext>
              </a:extLst>
            </p:cNvPr>
            <p:cNvSpPr/>
            <p:nvPr/>
          </p:nvSpPr>
          <p:spPr>
            <a:xfrm>
              <a:off x="1626675" y="3936600"/>
              <a:ext cx="277225" cy="302600"/>
            </a:xfrm>
            <a:custGeom>
              <a:avLst/>
              <a:gdLst/>
              <a:ahLst/>
              <a:cxnLst/>
              <a:rect l="l" t="t" r="r" b="b"/>
              <a:pathLst>
                <a:path w="11089" h="12104" extrusionOk="0">
                  <a:moveTo>
                    <a:pt x="9501" y="1"/>
                  </a:moveTo>
                  <a:lnTo>
                    <a:pt x="1" y="9501"/>
                  </a:lnTo>
                  <a:cubicBezTo>
                    <a:pt x="537" y="10254"/>
                    <a:pt x="745" y="11194"/>
                    <a:pt x="576" y="12103"/>
                  </a:cubicBezTo>
                  <a:lnTo>
                    <a:pt x="11088" y="1591"/>
                  </a:lnTo>
                  <a:lnTo>
                    <a:pt x="9501" y="1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4" name="Google Shape;6116;p52">
              <a:extLst>
                <a:ext uri="{FF2B5EF4-FFF2-40B4-BE49-F238E27FC236}">
                  <a16:creationId xmlns:a16="http://schemas.microsoft.com/office/drawing/2014/main" id="{196F6B18-F506-4B4E-A071-E20ACFB5D390}"/>
                </a:ext>
              </a:extLst>
            </p:cNvPr>
            <p:cNvSpPr/>
            <p:nvPr/>
          </p:nvSpPr>
          <p:spPr>
            <a:xfrm>
              <a:off x="1490050" y="4166500"/>
              <a:ext cx="129950" cy="121825"/>
            </a:xfrm>
            <a:custGeom>
              <a:avLst/>
              <a:gdLst/>
              <a:ahLst/>
              <a:cxnLst/>
              <a:rect l="l" t="t" r="r" b="b"/>
              <a:pathLst>
                <a:path w="5198" h="4873" extrusionOk="0">
                  <a:moveTo>
                    <a:pt x="2693" y="0"/>
                  </a:moveTo>
                  <a:cubicBezTo>
                    <a:pt x="2243" y="0"/>
                    <a:pt x="1790" y="133"/>
                    <a:pt x="1398" y="405"/>
                  </a:cubicBezTo>
                  <a:lnTo>
                    <a:pt x="1398" y="402"/>
                  </a:lnTo>
                  <a:lnTo>
                    <a:pt x="741" y="2446"/>
                  </a:lnTo>
                  <a:lnTo>
                    <a:pt x="139" y="4118"/>
                  </a:lnTo>
                  <a:cubicBezTo>
                    <a:pt x="0" y="4500"/>
                    <a:pt x="295" y="4872"/>
                    <a:pt x="664" y="4872"/>
                  </a:cubicBezTo>
                  <a:cubicBezTo>
                    <a:pt x="727" y="4872"/>
                    <a:pt x="793" y="4861"/>
                    <a:pt x="859" y="4837"/>
                  </a:cubicBezTo>
                  <a:lnTo>
                    <a:pt x="2530" y="4235"/>
                  </a:lnTo>
                  <a:lnTo>
                    <a:pt x="4574" y="3579"/>
                  </a:lnTo>
                  <a:cubicBezTo>
                    <a:pt x="5198" y="2672"/>
                    <a:pt x="5086" y="1450"/>
                    <a:pt x="4306" y="670"/>
                  </a:cubicBezTo>
                  <a:cubicBezTo>
                    <a:pt x="3866" y="228"/>
                    <a:pt x="3282" y="0"/>
                    <a:pt x="269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35" name="Google Shape;6129;p52">
            <a:extLst>
              <a:ext uri="{FF2B5EF4-FFF2-40B4-BE49-F238E27FC236}">
                <a16:creationId xmlns:a16="http://schemas.microsoft.com/office/drawing/2014/main" id="{4E8D1AE9-D5D3-4153-AD8C-91034433756A}"/>
              </a:ext>
            </a:extLst>
          </p:cNvPr>
          <p:cNvGrpSpPr/>
          <p:nvPr/>
        </p:nvGrpSpPr>
        <p:grpSpPr>
          <a:xfrm>
            <a:off x="1150434" y="968824"/>
            <a:ext cx="336296" cy="339235"/>
            <a:chOff x="4464775" y="3806475"/>
            <a:chExt cx="477625" cy="481800"/>
          </a:xfrm>
          <a:solidFill>
            <a:schemeClr val="accent6"/>
          </a:solidFill>
        </p:grpSpPr>
        <p:sp>
          <p:nvSpPr>
            <p:cNvPr id="36" name="Google Shape;6130;p52">
              <a:extLst>
                <a:ext uri="{FF2B5EF4-FFF2-40B4-BE49-F238E27FC236}">
                  <a16:creationId xmlns:a16="http://schemas.microsoft.com/office/drawing/2014/main" id="{2AB43A0A-5026-4A23-834F-AF469F1DAD51}"/>
                </a:ext>
              </a:extLst>
            </p:cNvPr>
            <p:cNvSpPr/>
            <p:nvPr/>
          </p:nvSpPr>
          <p:spPr>
            <a:xfrm>
              <a:off x="4726375" y="3806475"/>
              <a:ext cx="56500" cy="141125"/>
            </a:xfrm>
            <a:custGeom>
              <a:avLst/>
              <a:gdLst/>
              <a:ahLst/>
              <a:cxnLst/>
              <a:rect l="l" t="t" r="r" b="b"/>
              <a:pathLst>
                <a:path w="2260" h="5645" extrusionOk="0">
                  <a:moveTo>
                    <a:pt x="1133" y="1"/>
                  </a:moveTo>
                  <a:cubicBezTo>
                    <a:pt x="978" y="1"/>
                    <a:pt x="823" y="64"/>
                    <a:pt x="712" y="189"/>
                  </a:cubicBezTo>
                  <a:cubicBezTo>
                    <a:pt x="504" y="421"/>
                    <a:pt x="522" y="776"/>
                    <a:pt x="754" y="984"/>
                  </a:cubicBezTo>
                  <a:cubicBezTo>
                    <a:pt x="832" y="1056"/>
                    <a:pt x="1130" y="1385"/>
                    <a:pt x="1130" y="1695"/>
                  </a:cubicBezTo>
                  <a:cubicBezTo>
                    <a:pt x="1130" y="1990"/>
                    <a:pt x="850" y="2315"/>
                    <a:pt x="754" y="2402"/>
                  </a:cubicBezTo>
                  <a:cubicBezTo>
                    <a:pt x="678" y="2472"/>
                    <a:pt x="1" y="3101"/>
                    <a:pt x="1" y="3953"/>
                  </a:cubicBezTo>
                  <a:cubicBezTo>
                    <a:pt x="1" y="4802"/>
                    <a:pt x="675" y="5432"/>
                    <a:pt x="754" y="5501"/>
                  </a:cubicBezTo>
                  <a:cubicBezTo>
                    <a:pt x="861" y="5597"/>
                    <a:pt x="995" y="5644"/>
                    <a:pt x="1128" y="5644"/>
                  </a:cubicBezTo>
                  <a:cubicBezTo>
                    <a:pt x="1283" y="5644"/>
                    <a:pt x="1437" y="5580"/>
                    <a:pt x="1549" y="5456"/>
                  </a:cubicBezTo>
                  <a:cubicBezTo>
                    <a:pt x="1757" y="5224"/>
                    <a:pt x="1735" y="4869"/>
                    <a:pt x="1507" y="4661"/>
                  </a:cubicBezTo>
                  <a:cubicBezTo>
                    <a:pt x="1428" y="4588"/>
                    <a:pt x="1130" y="4260"/>
                    <a:pt x="1130" y="3950"/>
                  </a:cubicBezTo>
                  <a:cubicBezTo>
                    <a:pt x="1130" y="3655"/>
                    <a:pt x="1410" y="3330"/>
                    <a:pt x="1507" y="3242"/>
                  </a:cubicBezTo>
                  <a:cubicBezTo>
                    <a:pt x="1585" y="3173"/>
                    <a:pt x="2259" y="2544"/>
                    <a:pt x="2259" y="1692"/>
                  </a:cubicBezTo>
                  <a:cubicBezTo>
                    <a:pt x="2259" y="842"/>
                    <a:pt x="1585" y="213"/>
                    <a:pt x="1507" y="144"/>
                  </a:cubicBezTo>
                  <a:cubicBezTo>
                    <a:pt x="1399" y="48"/>
                    <a:pt x="1266" y="1"/>
                    <a:pt x="113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7" name="Google Shape;6131;p52">
              <a:extLst>
                <a:ext uri="{FF2B5EF4-FFF2-40B4-BE49-F238E27FC236}">
                  <a16:creationId xmlns:a16="http://schemas.microsoft.com/office/drawing/2014/main" id="{DC1FA845-5EB4-4183-AC92-FE3D1DF03E84}"/>
                </a:ext>
              </a:extLst>
            </p:cNvPr>
            <p:cNvSpPr/>
            <p:nvPr/>
          </p:nvSpPr>
          <p:spPr>
            <a:xfrm>
              <a:off x="4641700" y="3806475"/>
              <a:ext cx="56475" cy="141125"/>
            </a:xfrm>
            <a:custGeom>
              <a:avLst/>
              <a:gdLst/>
              <a:ahLst/>
              <a:cxnLst/>
              <a:rect l="l" t="t" r="r" b="b"/>
              <a:pathLst>
                <a:path w="2259" h="5645" extrusionOk="0">
                  <a:moveTo>
                    <a:pt x="1132" y="1"/>
                  </a:moveTo>
                  <a:cubicBezTo>
                    <a:pt x="977" y="1"/>
                    <a:pt x="823" y="64"/>
                    <a:pt x="711" y="189"/>
                  </a:cubicBezTo>
                  <a:cubicBezTo>
                    <a:pt x="503" y="421"/>
                    <a:pt x="521" y="776"/>
                    <a:pt x="753" y="984"/>
                  </a:cubicBezTo>
                  <a:cubicBezTo>
                    <a:pt x="831" y="1056"/>
                    <a:pt x="1130" y="1385"/>
                    <a:pt x="1130" y="1695"/>
                  </a:cubicBezTo>
                  <a:cubicBezTo>
                    <a:pt x="1130" y="1990"/>
                    <a:pt x="849" y="2315"/>
                    <a:pt x="753" y="2402"/>
                  </a:cubicBezTo>
                  <a:cubicBezTo>
                    <a:pt x="678" y="2472"/>
                    <a:pt x="0" y="3101"/>
                    <a:pt x="0" y="3953"/>
                  </a:cubicBezTo>
                  <a:cubicBezTo>
                    <a:pt x="0" y="4802"/>
                    <a:pt x="675" y="5432"/>
                    <a:pt x="753" y="5501"/>
                  </a:cubicBezTo>
                  <a:cubicBezTo>
                    <a:pt x="860" y="5597"/>
                    <a:pt x="994" y="5644"/>
                    <a:pt x="1127" y="5644"/>
                  </a:cubicBezTo>
                  <a:cubicBezTo>
                    <a:pt x="1282" y="5644"/>
                    <a:pt x="1436" y="5580"/>
                    <a:pt x="1548" y="5456"/>
                  </a:cubicBezTo>
                  <a:cubicBezTo>
                    <a:pt x="1756" y="5224"/>
                    <a:pt x="1735" y="4869"/>
                    <a:pt x="1506" y="4661"/>
                  </a:cubicBezTo>
                  <a:cubicBezTo>
                    <a:pt x="1428" y="4588"/>
                    <a:pt x="1130" y="4260"/>
                    <a:pt x="1130" y="3950"/>
                  </a:cubicBezTo>
                  <a:cubicBezTo>
                    <a:pt x="1130" y="3655"/>
                    <a:pt x="1410" y="3330"/>
                    <a:pt x="1506" y="3242"/>
                  </a:cubicBezTo>
                  <a:cubicBezTo>
                    <a:pt x="1581" y="3173"/>
                    <a:pt x="2259" y="2544"/>
                    <a:pt x="2259" y="1692"/>
                  </a:cubicBezTo>
                  <a:cubicBezTo>
                    <a:pt x="2259" y="842"/>
                    <a:pt x="1581" y="213"/>
                    <a:pt x="1506" y="144"/>
                  </a:cubicBezTo>
                  <a:cubicBezTo>
                    <a:pt x="1399" y="48"/>
                    <a:pt x="1265" y="1"/>
                    <a:pt x="1132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8" name="Google Shape;6132;p52">
              <a:extLst>
                <a:ext uri="{FF2B5EF4-FFF2-40B4-BE49-F238E27FC236}">
                  <a16:creationId xmlns:a16="http://schemas.microsoft.com/office/drawing/2014/main" id="{7E59AEB5-98E4-46AE-BC74-EEE2BE6432FD}"/>
                </a:ext>
              </a:extLst>
            </p:cNvPr>
            <p:cNvSpPr/>
            <p:nvPr/>
          </p:nvSpPr>
          <p:spPr>
            <a:xfrm>
              <a:off x="4557000" y="3806475"/>
              <a:ext cx="56500" cy="141125"/>
            </a:xfrm>
            <a:custGeom>
              <a:avLst/>
              <a:gdLst/>
              <a:ahLst/>
              <a:cxnLst/>
              <a:rect l="l" t="t" r="r" b="b"/>
              <a:pathLst>
                <a:path w="2260" h="5645" extrusionOk="0">
                  <a:moveTo>
                    <a:pt x="1132" y="1"/>
                  </a:moveTo>
                  <a:cubicBezTo>
                    <a:pt x="977" y="1"/>
                    <a:pt x="823" y="64"/>
                    <a:pt x="711" y="189"/>
                  </a:cubicBezTo>
                  <a:cubicBezTo>
                    <a:pt x="504" y="421"/>
                    <a:pt x="522" y="776"/>
                    <a:pt x="753" y="984"/>
                  </a:cubicBezTo>
                  <a:cubicBezTo>
                    <a:pt x="832" y="1056"/>
                    <a:pt x="1130" y="1385"/>
                    <a:pt x="1130" y="1695"/>
                  </a:cubicBezTo>
                  <a:cubicBezTo>
                    <a:pt x="1130" y="1990"/>
                    <a:pt x="850" y="2315"/>
                    <a:pt x="753" y="2402"/>
                  </a:cubicBezTo>
                  <a:cubicBezTo>
                    <a:pt x="678" y="2472"/>
                    <a:pt x="1" y="3101"/>
                    <a:pt x="1" y="3953"/>
                  </a:cubicBezTo>
                  <a:cubicBezTo>
                    <a:pt x="1" y="4802"/>
                    <a:pt x="675" y="5432"/>
                    <a:pt x="753" y="5501"/>
                  </a:cubicBezTo>
                  <a:cubicBezTo>
                    <a:pt x="861" y="5597"/>
                    <a:pt x="994" y="5644"/>
                    <a:pt x="1127" y="5644"/>
                  </a:cubicBezTo>
                  <a:cubicBezTo>
                    <a:pt x="1282" y="5644"/>
                    <a:pt x="1437" y="5580"/>
                    <a:pt x="1548" y="5456"/>
                  </a:cubicBezTo>
                  <a:cubicBezTo>
                    <a:pt x="1756" y="5224"/>
                    <a:pt x="1735" y="4869"/>
                    <a:pt x="1506" y="4661"/>
                  </a:cubicBezTo>
                  <a:cubicBezTo>
                    <a:pt x="1428" y="4588"/>
                    <a:pt x="1130" y="4260"/>
                    <a:pt x="1130" y="3950"/>
                  </a:cubicBezTo>
                  <a:cubicBezTo>
                    <a:pt x="1130" y="3655"/>
                    <a:pt x="1410" y="3330"/>
                    <a:pt x="1506" y="3242"/>
                  </a:cubicBezTo>
                  <a:cubicBezTo>
                    <a:pt x="1582" y="3173"/>
                    <a:pt x="2259" y="2544"/>
                    <a:pt x="2259" y="1692"/>
                  </a:cubicBezTo>
                  <a:cubicBezTo>
                    <a:pt x="2259" y="842"/>
                    <a:pt x="1582" y="213"/>
                    <a:pt x="1506" y="144"/>
                  </a:cubicBezTo>
                  <a:cubicBezTo>
                    <a:pt x="1399" y="48"/>
                    <a:pt x="1265" y="1"/>
                    <a:pt x="1132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9" name="Google Shape;6133;p52">
              <a:extLst>
                <a:ext uri="{FF2B5EF4-FFF2-40B4-BE49-F238E27FC236}">
                  <a16:creationId xmlns:a16="http://schemas.microsoft.com/office/drawing/2014/main" id="{D05984B2-DD18-465C-A46E-2AF8768F5A6A}"/>
                </a:ext>
              </a:extLst>
            </p:cNvPr>
            <p:cNvSpPr/>
            <p:nvPr/>
          </p:nvSpPr>
          <p:spPr>
            <a:xfrm>
              <a:off x="4464775" y="4230875"/>
              <a:ext cx="395250" cy="57400"/>
            </a:xfrm>
            <a:custGeom>
              <a:avLst/>
              <a:gdLst/>
              <a:ahLst/>
              <a:cxnLst/>
              <a:rect l="l" t="t" r="r" b="b"/>
              <a:pathLst>
                <a:path w="15810" h="2296" extrusionOk="0">
                  <a:moveTo>
                    <a:pt x="567" y="1"/>
                  </a:moveTo>
                  <a:cubicBezTo>
                    <a:pt x="254" y="1"/>
                    <a:pt x="1" y="251"/>
                    <a:pt x="1" y="564"/>
                  </a:cubicBezTo>
                  <a:cubicBezTo>
                    <a:pt x="1" y="877"/>
                    <a:pt x="254" y="1130"/>
                    <a:pt x="567" y="1130"/>
                  </a:cubicBezTo>
                  <a:lnTo>
                    <a:pt x="1910" y="1130"/>
                  </a:lnTo>
                  <a:lnTo>
                    <a:pt x="2006" y="1359"/>
                  </a:lnTo>
                  <a:cubicBezTo>
                    <a:pt x="2291" y="1932"/>
                    <a:pt x="2875" y="2295"/>
                    <a:pt x="3516" y="2295"/>
                  </a:cubicBezTo>
                  <a:cubicBezTo>
                    <a:pt x="3519" y="2295"/>
                    <a:pt x="3521" y="2295"/>
                    <a:pt x="3524" y="2295"/>
                  </a:cubicBezTo>
                  <a:lnTo>
                    <a:pt x="12290" y="2295"/>
                  </a:lnTo>
                  <a:cubicBezTo>
                    <a:pt x="12292" y="2295"/>
                    <a:pt x="12295" y="2295"/>
                    <a:pt x="12298" y="2295"/>
                  </a:cubicBezTo>
                  <a:cubicBezTo>
                    <a:pt x="12936" y="2295"/>
                    <a:pt x="13520" y="1932"/>
                    <a:pt x="13804" y="1359"/>
                  </a:cubicBezTo>
                  <a:lnTo>
                    <a:pt x="13901" y="1130"/>
                  </a:lnTo>
                  <a:lnTo>
                    <a:pt x="15247" y="1130"/>
                  </a:lnTo>
                  <a:cubicBezTo>
                    <a:pt x="15557" y="1130"/>
                    <a:pt x="15810" y="877"/>
                    <a:pt x="15810" y="564"/>
                  </a:cubicBezTo>
                  <a:cubicBezTo>
                    <a:pt x="15810" y="251"/>
                    <a:pt x="15557" y="1"/>
                    <a:pt x="1524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40" name="Google Shape;6134;p52">
              <a:extLst>
                <a:ext uri="{FF2B5EF4-FFF2-40B4-BE49-F238E27FC236}">
                  <a16:creationId xmlns:a16="http://schemas.microsoft.com/office/drawing/2014/main" id="{635B9F2C-E452-43B0-AF55-E18163A8BF12}"/>
                </a:ext>
              </a:extLst>
            </p:cNvPr>
            <p:cNvSpPr/>
            <p:nvPr/>
          </p:nvSpPr>
          <p:spPr>
            <a:xfrm>
              <a:off x="4840675" y="4007300"/>
              <a:ext cx="101725" cy="166025"/>
            </a:xfrm>
            <a:custGeom>
              <a:avLst/>
              <a:gdLst/>
              <a:ahLst/>
              <a:cxnLst/>
              <a:rect l="l" t="t" r="r" b="b"/>
              <a:pathLst>
                <a:path w="4069" h="6641" extrusionOk="0">
                  <a:moveTo>
                    <a:pt x="1870" y="0"/>
                  </a:moveTo>
                  <a:cubicBezTo>
                    <a:pt x="1852" y="380"/>
                    <a:pt x="1837" y="759"/>
                    <a:pt x="1795" y="1130"/>
                  </a:cubicBezTo>
                  <a:cubicBezTo>
                    <a:pt x="1927" y="1181"/>
                    <a:pt x="2048" y="1256"/>
                    <a:pt x="2150" y="1355"/>
                  </a:cubicBezTo>
                  <a:cubicBezTo>
                    <a:pt x="2800" y="2006"/>
                    <a:pt x="2433" y="3469"/>
                    <a:pt x="1352" y="4550"/>
                  </a:cubicBezTo>
                  <a:cubicBezTo>
                    <a:pt x="1177" y="4722"/>
                    <a:pt x="991" y="4879"/>
                    <a:pt x="792" y="5017"/>
                  </a:cubicBezTo>
                  <a:cubicBezTo>
                    <a:pt x="566" y="5577"/>
                    <a:pt x="301" y="6119"/>
                    <a:pt x="0" y="6640"/>
                  </a:cubicBezTo>
                  <a:cubicBezTo>
                    <a:pt x="747" y="6429"/>
                    <a:pt x="1506" y="5993"/>
                    <a:pt x="2150" y="5348"/>
                  </a:cubicBezTo>
                  <a:cubicBezTo>
                    <a:pt x="3716" y="3782"/>
                    <a:pt x="4068" y="1678"/>
                    <a:pt x="2948" y="557"/>
                  </a:cubicBezTo>
                  <a:cubicBezTo>
                    <a:pt x="2656" y="268"/>
                    <a:pt x="2280" y="97"/>
                    <a:pt x="1870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41" name="Google Shape;6135;p52">
              <a:extLst>
                <a:ext uri="{FF2B5EF4-FFF2-40B4-BE49-F238E27FC236}">
                  <a16:creationId xmlns:a16="http://schemas.microsoft.com/office/drawing/2014/main" id="{040A4CFE-8B79-4E5D-8AA7-6619E5B2F0FF}"/>
                </a:ext>
              </a:extLst>
            </p:cNvPr>
            <p:cNvSpPr/>
            <p:nvPr/>
          </p:nvSpPr>
          <p:spPr>
            <a:xfrm>
              <a:off x="4464775" y="3976800"/>
              <a:ext cx="395250" cy="225875"/>
            </a:xfrm>
            <a:custGeom>
              <a:avLst/>
              <a:gdLst/>
              <a:ahLst/>
              <a:cxnLst/>
              <a:rect l="l" t="t" r="r" b="b"/>
              <a:pathLst>
                <a:path w="15810" h="9035" extrusionOk="0">
                  <a:moveTo>
                    <a:pt x="564" y="1"/>
                  </a:moveTo>
                  <a:cubicBezTo>
                    <a:pt x="254" y="1"/>
                    <a:pt x="1" y="251"/>
                    <a:pt x="1" y="564"/>
                  </a:cubicBezTo>
                  <a:cubicBezTo>
                    <a:pt x="1" y="3930"/>
                    <a:pt x="1157" y="7026"/>
                    <a:pt x="3075" y="9035"/>
                  </a:cubicBezTo>
                  <a:lnTo>
                    <a:pt x="12735" y="9035"/>
                  </a:lnTo>
                  <a:cubicBezTo>
                    <a:pt x="14654" y="7026"/>
                    <a:pt x="15810" y="3930"/>
                    <a:pt x="15810" y="564"/>
                  </a:cubicBezTo>
                  <a:cubicBezTo>
                    <a:pt x="15810" y="251"/>
                    <a:pt x="15557" y="1"/>
                    <a:pt x="1524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pic>
        <p:nvPicPr>
          <p:cNvPr id="17" name="Picture 16">
            <a:extLst>
              <a:ext uri="{FF2B5EF4-FFF2-40B4-BE49-F238E27FC236}">
                <a16:creationId xmlns:a16="http://schemas.microsoft.com/office/drawing/2014/main" id="{1CE5D51E-DFFC-466C-8BFA-2C28D4117E41}"/>
              </a:ext>
            </a:extLst>
          </p:cNvPr>
          <p:cNvPicPr/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18164" y="252585"/>
            <a:ext cx="7074075" cy="40397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700508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Google Shape;270;p24"/>
          <p:cNvSpPr txBox="1">
            <a:spLocks noGrp="1"/>
          </p:cNvSpPr>
          <p:nvPr>
            <p:ph type="ctrTitle"/>
          </p:nvPr>
        </p:nvSpPr>
        <p:spPr>
          <a:xfrm>
            <a:off x="151761" y="1365844"/>
            <a:ext cx="1766403" cy="796943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2000" dirty="0">
                <a:solidFill>
                  <a:srgbClr val="48FFD5"/>
                </a:solidFill>
                <a:latin typeface="Impact"/>
                <a:ea typeface="Impact"/>
                <a:cs typeface="Impact"/>
                <a:sym typeface="Impact"/>
              </a:rPr>
              <a:t>PENGKODEAN</a:t>
            </a:r>
            <a:br>
              <a:rPr lang="es" sz="2000" dirty="0">
                <a:solidFill>
                  <a:srgbClr val="48FFD5"/>
                </a:solidFill>
                <a:latin typeface="Impact"/>
                <a:ea typeface="Impact"/>
                <a:cs typeface="Impact"/>
                <a:sym typeface="Impact"/>
              </a:rPr>
            </a:br>
            <a:r>
              <a:rPr lang="es" sz="2000" dirty="0">
                <a:solidFill>
                  <a:srgbClr val="48FFD5"/>
                </a:solidFill>
                <a:latin typeface="Impact"/>
                <a:ea typeface="Impact"/>
                <a:cs typeface="Impact"/>
                <a:sym typeface="Impact"/>
              </a:rPr>
              <a:t>SYSTEM</a:t>
            </a:r>
            <a:endParaRPr sz="2000" dirty="0">
              <a:solidFill>
                <a:srgbClr val="48FFD5"/>
              </a:solidFill>
              <a:latin typeface="Impact"/>
              <a:ea typeface="Impact"/>
              <a:cs typeface="Impact"/>
              <a:sym typeface="Impact"/>
            </a:endParaRPr>
          </a:p>
        </p:txBody>
      </p:sp>
      <p:sp>
        <p:nvSpPr>
          <p:cNvPr id="25" name="Google Shape;270;p24">
            <a:extLst>
              <a:ext uri="{FF2B5EF4-FFF2-40B4-BE49-F238E27FC236}">
                <a16:creationId xmlns:a16="http://schemas.microsoft.com/office/drawing/2014/main" id="{826F4B58-B400-4659-B4CE-1684508A8953}"/>
              </a:ext>
            </a:extLst>
          </p:cNvPr>
          <p:cNvSpPr txBox="1">
            <a:spLocks/>
          </p:cNvSpPr>
          <p:nvPr/>
        </p:nvSpPr>
        <p:spPr>
          <a:xfrm>
            <a:off x="1646193" y="4446317"/>
            <a:ext cx="6935189" cy="5254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Roboto Black"/>
              <a:buNone/>
              <a:defRPr sz="3600" b="0" i="0" u="none" strike="noStrike" cap="none">
                <a:solidFill>
                  <a:srgbClr val="FFFFFF"/>
                </a:solidFill>
                <a:latin typeface="Roboto Black"/>
                <a:ea typeface="Roboto Black"/>
                <a:cs typeface="Roboto Black"/>
                <a:sym typeface="Roboto Black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00"/>
              <a:buFont typeface="Bree Serif"/>
              <a:buNone/>
              <a:defRPr sz="5200" b="1" i="0" u="none" strike="noStrike" cap="none">
                <a:solidFill>
                  <a:srgbClr val="FFFFFF"/>
                </a:solidFill>
                <a:latin typeface="Bree Serif"/>
                <a:ea typeface="Bree Serif"/>
                <a:cs typeface="Bree Serif"/>
                <a:sym typeface="Bree Serif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00"/>
              <a:buFont typeface="Bree Serif"/>
              <a:buNone/>
              <a:defRPr sz="5200" b="1" i="0" u="none" strike="noStrike" cap="none">
                <a:solidFill>
                  <a:srgbClr val="FFFFFF"/>
                </a:solidFill>
                <a:latin typeface="Bree Serif"/>
                <a:ea typeface="Bree Serif"/>
                <a:cs typeface="Bree Serif"/>
                <a:sym typeface="Bree Serif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00"/>
              <a:buFont typeface="Bree Serif"/>
              <a:buNone/>
              <a:defRPr sz="5200" b="1" i="0" u="none" strike="noStrike" cap="none">
                <a:solidFill>
                  <a:srgbClr val="FFFFFF"/>
                </a:solidFill>
                <a:latin typeface="Bree Serif"/>
                <a:ea typeface="Bree Serif"/>
                <a:cs typeface="Bree Serif"/>
                <a:sym typeface="Bree Serif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00"/>
              <a:buFont typeface="Bree Serif"/>
              <a:buNone/>
              <a:defRPr sz="5200" b="1" i="0" u="none" strike="noStrike" cap="none">
                <a:solidFill>
                  <a:srgbClr val="FFFFFF"/>
                </a:solidFill>
                <a:latin typeface="Bree Serif"/>
                <a:ea typeface="Bree Serif"/>
                <a:cs typeface="Bree Serif"/>
                <a:sym typeface="Bree Serif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00"/>
              <a:buFont typeface="Bree Serif"/>
              <a:buNone/>
              <a:defRPr sz="5200" b="1" i="0" u="none" strike="noStrike" cap="none">
                <a:solidFill>
                  <a:srgbClr val="FFFFFF"/>
                </a:solidFill>
                <a:latin typeface="Bree Serif"/>
                <a:ea typeface="Bree Serif"/>
                <a:cs typeface="Bree Serif"/>
                <a:sym typeface="Bree Serif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00"/>
              <a:buFont typeface="Bree Serif"/>
              <a:buNone/>
              <a:defRPr sz="5200" b="1" i="0" u="none" strike="noStrike" cap="none">
                <a:solidFill>
                  <a:srgbClr val="FFFFFF"/>
                </a:solidFill>
                <a:latin typeface="Bree Serif"/>
                <a:ea typeface="Bree Serif"/>
                <a:cs typeface="Bree Serif"/>
                <a:sym typeface="Bree Serif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00"/>
              <a:buFont typeface="Bree Serif"/>
              <a:buNone/>
              <a:defRPr sz="5200" b="1" i="0" u="none" strike="noStrike" cap="none">
                <a:solidFill>
                  <a:srgbClr val="FFFFFF"/>
                </a:solidFill>
                <a:latin typeface="Bree Serif"/>
                <a:ea typeface="Bree Serif"/>
                <a:cs typeface="Bree Serif"/>
                <a:sym typeface="Bree Serif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00"/>
              <a:buFont typeface="Bree Serif"/>
              <a:buNone/>
              <a:defRPr sz="5200" b="1" i="0" u="none" strike="noStrike" cap="none">
                <a:solidFill>
                  <a:srgbClr val="FFFFFF"/>
                </a:solidFill>
                <a:latin typeface="Bree Serif"/>
                <a:ea typeface="Bree Serif"/>
                <a:cs typeface="Bree Serif"/>
                <a:sym typeface="Bree Serif"/>
              </a:defRPr>
            </a:lvl9pPr>
          </a:lstStyle>
          <a:p>
            <a:pPr algn="ctr"/>
            <a:r>
              <a:rPr lang="en-US" sz="2000" dirty="0" err="1">
                <a:solidFill>
                  <a:schemeClr val="accent6"/>
                </a:solidFill>
                <a:latin typeface="Impact"/>
                <a:ea typeface="Impact"/>
                <a:cs typeface="Impact"/>
                <a:sym typeface="Impact"/>
              </a:rPr>
              <a:t>Tampilan</a:t>
            </a:r>
            <a:r>
              <a:rPr lang="en-US" sz="2000" dirty="0">
                <a:solidFill>
                  <a:schemeClr val="accent6"/>
                </a:solidFill>
                <a:latin typeface="Impact"/>
                <a:ea typeface="Impact"/>
                <a:cs typeface="Impact"/>
                <a:sym typeface="Impact"/>
              </a:rPr>
              <a:t> </a:t>
            </a:r>
            <a:r>
              <a:rPr lang="en-US" sz="2000" dirty="0" err="1">
                <a:solidFill>
                  <a:schemeClr val="accent6"/>
                </a:solidFill>
                <a:latin typeface="Impact"/>
                <a:ea typeface="Impact"/>
                <a:cs typeface="Impact"/>
                <a:sym typeface="Impact"/>
              </a:rPr>
              <a:t>Eksport</a:t>
            </a:r>
            <a:r>
              <a:rPr lang="en-US" sz="2000" dirty="0">
                <a:solidFill>
                  <a:schemeClr val="accent6"/>
                </a:solidFill>
                <a:latin typeface="Impact"/>
                <a:ea typeface="Impact"/>
                <a:cs typeface="Impact"/>
                <a:sym typeface="Impact"/>
              </a:rPr>
              <a:t> Excel</a:t>
            </a:r>
          </a:p>
        </p:txBody>
      </p:sp>
      <p:grpSp>
        <p:nvGrpSpPr>
          <p:cNvPr id="30" name="Google Shape;6112;p52">
            <a:extLst>
              <a:ext uri="{FF2B5EF4-FFF2-40B4-BE49-F238E27FC236}">
                <a16:creationId xmlns:a16="http://schemas.microsoft.com/office/drawing/2014/main" id="{4242C9B3-416D-4F66-94F9-B3F98CC371D5}"/>
              </a:ext>
            </a:extLst>
          </p:cNvPr>
          <p:cNvGrpSpPr/>
          <p:nvPr/>
        </p:nvGrpSpPr>
        <p:grpSpPr>
          <a:xfrm>
            <a:off x="620986" y="968837"/>
            <a:ext cx="346347" cy="339623"/>
            <a:chOff x="1490050" y="3805975"/>
            <a:chExt cx="491900" cy="482350"/>
          </a:xfrm>
          <a:solidFill>
            <a:schemeClr val="accent6"/>
          </a:solidFill>
        </p:grpSpPr>
        <p:sp>
          <p:nvSpPr>
            <p:cNvPr id="31" name="Google Shape;6113;p52">
              <a:extLst>
                <a:ext uri="{FF2B5EF4-FFF2-40B4-BE49-F238E27FC236}">
                  <a16:creationId xmlns:a16="http://schemas.microsoft.com/office/drawing/2014/main" id="{11609D5E-D4DF-47AE-85C3-093C27A5AC44}"/>
                </a:ext>
              </a:extLst>
            </p:cNvPr>
            <p:cNvSpPr/>
            <p:nvPr/>
          </p:nvSpPr>
          <p:spPr>
            <a:xfrm>
              <a:off x="1541775" y="3877050"/>
              <a:ext cx="302500" cy="277225"/>
            </a:xfrm>
            <a:custGeom>
              <a:avLst/>
              <a:gdLst/>
              <a:ahLst/>
              <a:cxnLst/>
              <a:rect l="l" t="t" r="r" b="b"/>
              <a:pathLst>
                <a:path w="12100" h="11089" extrusionOk="0">
                  <a:moveTo>
                    <a:pt x="10512" y="1"/>
                  </a:moveTo>
                  <a:lnTo>
                    <a:pt x="0" y="10513"/>
                  </a:lnTo>
                  <a:cubicBezTo>
                    <a:pt x="207" y="10475"/>
                    <a:pt x="415" y="10456"/>
                    <a:pt x="622" y="10456"/>
                  </a:cubicBezTo>
                  <a:cubicBezTo>
                    <a:pt x="1327" y="10456"/>
                    <a:pt x="2020" y="10674"/>
                    <a:pt x="2602" y="11088"/>
                  </a:cubicBezTo>
                  <a:lnTo>
                    <a:pt x="12099" y="1588"/>
                  </a:lnTo>
                  <a:lnTo>
                    <a:pt x="10512" y="1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2" name="Google Shape;6114;p52">
              <a:extLst>
                <a:ext uri="{FF2B5EF4-FFF2-40B4-BE49-F238E27FC236}">
                  <a16:creationId xmlns:a16="http://schemas.microsoft.com/office/drawing/2014/main" id="{59ED7026-E90B-4C60-BA0D-9CA344A6C55D}"/>
                </a:ext>
              </a:extLst>
            </p:cNvPr>
            <p:cNvSpPr/>
            <p:nvPr/>
          </p:nvSpPr>
          <p:spPr>
            <a:xfrm>
              <a:off x="1824450" y="3805975"/>
              <a:ext cx="157500" cy="150525"/>
            </a:xfrm>
            <a:custGeom>
              <a:avLst/>
              <a:gdLst/>
              <a:ahLst/>
              <a:cxnLst/>
              <a:rect l="l" t="t" r="r" b="b"/>
              <a:pathLst>
                <a:path w="6300" h="6021" extrusionOk="0">
                  <a:moveTo>
                    <a:pt x="3211" y="0"/>
                  </a:moveTo>
                  <a:cubicBezTo>
                    <a:pt x="2484" y="0"/>
                    <a:pt x="1758" y="281"/>
                    <a:pt x="1208" y="841"/>
                  </a:cubicBezTo>
                  <a:lnTo>
                    <a:pt x="0" y="2049"/>
                  </a:lnTo>
                  <a:lnTo>
                    <a:pt x="3972" y="6021"/>
                  </a:lnTo>
                  <a:lnTo>
                    <a:pt x="5180" y="4813"/>
                  </a:lnTo>
                  <a:cubicBezTo>
                    <a:pt x="6294" y="3717"/>
                    <a:pt x="6300" y="1925"/>
                    <a:pt x="5198" y="823"/>
                  </a:cubicBezTo>
                  <a:cubicBezTo>
                    <a:pt x="4649" y="274"/>
                    <a:pt x="3930" y="0"/>
                    <a:pt x="321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3" name="Google Shape;6115;p52">
              <a:extLst>
                <a:ext uri="{FF2B5EF4-FFF2-40B4-BE49-F238E27FC236}">
                  <a16:creationId xmlns:a16="http://schemas.microsoft.com/office/drawing/2014/main" id="{A35A982C-2D4F-4CB8-B29F-2E416F5AFF55}"/>
                </a:ext>
              </a:extLst>
            </p:cNvPr>
            <p:cNvSpPr/>
            <p:nvPr/>
          </p:nvSpPr>
          <p:spPr>
            <a:xfrm>
              <a:off x="1626675" y="3936600"/>
              <a:ext cx="277225" cy="302600"/>
            </a:xfrm>
            <a:custGeom>
              <a:avLst/>
              <a:gdLst/>
              <a:ahLst/>
              <a:cxnLst/>
              <a:rect l="l" t="t" r="r" b="b"/>
              <a:pathLst>
                <a:path w="11089" h="12104" extrusionOk="0">
                  <a:moveTo>
                    <a:pt x="9501" y="1"/>
                  </a:moveTo>
                  <a:lnTo>
                    <a:pt x="1" y="9501"/>
                  </a:lnTo>
                  <a:cubicBezTo>
                    <a:pt x="537" y="10254"/>
                    <a:pt x="745" y="11194"/>
                    <a:pt x="576" y="12103"/>
                  </a:cubicBezTo>
                  <a:lnTo>
                    <a:pt x="11088" y="1591"/>
                  </a:lnTo>
                  <a:lnTo>
                    <a:pt x="9501" y="1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4" name="Google Shape;6116;p52">
              <a:extLst>
                <a:ext uri="{FF2B5EF4-FFF2-40B4-BE49-F238E27FC236}">
                  <a16:creationId xmlns:a16="http://schemas.microsoft.com/office/drawing/2014/main" id="{196F6B18-F506-4B4E-A071-E20ACFB5D390}"/>
                </a:ext>
              </a:extLst>
            </p:cNvPr>
            <p:cNvSpPr/>
            <p:nvPr/>
          </p:nvSpPr>
          <p:spPr>
            <a:xfrm>
              <a:off x="1490050" y="4166500"/>
              <a:ext cx="129950" cy="121825"/>
            </a:xfrm>
            <a:custGeom>
              <a:avLst/>
              <a:gdLst/>
              <a:ahLst/>
              <a:cxnLst/>
              <a:rect l="l" t="t" r="r" b="b"/>
              <a:pathLst>
                <a:path w="5198" h="4873" extrusionOk="0">
                  <a:moveTo>
                    <a:pt x="2693" y="0"/>
                  </a:moveTo>
                  <a:cubicBezTo>
                    <a:pt x="2243" y="0"/>
                    <a:pt x="1790" y="133"/>
                    <a:pt x="1398" y="405"/>
                  </a:cubicBezTo>
                  <a:lnTo>
                    <a:pt x="1398" y="402"/>
                  </a:lnTo>
                  <a:lnTo>
                    <a:pt x="741" y="2446"/>
                  </a:lnTo>
                  <a:lnTo>
                    <a:pt x="139" y="4118"/>
                  </a:lnTo>
                  <a:cubicBezTo>
                    <a:pt x="0" y="4500"/>
                    <a:pt x="295" y="4872"/>
                    <a:pt x="664" y="4872"/>
                  </a:cubicBezTo>
                  <a:cubicBezTo>
                    <a:pt x="727" y="4872"/>
                    <a:pt x="793" y="4861"/>
                    <a:pt x="859" y="4837"/>
                  </a:cubicBezTo>
                  <a:lnTo>
                    <a:pt x="2530" y="4235"/>
                  </a:lnTo>
                  <a:lnTo>
                    <a:pt x="4574" y="3579"/>
                  </a:lnTo>
                  <a:cubicBezTo>
                    <a:pt x="5198" y="2672"/>
                    <a:pt x="5086" y="1450"/>
                    <a:pt x="4306" y="670"/>
                  </a:cubicBezTo>
                  <a:cubicBezTo>
                    <a:pt x="3866" y="228"/>
                    <a:pt x="3282" y="0"/>
                    <a:pt x="269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35" name="Google Shape;6129;p52">
            <a:extLst>
              <a:ext uri="{FF2B5EF4-FFF2-40B4-BE49-F238E27FC236}">
                <a16:creationId xmlns:a16="http://schemas.microsoft.com/office/drawing/2014/main" id="{4E8D1AE9-D5D3-4153-AD8C-91034433756A}"/>
              </a:ext>
            </a:extLst>
          </p:cNvPr>
          <p:cNvGrpSpPr/>
          <p:nvPr/>
        </p:nvGrpSpPr>
        <p:grpSpPr>
          <a:xfrm>
            <a:off x="1150434" y="968824"/>
            <a:ext cx="336296" cy="339235"/>
            <a:chOff x="4464775" y="3806475"/>
            <a:chExt cx="477625" cy="481800"/>
          </a:xfrm>
          <a:solidFill>
            <a:schemeClr val="accent6"/>
          </a:solidFill>
        </p:grpSpPr>
        <p:sp>
          <p:nvSpPr>
            <p:cNvPr id="36" name="Google Shape;6130;p52">
              <a:extLst>
                <a:ext uri="{FF2B5EF4-FFF2-40B4-BE49-F238E27FC236}">
                  <a16:creationId xmlns:a16="http://schemas.microsoft.com/office/drawing/2014/main" id="{2AB43A0A-5026-4A23-834F-AF469F1DAD51}"/>
                </a:ext>
              </a:extLst>
            </p:cNvPr>
            <p:cNvSpPr/>
            <p:nvPr/>
          </p:nvSpPr>
          <p:spPr>
            <a:xfrm>
              <a:off x="4726375" y="3806475"/>
              <a:ext cx="56500" cy="141125"/>
            </a:xfrm>
            <a:custGeom>
              <a:avLst/>
              <a:gdLst/>
              <a:ahLst/>
              <a:cxnLst/>
              <a:rect l="l" t="t" r="r" b="b"/>
              <a:pathLst>
                <a:path w="2260" h="5645" extrusionOk="0">
                  <a:moveTo>
                    <a:pt x="1133" y="1"/>
                  </a:moveTo>
                  <a:cubicBezTo>
                    <a:pt x="978" y="1"/>
                    <a:pt x="823" y="64"/>
                    <a:pt x="712" y="189"/>
                  </a:cubicBezTo>
                  <a:cubicBezTo>
                    <a:pt x="504" y="421"/>
                    <a:pt x="522" y="776"/>
                    <a:pt x="754" y="984"/>
                  </a:cubicBezTo>
                  <a:cubicBezTo>
                    <a:pt x="832" y="1056"/>
                    <a:pt x="1130" y="1385"/>
                    <a:pt x="1130" y="1695"/>
                  </a:cubicBezTo>
                  <a:cubicBezTo>
                    <a:pt x="1130" y="1990"/>
                    <a:pt x="850" y="2315"/>
                    <a:pt x="754" y="2402"/>
                  </a:cubicBezTo>
                  <a:cubicBezTo>
                    <a:pt x="678" y="2472"/>
                    <a:pt x="1" y="3101"/>
                    <a:pt x="1" y="3953"/>
                  </a:cubicBezTo>
                  <a:cubicBezTo>
                    <a:pt x="1" y="4802"/>
                    <a:pt x="675" y="5432"/>
                    <a:pt x="754" y="5501"/>
                  </a:cubicBezTo>
                  <a:cubicBezTo>
                    <a:pt x="861" y="5597"/>
                    <a:pt x="995" y="5644"/>
                    <a:pt x="1128" y="5644"/>
                  </a:cubicBezTo>
                  <a:cubicBezTo>
                    <a:pt x="1283" y="5644"/>
                    <a:pt x="1437" y="5580"/>
                    <a:pt x="1549" y="5456"/>
                  </a:cubicBezTo>
                  <a:cubicBezTo>
                    <a:pt x="1757" y="5224"/>
                    <a:pt x="1735" y="4869"/>
                    <a:pt x="1507" y="4661"/>
                  </a:cubicBezTo>
                  <a:cubicBezTo>
                    <a:pt x="1428" y="4588"/>
                    <a:pt x="1130" y="4260"/>
                    <a:pt x="1130" y="3950"/>
                  </a:cubicBezTo>
                  <a:cubicBezTo>
                    <a:pt x="1130" y="3655"/>
                    <a:pt x="1410" y="3330"/>
                    <a:pt x="1507" y="3242"/>
                  </a:cubicBezTo>
                  <a:cubicBezTo>
                    <a:pt x="1585" y="3173"/>
                    <a:pt x="2259" y="2544"/>
                    <a:pt x="2259" y="1692"/>
                  </a:cubicBezTo>
                  <a:cubicBezTo>
                    <a:pt x="2259" y="842"/>
                    <a:pt x="1585" y="213"/>
                    <a:pt x="1507" y="144"/>
                  </a:cubicBezTo>
                  <a:cubicBezTo>
                    <a:pt x="1399" y="48"/>
                    <a:pt x="1266" y="1"/>
                    <a:pt x="113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7" name="Google Shape;6131;p52">
              <a:extLst>
                <a:ext uri="{FF2B5EF4-FFF2-40B4-BE49-F238E27FC236}">
                  <a16:creationId xmlns:a16="http://schemas.microsoft.com/office/drawing/2014/main" id="{DC1FA845-5EB4-4183-AC92-FE3D1DF03E84}"/>
                </a:ext>
              </a:extLst>
            </p:cNvPr>
            <p:cNvSpPr/>
            <p:nvPr/>
          </p:nvSpPr>
          <p:spPr>
            <a:xfrm>
              <a:off x="4641700" y="3806475"/>
              <a:ext cx="56475" cy="141125"/>
            </a:xfrm>
            <a:custGeom>
              <a:avLst/>
              <a:gdLst/>
              <a:ahLst/>
              <a:cxnLst/>
              <a:rect l="l" t="t" r="r" b="b"/>
              <a:pathLst>
                <a:path w="2259" h="5645" extrusionOk="0">
                  <a:moveTo>
                    <a:pt x="1132" y="1"/>
                  </a:moveTo>
                  <a:cubicBezTo>
                    <a:pt x="977" y="1"/>
                    <a:pt x="823" y="64"/>
                    <a:pt x="711" y="189"/>
                  </a:cubicBezTo>
                  <a:cubicBezTo>
                    <a:pt x="503" y="421"/>
                    <a:pt x="521" y="776"/>
                    <a:pt x="753" y="984"/>
                  </a:cubicBezTo>
                  <a:cubicBezTo>
                    <a:pt x="831" y="1056"/>
                    <a:pt x="1130" y="1385"/>
                    <a:pt x="1130" y="1695"/>
                  </a:cubicBezTo>
                  <a:cubicBezTo>
                    <a:pt x="1130" y="1990"/>
                    <a:pt x="849" y="2315"/>
                    <a:pt x="753" y="2402"/>
                  </a:cubicBezTo>
                  <a:cubicBezTo>
                    <a:pt x="678" y="2472"/>
                    <a:pt x="0" y="3101"/>
                    <a:pt x="0" y="3953"/>
                  </a:cubicBezTo>
                  <a:cubicBezTo>
                    <a:pt x="0" y="4802"/>
                    <a:pt x="675" y="5432"/>
                    <a:pt x="753" y="5501"/>
                  </a:cubicBezTo>
                  <a:cubicBezTo>
                    <a:pt x="860" y="5597"/>
                    <a:pt x="994" y="5644"/>
                    <a:pt x="1127" y="5644"/>
                  </a:cubicBezTo>
                  <a:cubicBezTo>
                    <a:pt x="1282" y="5644"/>
                    <a:pt x="1436" y="5580"/>
                    <a:pt x="1548" y="5456"/>
                  </a:cubicBezTo>
                  <a:cubicBezTo>
                    <a:pt x="1756" y="5224"/>
                    <a:pt x="1735" y="4869"/>
                    <a:pt x="1506" y="4661"/>
                  </a:cubicBezTo>
                  <a:cubicBezTo>
                    <a:pt x="1428" y="4588"/>
                    <a:pt x="1130" y="4260"/>
                    <a:pt x="1130" y="3950"/>
                  </a:cubicBezTo>
                  <a:cubicBezTo>
                    <a:pt x="1130" y="3655"/>
                    <a:pt x="1410" y="3330"/>
                    <a:pt x="1506" y="3242"/>
                  </a:cubicBezTo>
                  <a:cubicBezTo>
                    <a:pt x="1581" y="3173"/>
                    <a:pt x="2259" y="2544"/>
                    <a:pt x="2259" y="1692"/>
                  </a:cubicBezTo>
                  <a:cubicBezTo>
                    <a:pt x="2259" y="842"/>
                    <a:pt x="1581" y="213"/>
                    <a:pt x="1506" y="144"/>
                  </a:cubicBezTo>
                  <a:cubicBezTo>
                    <a:pt x="1399" y="48"/>
                    <a:pt x="1265" y="1"/>
                    <a:pt x="1132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8" name="Google Shape;6132;p52">
              <a:extLst>
                <a:ext uri="{FF2B5EF4-FFF2-40B4-BE49-F238E27FC236}">
                  <a16:creationId xmlns:a16="http://schemas.microsoft.com/office/drawing/2014/main" id="{7E59AEB5-98E4-46AE-BC74-EEE2BE6432FD}"/>
                </a:ext>
              </a:extLst>
            </p:cNvPr>
            <p:cNvSpPr/>
            <p:nvPr/>
          </p:nvSpPr>
          <p:spPr>
            <a:xfrm>
              <a:off x="4557000" y="3806475"/>
              <a:ext cx="56500" cy="141125"/>
            </a:xfrm>
            <a:custGeom>
              <a:avLst/>
              <a:gdLst/>
              <a:ahLst/>
              <a:cxnLst/>
              <a:rect l="l" t="t" r="r" b="b"/>
              <a:pathLst>
                <a:path w="2260" h="5645" extrusionOk="0">
                  <a:moveTo>
                    <a:pt x="1132" y="1"/>
                  </a:moveTo>
                  <a:cubicBezTo>
                    <a:pt x="977" y="1"/>
                    <a:pt x="823" y="64"/>
                    <a:pt x="711" y="189"/>
                  </a:cubicBezTo>
                  <a:cubicBezTo>
                    <a:pt x="504" y="421"/>
                    <a:pt x="522" y="776"/>
                    <a:pt x="753" y="984"/>
                  </a:cubicBezTo>
                  <a:cubicBezTo>
                    <a:pt x="832" y="1056"/>
                    <a:pt x="1130" y="1385"/>
                    <a:pt x="1130" y="1695"/>
                  </a:cubicBezTo>
                  <a:cubicBezTo>
                    <a:pt x="1130" y="1990"/>
                    <a:pt x="850" y="2315"/>
                    <a:pt x="753" y="2402"/>
                  </a:cubicBezTo>
                  <a:cubicBezTo>
                    <a:pt x="678" y="2472"/>
                    <a:pt x="1" y="3101"/>
                    <a:pt x="1" y="3953"/>
                  </a:cubicBezTo>
                  <a:cubicBezTo>
                    <a:pt x="1" y="4802"/>
                    <a:pt x="675" y="5432"/>
                    <a:pt x="753" y="5501"/>
                  </a:cubicBezTo>
                  <a:cubicBezTo>
                    <a:pt x="861" y="5597"/>
                    <a:pt x="994" y="5644"/>
                    <a:pt x="1127" y="5644"/>
                  </a:cubicBezTo>
                  <a:cubicBezTo>
                    <a:pt x="1282" y="5644"/>
                    <a:pt x="1437" y="5580"/>
                    <a:pt x="1548" y="5456"/>
                  </a:cubicBezTo>
                  <a:cubicBezTo>
                    <a:pt x="1756" y="5224"/>
                    <a:pt x="1735" y="4869"/>
                    <a:pt x="1506" y="4661"/>
                  </a:cubicBezTo>
                  <a:cubicBezTo>
                    <a:pt x="1428" y="4588"/>
                    <a:pt x="1130" y="4260"/>
                    <a:pt x="1130" y="3950"/>
                  </a:cubicBezTo>
                  <a:cubicBezTo>
                    <a:pt x="1130" y="3655"/>
                    <a:pt x="1410" y="3330"/>
                    <a:pt x="1506" y="3242"/>
                  </a:cubicBezTo>
                  <a:cubicBezTo>
                    <a:pt x="1582" y="3173"/>
                    <a:pt x="2259" y="2544"/>
                    <a:pt x="2259" y="1692"/>
                  </a:cubicBezTo>
                  <a:cubicBezTo>
                    <a:pt x="2259" y="842"/>
                    <a:pt x="1582" y="213"/>
                    <a:pt x="1506" y="144"/>
                  </a:cubicBezTo>
                  <a:cubicBezTo>
                    <a:pt x="1399" y="48"/>
                    <a:pt x="1265" y="1"/>
                    <a:pt x="1132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9" name="Google Shape;6133;p52">
              <a:extLst>
                <a:ext uri="{FF2B5EF4-FFF2-40B4-BE49-F238E27FC236}">
                  <a16:creationId xmlns:a16="http://schemas.microsoft.com/office/drawing/2014/main" id="{D05984B2-DD18-465C-A46E-2AF8768F5A6A}"/>
                </a:ext>
              </a:extLst>
            </p:cNvPr>
            <p:cNvSpPr/>
            <p:nvPr/>
          </p:nvSpPr>
          <p:spPr>
            <a:xfrm>
              <a:off x="4464775" y="4230875"/>
              <a:ext cx="395250" cy="57400"/>
            </a:xfrm>
            <a:custGeom>
              <a:avLst/>
              <a:gdLst/>
              <a:ahLst/>
              <a:cxnLst/>
              <a:rect l="l" t="t" r="r" b="b"/>
              <a:pathLst>
                <a:path w="15810" h="2296" extrusionOk="0">
                  <a:moveTo>
                    <a:pt x="567" y="1"/>
                  </a:moveTo>
                  <a:cubicBezTo>
                    <a:pt x="254" y="1"/>
                    <a:pt x="1" y="251"/>
                    <a:pt x="1" y="564"/>
                  </a:cubicBezTo>
                  <a:cubicBezTo>
                    <a:pt x="1" y="877"/>
                    <a:pt x="254" y="1130"/>
                    <a:pt x="567" y="1130"/>
                  </a:cubicBezTo>
                  <a:lnTo>
                    <a:pt x="1910" y="1130"/>
                  </a:lnTo>
                  <a:lnTo>
                    <a:pt x="2006" y="1359"/>
                  </a:lnTo>
                  <a:cubicBezTo>
                    <a:pt x="2291" y="1932"/>
                    <a:pt x="2875" y="2295"/>
                    <a:pt x="3516" y="2295"/>
                  </a:cubicBezTo>
                  <a:cubicBezTo>
                    <a:pt x="3519" y="2295"/>
                    <a:pt x="3521" y="2295"/>
                    <a:pt x="3524" y="2295"/>
                  </a:cubicBezTo>
                  <a:lnTo>
                    <a:pt x="12290" y="2295"/>
                  </a:lnTo>
                  <a:cubicBezTo>
                    <a:pt x="12292" y="2295"/>
                    <a:pt x="12295" y="2295"/>
                    <a:pt x="12298" y="2295"/>
                  </a:cubicBezTo>
                  <a:cubicBezTo>
                    <a:pt x="12936" y="2295"/>
                    <a:pt x="13520" y="1932"/>
                    <a:pt x="13804" y="1359"/>
                  </a:cubicBezTo>
                  <a:lnTo>
                    <a:pt x="13901" y="1130"/>
                  </a:lnTo>
                  <a:lnTo>
                    <a:pt x="15247" y="1130"/>
                  </a:lnTo>
                  <a:cubicBezTo>
                    <a:pt x="15557" y="1130"/>
                    <a:pt x="15810" y="877"/>
                    <a:pt x="15810" y="564"/>
                  </a:cubicBezTo>
                  <a:cubicBezTo>
                    <a:pt x="15810" y="251"/>
                    <a:pt x="15557" y="1"/>
                    <a:pt x="1524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40" name="Google Shape;6134;p52">
              <a:extLst>
                <a:ext uri="{FF2B5EF4-FFF2-40B4-BE49-F238E27FC236}">
                  <a16:creationId xmlns:a16="http://schemas.microsoft.com/office/drawing/2014/main" id="{635B9F2C-E452-43B0-AF55-E18163A8BF12}"/>
                </a:ext>
              </a:extLst>
            </p:cNvPr>
            <p:cNvSpPr/>
            <p:nvPr/>
          </p:nvSpPr>
          <p:spPr>
            <a:xfrm>
              <a:off x="4840675" y="4007300"/>
              <a:ext cx="101725" cy="166025"/>
            </a:xfrm>
            <a:custGeom>
              <a:avLst/>
              <a:gdLst/>
              <a:ahLst/>
              <a:cxnLst/>
              <a:rect l="l" t="t" r="r" b="b"/>
              <a:pathLst>
                <a:path w="4069" h="6641" extrusionOk="0">
                  <a:moveTo>
                    <a:pt x="1870" y="0"/>
                  </a:moveTo>
                  <a:cubicBezTo>
                    <a:pt x="1852" y="380"/>
                    <a:pt x="1837" y="759"/>
                    <a:pt x="1795" y="1130"/>
                  </a:cubicBezTo>
                  <a:cubicBezTo>
                    <a:pt x="1927" y="1181"/>
                    <a:pt x="2048" y="1256"/>
                    <a:pt x="2150" y="1355"/>
                  </a:cubicBezTo>
                  <a:cubicBezTo>
                    <a:pt x="2800" y="2006"/>
                    <a:pt x="2433" y="3469"/>
                    <a:pt x="1352" y="4550"/>
                  </a:cubicBezTo>
                  <a:cubicBezTo>
                    <a:pt x="1177" y="4722"/>
                    <a:pt x="991" y="4879"/>
                    <a:pt x="792" y="5017"/>
                  </a:cubicBezTo>
                  <a:cubicBezTo>
                    <a:pt x="566" y="5577"/>
                    <a:pt x="301" y="6119"/>
                    <a:pt x="0" y="6640"/>
                  </a:cubicBezTo>
                  <a:cubicBezTo>
                    <a:pt x="747" y="6429"/>
                    <a:pt x="1506" y="5993"/>
                    <a:pt x="2150" y="5348"/>
                  </a:cubicBezTo>
                  <a:cubicBezTo>
                    <a:pt x="3716" y="3782"/>
                    <a:pt x="4068" y="1678"/>
                    <a:pt x="2948" y="557"/>
                  </a:cubicBezTo>
                  <a:cubicBezTo>
                    <a:pt x="2656" y="268"/>
                    <a:pt x="2280" y="97"/>
                    <a:pt x="1870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41" name="Google Shape;6135;p52">
              <a:extLst>
                <a:ext uri="{FF2B5EF4-FFF2-40B4-BE49-F238E27FC236}">
                  <a16:creationId xmlns:a16="http://schemas.microsoft.com/office/drawing/2014/main" id="{040A4CFE-8B79-4E5D-8AA7-6619E5B2F0FF}"/>
                </a:ext>
              </a:extLst>
            </p:cNvPr>
            <p:cNvSpPr/>
            <p:nvPr/>
          </p:nvSpPr>
          <p:spPr>
            <a:xfrm>
              <a:off x="4464775" y="3976800"/>
              <a:ext cx="395250" cy="225875"/>
            </a:xfrm>
            <a:custGeom>
              <a:avLst/>
              <a:gdLst/>
              <a:ahLst/>
              <a:cxnLst/>
              <a:rect l="l" t="t" r="r" b="b"/>
              <a:pathLst>
                <a:path w="15810" h="9035" extrusionOk="0">
                  <a:moveTo>
                    <a:pt x="564" y="1"/>
                  </a:moveTo>
                  <a:cubicBezTo>
                    <a:pt x="254" y="1"/>
                    <a:pt x="1" y="251"/>
                    <a:pt x="1" y="564"/>
                  </a:cubicBezTo>
                  <a:cubicBezTo>
                    <a:pt x="1" y="3930"/>
                    <a:pt x="1157" y="7026"/>
                    <a:pt x="3075" y="9035"/>
                  </a:cubicBezTo>
                  <a:lnTo>
                    <a:pt x="12735" y="9035"/>
                  </a:lnTo>
                  <a:cubicBezTo>
                    <a:pt x="14654" y="7026"/>
                    <a:pt x="15810" y="3930"/>
                    <a:pt x="15810" y="564"/>
                  </a:cubicBezTo>
                  <a:cubicBezTo>
                    <a:pt x="15810" y="251"/>
                    <a:pt x="15557" y="1"/>
                    <a:pt x="1524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pic>
        <p:nvPicPr>
          <p:cNvPr id="18" name="Picture 17">
            <a:extLst>
              <a:ext uri="{FF2B5EF4-FFF2-40B4-BE49-F238E27FC236}">
                <a16:creationId xmlns:a16="http://schemas.microsoft.com/office/drawing/2014/main" id="{5A9F6BED-51D5-4793-AA9E-CC4AFA89F6F3}"/>
              </a:ext>
            </a:extLst>
          </p:cNvPr>
          <p:cNvPicPr/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7714" y="558140"/>
            <a:ext cx="6333668" cy="36576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219448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Google Shape;270;p24"/>
          <p:cNvSpPr txBox="1">
            <a:spLocks noGrp="1"/>
          </p:cNvSpPr>
          <p:nvPr>
            <p:ph type="ctrTitle"/>
          </p:nvPr>
        </p:nvSpPr>
        <p:spPr>
          <a:xfrm>
            <a:off x="151761" y="1365844"/>
            <a:ext cx="1766403" cy="796943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2000" dirty="0">
                <a:solidFill>
                  <a:srgbClr val="48FFD5"/>
                </a:solidFill>
                <a:latin typeface="Impact"/>
                <a:ea typeface="Impact"/>
                <a:cs typeface="Impact"/>
                <a:sym typeface="Impact"/>
              </a:rPr>
              <a:t>PENGKODEAN</a:t>
            </a:r>
            <a:br>
              <a:rPr lang="es" sz="2000" dirty="0">
                <a:solidFill>
                  <a:srgbClr val="48FFD5"/>
                </a:solidFill>
                <a:latin typeface="Impact"/>
                <a:ea typeface="Impact"/>
                <a:cs typeface="Impact"/>
                <a:sym typeface="Impact"/>
              </a:rPr>
            </a:br>
            <a:r>
              <a:rPr lang="es" sz="2000" dirty="0">
                <a:solidFill>
                  <a:srgbClr val="48FFD5"/>
                </a:solidFill>
                <a:latin typeface="Impact"/>
                <a:ea typeface="Impact"/>
                <a:cs typeface="Impact"/>
                <a:sym typeface="Impact"/>
              </a:rPr>
              <a:t>SYSTEM</a:t>
            </a:r>
            <a:endParaRPr sz="2000" dirty="0">
              <a:solidFill>
                <a:srgbClr val="48FFD5"/>
              </a:solidFill>
              <a:latin typeface="Impact"/>
              <a:ea typeface="Impact"/>
              <a:cs typeface="Impact"/>
              <a:sym typeface="Impact"/>
            </a:endParaRPr>
          </a:p>
        </p:txBody>
      </p:sp>
      <p:sp>
        <p:nvSpPr>
          <p:cNvPr id="25" name="Google Shape;270;p24">
            <a:extLst>
              <a:ext uri="{FF2B5EF4-FFF2-40B4-BE49-F238E27FC236}">
                <a16:creationId xmlns:a16="http://schemas.microsoft.com/office/drawing/2014/main" id="{826F4B58-B400-4659-B4CE-1684508A8953}"/>
              </a:ext>
            </a:extLst>
          </p:cNvPr>
          <p:cNvSpPr txBox="1">
            <a:spLocks/>
          </p:cNvSpPr>
          <p:nvPr/>
        </p:nvSpPr>
        <p:spPr>
          <a:xfrm>
            <a:off x="1646193" y="4446317"/>
            <a:ext cx="6935189" cy="5254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Roboto Black"/>
              <a:buNone/>
              <a:defRPr sz="3600" b="0" i="0" u="none" strike="noStrike" cap="none">
                <a:solidFill>
                  <a:srgbClr val="FFFFFF"/>
                </a:solidFill>
                <a:latin typeface="Roboto Black"/>
                <a:ea typeface="Roboto Black"/>
                <a:cs typeface="Roboto Black"/>
                <a:sym typeface="Roboto Black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00"/>
              <a:buFont typeface="Bree Serif"/>
              <a:buNone/>
              <a:defRPr sz="5200" b="1" i="0" u="none" strike="noStrike" cap="none">
                <a:solidFill>
                  <a:srgbClr val="FFFFFF"/>
                </a:solidFill>
                <a:latin typeface="Bree Serif"/>
                <a:ea typeface="Bree Serif"/>
                <a:cs typeface="Bree Serif"/>
                <a:sym typeface="Bree Serif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00"/>
              <a:buFont typeface="Bree Serif"/>
              <a:buNone/>
              <a:defRPr sz="5200" b="1" i="0" u="none" strike="noStrike" cap="none">
                <a:solidFill>
                  <a:srgbClr val="FFFFFF"/>
                </a:solidFill>
                <a:latin typeface="Bree Serif"/>
                <a:ea typeface="Bree Serif"/>
                <a:cs typeface="Bree Serif"/>
                <a:sym typeface="Bree Serif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00"/>
              <a:buFont typeface="Bree Serif"/>
              <a:buNone/>
              <a:defRPr sz="5200" b="1" i="0" u="none" strike="noStrike" cap="none">
                <a:solidFill>
                  <a:srgbClr val="FFFFFF"/>
                </a:solidFill>
                <a:latin typeface="Bree Serif"/>
                <a:ea typeface="Bree Serif"/>
                <a:cs typeface="Bree Serif"/>
                <a:sym typeface="Bree Serif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00"/>
              <a:buFont typeface="Bree Serif"/>
              <a:buNone/>
              <a:defRPr sz="5200" b="1" i="0" u="none" strike="noStrike" cap="none">
                <a:solidFill>
                  <a:srgbClr val="FFFFFF"/>
                </a:solidFill>
                <a:latin typeface="Bree Serif"/>
                <a:ea typeface="Bree Serif"/>
                <a:cs typeface="Bree Serif"/>
                <a:sym typeface="Bree Serif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00"/>
              <a:buFont typeface="Bree Serif"/>
              <a:buNone/>
              <a:defRPr sz="5200" b="1" i="0" u="none" strike="noStrike" cap="none">
                <a:solidFill>
                  <a:srgbClr val="FFFFFF"/>
                </a:solidFill>
                <a:latin typeface="Bree Serif"/>
                <a:ea typeface="Bree Serif"/>
                <a:cs typeface="Bree Serif"/>
                <a:sym typeface="Bree Serif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00"/>
              <a:buFont typeface="Bree Serif"/>
              <a:buNone/>
              <a:defRPr sz="5200" b="1" i="0" u="none" strike="noStrike" cap="none">
                <a:solidFill>
                  <a:srgbClr val="FFFFFF"/>
                </a:solidFill>
                <a:latin typeface="Bree Serif"/>
                <a:ea typeface="Bree Serif"/>
                <a:cs typeface="Bree Serif"/>
                <a:sym typeface="Bree Serif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00"/>
              <a:buFont typeface="Bree Serif"/>
              <a:buNone/>
              <a:defRPr sz="5200" b="1" i="0" u="none" strike="noStrike" cap="none">
                <a:solidFill>
                  <a:srgbClr val="FFFFFF"/>
                </a:solidFill>
                <a:latin typeface="Bree Serif"/>
                <a:ea typeface="Bree Serif"/>
                <a:cs typeface="Bree Serif"/>
                <a:sym typeface="Bree Serif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00"/>
              <a:buFont typeface="Bree Serif"/>
              <a:buNone/>
              <a:defRPr sz="5200" b="1" i="0" u="none" strike="noStrike" cap="none">
                <a:solidFill>
                  <a:srgbClr val="FFFFFF"/>
                </a:solidFill>
                <a:latin typeface="Bree Serif"/>
                <a:ea typeface="Bree Serif"/>
                <a:cs typeface="Bree Serif"/>
                <a:sym typeface="Bree Serif"/>
              </a:defRPr>
            </a:lvl9pPr>
          </a:lstStyle>
          <a:p>
            <a:pPr algn="ctr"/>
            <a:r>
              <a:rPr lang="en-US" sz="2000" dirty="0" err="1">
                <a:solidFill>
                  <a:schemeClr val="accent6"/>
                </a:solidFill>
                <a:latin typeface="Impact"/>
                <a:ea typeface="Impact"/>
                <a:cs typeface="Impact"/>
                <a:sym typeface="Impact"/>
              </a:rPr>
              <a:t>Tampilan</a:t>
            </a:r>
            <a:r>
              <a:rPr lang="en-US" sz="2000" dirty="0">
                <a:solidFill>
                  <a:schemeClr val="accent6"/>
                </a:solidFill>
                <a:latin typeface="Impact"/>
                <a:ea typeface="Impact"/>
                <a:cs typeface="Impact"/>
                <a:sym typeface="Impact"/>
              </a:rPr>
              <a:t> </a:t>
            </a:r>
            <a:r>
              <a:rPr lang="en-US" sz="2000" dirty="0" err="1">
                <a:solidFill>
                  <a:schemeClr val="accent6"/>
                </a:solidFill>
                <a:latin typeface="Impact"/>
                <a:ea typeface="Impact"/>
                <a:cs typeface="Impact"/>
                <a:sym typeface="Impact"/>
              </a:rPr>
              <a:t>registrasi</a:t>
            </a:r>
            <a:endParaRPr lang="en-US" sz="2000" dirty="0">
              <a:solidFill>
                <a:schemeClr val="accent6"/>
              </a:solidFill>
              <a:latin typeface="Impact"/>
              <a:ea typeface="Impact"/>
              <a:cs typeface="Impact"/>
              <a:sym typeface="Impact"/>
            </a:endParaRPr>
          </a:p>
        </p:txBody>
      </p:sp>
      <p:grpSp>
        <p:nvGrpSpPr>
          <p:cNvPr id="30" name="Google Shape;6112;p52">
            <a:extLst>
              <a:ext uri="{FF2B5EF4-FFF2-40B4-BE49-F238E27FC236}">
                <a16:creationId xmlns:a16="http://schemas.microsoft.com/office/drawing/2014/main" id="{4242C9B3-416D-4F66-94F9-B3F98CC371D5}"/>
              </a:ext>
            </a:extLst>
          </p:cNvPr>
          <p:cNvGrpSpPr/>
          <p:nvPr/>
        </p:nvGrpSpPr>
        <p:grpSpPr>
          <a:xfrm>
            <a:off x="620986" y="968837"/>
            <a:ext cx="346347" cy="339623"/>
            <a:chOff x="1490050" y="3805975"/>
            <a:chExt cx="491900" cy="482350"/>
          </a:xfrm>
          <a:solidFill>
            <a:schemeClr val="accent6"/>
          </a:solidFill>
        </p:grpSpPr>
        <p:sp>
          <p:nvSpPr>
            <p:cNvPr id="31" name="Google Shape;6113;p52">
              <a:extLst>
                <a:ext uri="{FF2B5EF4-FFF2-40B4-BE49-F238E27FC236}">
                  <a16:creationId xmlns:a16="http://schemas.microsoft.com/office/drawing/2014/main" id="{11609D5E-D4DF-47AE-85C3-093C27A5AC44}"/>
                </a:ext>
              </a:extLst>
            </p:cNvPr>
            <p:cNvSpPr/>
            <p:nvPr/>
          </p:nvSpPr>
          <p:spPr>
            <a:xfrm>
              <a:off x="1541775" y="3877050"/>
              <a:ext cx="302500" cy="277225"/>
            </a:xfrm>
            <a:custGeom>
              <a:avLst/>
              <a:gdLst/>
              <a:ahLst/>
              <a:cxnLst/>
              <a:rect l="l" t="t" r="r" b="b"/>
              <a:pathLst>
                <a:path w="12100" h="11089" extrusionOk="0">
                  <a:moveTo>
                    <a:pt x="10512" y="1"/>
                  </a:moveTo>
                  <a:lnTo>
                    <a:pt x="0" y="10513"/>
                  </a:lnTo>
                  <a:cubicBezTo>
                    <a:pt x="207" y="10475"/>
                    <a:pt x="415" y="10456"/>
                    <a:pt x="622" y="10456"/>
                  </a:cubicBezTo>
                  <a:cubicBezTo>
                    <a:pt x="1327" y="10456"/>
                    <a:pt x="2020" y="10674"/>
                    <a:pt x="2602" y="11088"/>
                  </a:cubicBezTo>
                  <a:lnTo>
                    <a:pt x="12099" y="1588"/>
                  </a:lnTo>
                  <a:lnTo>
                    <a:pt x="10512" y="1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2" name="Google Shape;6114;p52">
              <a:extLst>
                <a:ext uri="{FF2B5EF4-FFF2-40B4-BE49-F238E27FC236}">
                  <a16:creationId xmlns:a16="http://schemas.microsoft.com/office/drawing/2014/main" id="{59ED7026-E90B-4C60-BA0D-9CA344A6C55D}"/>
                </a:ext>
              </a:extLst>
            </p:cNvPr>
            <p:cNvSpPr/>
            <p:nvPr/>
          </p:nvSpPr>
          <p:spPr>
            <a:xfrm>
              <a:off x="1824450" y="3805975"/>
              <a:ext cx="157500" cy="150525"/>
            </a:xfrm>
            <a:custGeom>
              <a:avLst/>
              <a:gdLst/>
              <a:ahLst/>
              <a:cxnLst/>
              <a:rect l="l" t="t" r="r" b="b"/>
              <a:pathLst>
                <a:path w="6300" h="6021" extrusionOk="0">
                  <a:moveTo>
                    <a:pt x="3211" y="0"/>
                  </a:moveTo>
                  <a:cubicBezTo>
                    <a:pt x="2484" y="0"/>
                    <a:pt x="1758" y="281"/>
                    <a:pt x="1208" y="841"/>
                  </a:cubicBezTo>
                  <a:lnTo>
                    <a:pt x="0" y="2049"/>
                  </a:lnTo>
                  <a:lnTo>
                    <a:pt x="3972" y="6021"/>
                  </a:lnTo>
                  <a:lnTo>
                    <a:pt x="5180" y="4813"/>
                  </a:lnTo>
                  <a:cubicBezTo>
                    <a:pt x="6294" y="3717"/>
                    <a:pt x="6300" y="1925"/>
                    <a:pt x="5198" y="823"/>
                  </a:cubicBezTo>
                  <a:cubicBezTo>
                    <a:pt x="4649" y="274"/>
                    <a:pt x="3930" y="0"/>
                    <a:pt x="321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3" name="Google Shape;6115;p52">
              <a:extLst>
                <a:ext uri="{FF2B5EF4-FFF2-40B4-BE49-F238E27FC236}">
                  <a16:creationId xmlns:a16="http://schemas.microsoft.com/office/drawing/2014/main" id="{A35A982C-2D4F-4CB8-B29F-2E416F5AFF55}"/>
                </a:ext>
              </a:extLst>
            </p:cNvPr>
            <p:cNvSpPr/>
            <p:nvPr/>
          </p:nvSpPr>
          <p:spPr>
            <a:xfrm>
              <a:off x="1626675" y="3936600"/>
              <a:ext cx="277225" cy="302600"/>
            </a:xfrm>
            <a:custGeom>
              <a:avLst/>
              <a:gdLst/>
              <a:ahLst/>
              <a:cxnLst/>
              <a:rect l="l" t="t" r="r" b="b"/>
              <a:pathLst>
                <a:path w="11089" h="12104" extrusionOk="0">
                  <a:moveTo>
                    <a:pt x="9501" y="1"/>
                  </a:moveTo>
                  <a:lnTo>
                    <a:pt x="1" y="9501"/>
                  </a:lnTo>
                  <a:cubicBezTo>
                    <a:pt x="537" y="10254"/>
                    <a:pt x="745" y="11194"/>
                    <a:pt x="576" y="12103"/>
                  </a:cubicBezTo>
                  <a:lnTo>
                    <a:pt x="11088" y="1591"/>
                  </a:lnTo>
                  <a:lnTo>
                    <a:pt x="9501" y="1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4" name="Google Shape;6116;p52">
              <a:extLst>
                <a:ext uri="{FF2B5EF4-FFF2-40B4-BE49-F238E27FC236}">
                  <a16:creationId xmlns:a16="http://schemas.microsoft.com/office/drawing/2014/main" id="{196F6B18-F506-4B4E-A071-E20ACFB5D390}"/>
                </a:ext>
              </a:extLst>
            </p:cNvPr>
            <p:cNvSpPr/>
            <p:nvPr/>
          </p:nvSpPr>
          <p:spPr>
            <a:xfrm>
              <a:off x="1490050" y="4166500"/>
              <a:ext cx="129950" cy="121825"/>
            </a:xfrm>
            <a:custGeom>
              <a:avLst/>
              <a:gdLst/>
              <a:ahLst/>
              <a:cxnLst/>
              <a:rect l="l" t="t" r="r" b="b"/>
              <a:pathLst>
                <a:path w="5198" h="4873" extrusionOk="0">
                  <a:moveTo>
                    <a:pt x="2693" y="0"/>
                  </a:moveTo>
                  <a:cubicBezTo>
                    <a:pt x="2243" y="0"/>
                    <a:pt x="1790" y="133"/>
                    <a:pt x="1398" y="405"/>
                  </a:cubicBezTo>
                  <a:lnTo>
                    <a:pt x="1398" y="402"/>
                  </a:lnTo>
                  <a:lnTo>
                    <a:pt x="741" y="2446"/>
                  </a:lnTo>
                  <a:lnTo>
                    <a:pt x="139" y="4118"/>
                  </a:lnTo>
                  <a:cubicBezTo>
                    <a:pt x="0" y="4500"/>
                    <a:pt x="295" y="4872"/>
                    <a:pt x="664" y="4872"/>
                  </a:cubicBezTo>
                  <a:cubicBezTo>
                    <a:pt x="727" y="4872"/>
                    <a:pt x="793" y="4861"/>
                    <a:pt x="859" y="4837"/>
                  </a:cubicBezTo>
                  <a:lnTo>
                    <a:pt x="2530" y="4235"/>
                  </a:lnTo>
                  <a:lnTo>
                    <a:pt x="4574" y="3579"/>
                  </a:lnTo>
                  <a:cubicBezTo>
                    <a:pt x="5198" y="2672"/>
                    <a:pt x="5086" y="1450"/>
                    <a:pt x="4306" y="670"/>
                  </a:cubicBezTo>
                  <a:cubicBezTo>
                    <a:pt x="3866" y="228"/>
                    <a:pt x="3282" y="0"/>
                    <a:pt x="269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35" name="Google Shape;6129;p52">
            <a:extLst>
              <a:ext uri="{FF2B5EF4-FFF2-40B4-BE49-F238E27FC236}">
                <a16:creationId xmlns:a16="http://schemas.microsoft.com/office/drawing/2014/main" id="{4E8D1AE9-D5D3-4153-AD8C-91034433756A}"/>
              </a:ext>
            </a:extLst>
          </p:cNvPr>
          <p:cNvGrpSpPr/>
          <p:nvPr/>
        </p:nvGrpSpPr>
        <p:grpSpPr>
          <a:xfrm>
            <a:off x="1150434" y="968824"/>
            <a:ext cx="336296" cy="339235"/>
            <a:chOff x="4464775" y="3806475"/>
            <a:chExt cx="477625" cy="481800"/>
          </a:xfrm>
          <a:solidFill>
            <a:schemeClr val="accent6"/>
          </a:solidFill>
        </p:grpSpPr>
        <p:sp>
          <p:nvSpPr>
            <p:cNvPr id="36" name="Google Shape;6130;p52">
              <a:extLst>
                <a:ext uri="{FF2B5EF4-FFF2-40B4-BE49-F238E27FC236}">
                  <a16:creationId xmlns:a16="http://schemas.microsoft.com/office/drawing/2014/main" id="{2AB43A0A-5026-4A23-834F-AF469F1DAD51}"/>
                </a:ext>
              </a:extLst>
            </p:cNvPr>
            <p:cNvSpPr/>
            <p:nvPr/>
          </p:nvSpPr>
          <p:spPr>
            <a:xfrm>
              <a:off x="4726375" y="3806475"/>
              <a:ext cx="56500" cy="141125"/>
            </a:xfrm>
            <a:custGeom>
              <a:avLst/>
              <a:gdLst/>
              <a:ahLst/>
              <a:cxnLst/>
              <a:rect l="l" t="t" r="r" b="b"/>
              <a:pathLst>
                <a:path w="2260" h="5645" extrusionOk="0">
                  <a:moveTo>
                    <a:pt x="1133" y="1"/>
                  </a:moveTo>
                  <a:cubicBezTo>
                    <a:pt x="978" y="1"/>
                    <a:pt x="823" y="64"/>
                    <a:pt x="712" y="189"/>
                  </a:cubicBezTo>
                  <a:cubicBezTo>
                    <a:pt x="504" y="421"/>
                    <a:pt x="522" y="776"/>
                    <a:pt x="754" y="984"/>
                  </a:cubicBezTo>
                  <a:cubicBezTo>
                    <a:pt x="832" y="1056"/>
                    <a:pt x="1130" y="1385"/>
                    <a:pt x="1130" y="1695"/>
                  </a:cubicBezTo>
                  <a:cubicBezTo>
                    <a:pt x="1130" y="1990"/>
                    <a:pt x="850" y="2315"/>
                    <a:pt x="754" y="2402"/>
                  </a:cubicBezTo>
                  <a:cubicBezTo>
                    <a:pt x="678" y="2472"/>
                    <a:pt x="1" y="3101"/>
                    <a:pt x="1" y="3953"/>
                  </a:cubicBezTo>
                  <a:cubicBezTo>
                    <a:pt x="1" y="4802"/>
                    <a:pt x="675" y="5432"/>
                    <a:pt x="754" y="5501"/>
                  </a:cubicBezTo>
                  <a:cubicBezTo>
                    <a:pt x="861" y="5597"/>
                    <a:pt x="995" y="5644"/>
                    <a:pt x="1128" y="5644"/>
                  </a:cubicBezTo>
                  <a:cubicBezTo>
                    <a:pt x="1283" y="5644"/>
                    <a:pt x="1437" y="5580"/>
                    <a:pt x="1549" y="5456"/>
                  </a:cubicBezTo>
                  <a:cubicBezTo>
                    <a:pt x="1757" y="5224"/>
                    <a:pt x="1735" y="4869"/>
                    <a:pt x="1507" y="4661"/>
                  </a:cubicBezTo>
                  <a:cubicBezTo>
                    <a:pt x="1428" y="4588"/>
                    <a:pt x="1130" y="4260"/>
                    <a:pt x="1130" y="3950"/>
                  </a:cubicBezTo>
                  <a:cubicBezTo>
                    <a:pt x="1130" y="3655"/>
                    <a:pt x="1410" y="3330"/>
                    <a:pt x="1507" y="3242"/>
                  </a:cubicBezTo>
                  <a:cubicBezTo>
                    <a:pt x="1585" y="3173"/>
                    <a:pt x="2259" y="2544"/>
                    <a:pt x="2259" y="1692"/>
                  </a:cubicBezTo>
                  <a:cubicBezTo>
                    <a:pt x="2259" y="842"/>
                    <a:pt x="1585" y="213"/>
                    <a:pt x="1507" y="144"/>
                  </a:cubicBezTo>
                  <a:cubicBezTo>
                    <a:pt x="1399" y="48"/>
                    <a:pt x="1266" y="1"/>
                    <a:pt x="113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7" name="Google Shape;6131;p52">
              <a:extLst>
                <a:ext uri="{FF2B5EF4-FFF2-40B4-BE49-F238E27FC236}">
                  <a16:creationId xmlns:a16="http://schemas.microsoft.com/office/drawing/2014/main" id="{DC1FA845-5EB4-4183-AC92-FE3D1DF03E84}"/>
                </a:ext>
              </a:extLst>
            </p:cNvPr>
            <p:cNvSpPr/>
            <p:nvPr/>
          </p:nvSpPr>
          <p:spPr>
            <a:xfrm>
              <a:off x="4641700" y="3806475"/>
              <a:ext cx="56475" cy="141125"/>
            </a:xfrm>
            <a:custGeom>
              <a:avLst/>
              <a:gdLst/>
              <a:ahLst/>
              <a:cxnLst/>
              <a:rect l="l" t="t" r="r" b="b"/>
              <a:pathLst>
                <a:path w="2259" h="5645" extrusionOk="0">
                  <a:moveTo>
                    <a:pt x="1132" y="1"/>
                  </a:moveTo>
                  <a:cubicBezTo>
                    <a:pt x="977" y="1"/>
                    <a:pt x="823" y="64"/>
                    <a:pt x="711" y="189"/>
                  </a:cubicBezTo>
                  <a:cubicBezTo>
                    <a:pt x="503" y="421"/>
                    <a:pt x="521" y="776"/>
                    <a:pt x="753" y="984"/>
                  </a:cubicBezTo>
                  <a:cubicBezTo>
                    <a:pt x="831" y="1056"/>
                    <a:pt x="1130" y="1385"/>
                    <a:pt x="1130" y="1695"/>
                  </a:cubicBezTo>
                  <a:cubicBezTo>
                    <a:pt x="1130" y="1990"/>
                    <a:pt x="849" y="2315"/>
                    <a:pt x="753" y="2402"/>
                  </a:cubicBezTo>
                  <a:cubicBezTo>
                    <a:pt x="678" y="2472"/>
                    <a:pt x="0" y="3101"/>
                    <a:pt x="0" y="3953"/>
                  </a:cubicBezTo>
                  <a:cubicBezTo>
                    <a:pt x="0" y="4802"/>
                    <a:pt x="675" y="5432"/>
                    <a:pt x="753" y="5501"/>
                  </a:cubicBezTo>
                  <a:cubicBezTo>
                    <a:pt x="860" y="5597"/>
                    <a:pt x="994" y="5644"/>
                    <a:pt x="1127" y="5644"/>
                  </a:cubicBezTo>
                  <a:cubicBezTo>
                    <a:pt x="1282" y="5644"/>
                    <a:pt x="1436" y="5580"/>
                    <a:pt x="1548" y="5456"/>
                  </a:cubicBezTo>
                  <a:cubicBezTo>
                    <a:pt x="1756" y="5224"/>
                    <a:pt x="1735" y="4869"/>
                    <a:pt x="1506" y="4661"/>
                  </a:cubicBezTo>
                  <a:cubicBezTo>
                    <a:pt x="1428" y="4588"/>
                    <a:pt x="1130" y="4260"/>
                    <a:pt x="1130" y="3950"/>
                  </a:cubicBezTo>
                  <a:cubicBezTo>
                    <a:pt x="1130" y="3655"/>
                    <a:pt x="1410" y="3330"/>
                    <a:pt x="1506" y="3242"/>
                  </a:cubicBezTo>
                  <a:cubicBezTo>
                    <a:pt x="1581" y="3173"/>
                    <a:pt x="2259" y="2544"/>
                    <a:pt x="2259" y="1692"/>
                  </a:cubicBezTo>
                  <a:cubicBezTo>
                    <a:pt x="2259" y="842"/>
                    <a:pt x="1581" y="213"/>
                    <a:pt x="1506" y="144"/>
                  </a:cubicBezTo>
                  <a:cubicBezTo>
                    <a:pt x="1399" y="48"/>
                    <a:pt x="1265" y="1"/>
                    <a:pt x="1132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8" name="Google Shape;6132;p52">
              <a:extLst>
                <a:ext uri="{FF2B5EF4-FFF2-40B4-BE49-F238E27FC236}">
                  <a16:creationId xmlns:a16="http://schemas.microsoft.com/office/drawing/2014/main" id="{7E59AEB5-98E4-46AE-BC74-EEE2BE6432FD}"/>
                </a:ext>
              </a:extLst>
            </p:cNvPr>
            <p:cNvSpPr/>
            <p:nvPr/>
          </p:nvSpPr>
          <p:spPr>
            <a:xfrm>
              <a:off x="4557000" y="3806475"/>
              <a:ext cx="56500" cy="141125"/>
            </a:xfrm>
            <a:custGeom>
              <a:avLst/>
              <a:gdLst/>
              <a:ahLst/>
              <a:cxnLst/>
              <a:rect l="l" t="t" r="r" b="b"/>
              <a:pathLst>
                <a:path w="2260" h="5645" extrusionOk="0">
                  <a:moveTo>
                    <a:pt x="1132" y="1"/>
                  </a:moveTo>
                  <a:cubicBezTo>
                    <a:pt x="977" y="1"/>
                    <a:pt x="823" y="64"/>
                    <a:pt x="711" y="189"/>
                  </a:cubicBezTo>
                  <a:cubicBezTo>
                    <a:pt x="504" y="421"/>
                    <a:pt x="522" y="776"/>
                    <a:pt x="753" y="984"/>
                  </a:cubicBezTo>
                  <a:cubicBezTo>
                    <a:pt x="832" y="1056"/>
                    <a:pt x="1130" y="1385"/>
                    <a:pt x="1130" y="1695"/>
                  </a:cubicBezTo>
                  <a:cubicBezTo>
                    <a:pt x="1130" y="1990"/>
                    <a:pt x="850" y="2315"/>
                    <a:pt x="753" y="2402"/>
                  </a:cubicBezTo>
                  <a:cubicBezTo>
                    <a:pt x="678" y="2472"/>
                    <a:pt x="1" y="3101"/>
                    <a:pt x="1" y="3953"/>
                  </a:cubicBezTo>
                  <a:cubicBezTo>
                    <a:pt x="1" y="4802"/>
                    <a:pt x="675" y="5432"/>
                    <a:pt x="753" y="5501"/>
                  </a:cubicBezTo>
                  <a:cubicBezTo>
                    <a:pt x="861" y="5597"/>
                    <a:pt x="994" y="5644"/>
                    <a:pt x="1127" y="5644"/>
                  </a:cubicBezTo>
                  <a:cubicBezTo>
                    <a:pt x="1282" y="5644"/>
                    <a:pt x="1437" y="5580"/>
                    <a:pt x="1548" y="5456"/>
                  </a:cubicBezTo>
                  <a:cubicBezTo>
                    <a:pt x="1756" y="5224"/>
                    <a:pt x="1735" y="4869"/>
                    <a:pt x="1506" y="4661"/>
                  </a:cubicBezTo>
                  <a:cubicBezTo>
                    <a:pt x="1428" y="4588"/>
                    <a:pt x="1130" y="4260"/>
                    <a:pt x="1130" y="3950"/>
                  </a:cubicBezTo>
                  <a:cubicBezTo>
                    <a:pt x="1130" y="3655"/>
                    <a:pt x="1410" y="3330"/>
                    <a:pt x="1506" y="3242"/>
                  </a:cubicBezTo>
                  <a:cubicBezTo>
                    <a:pt x="1582" y="3173"/>
                    <a:pt x="2259" y="2544"/>
                    <a:pt x="2259" y="1692"/>
                  </a:cubicBezTo>
                  <a:cubicBezTo>
                    <a:pt x="2259" y="842"/>
                    <a:pt x="1582" y="213"/>
                    <a:pt x="1506" y="144"/>
                  </a:cubicBezTo>
                  <a:cubicBezTo>
                    <a:pt x="1399" y="48"/>
                    <a:pt x="1265" y="1"/>
                    <a:pt x="1132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9" name="Google Shape;6133;p52">
              <a:extLst>
                <a:ext uri="{FF2B5EF4-FFF2-40B4-BE49-F238E27FC236}">
                  <a16:creationId xmlns:a16="http://schemas.microsoft.com/office/drawing/2014/main" id="{D05984B2-DD18-465C-A46E-2AF8768F5A6A}"/>
                </a:ext>
              </a:extLst>
            </p:cNvPr>
            <p:cNvSpPr/>
            <p:nvPr/>
          </p:nvSpPr>
          <p:spPr>
            <a:xfrm>
              <a:off x="4464775" y="4230875"/>
              <a:ext cx="395250" cy="57400"/>
            </a:xfrm>
            <a:custGeom>
              <a:avLst/>
              <a:gdLst/>
              <a:ahLst/>
              <a:cxnLst/>
              <a:rect l="l" t="t" r="r" b="b"/>
              <a:pathLst>
                <a:path w="15810" h="2296" extrusionOk="0">
                  <a:moveTo>
                    <a:pt x="567" y="1"/>
                  </a:moveTo>
                  <a:cubicBezTo>
                    <a:pt x="254" y="1"/>
                    <a:pt x="1" y="251"/>
                    <a:pt x="1" y="564"/>
                  </a:cubicBezTo>
                  <a:cubicBezTo>
                    <a:pt x="1" y="877"/>
                    <a:pt x="254" y="1130"/>
                    <a:pt x="567" y="1130"/>
                  </a:cubicBezTo>
                  <a:lnTo>
                    <a:pt x="1910" y="1130"/>
                  </a:lnTo>
                  <a:lnTo>
                    <a:pt x="2006" y="1359"/>
                  </a:lnTo>
                  <a:cubicBezTo>
                    <a:pt x="2291" y="1932"/>
                    <a:pt x="2875" y="2295"/>
                    <a:pt x="3516" y="2295"/>
                  </a:cubicBezTo>
                  <a:cubicBezTo>
                    <a:pt x="3519" y="2295"/>
                    <a:pt x="3521" y="2295"/>
                    <a:pt x="3524" y="2295"/>
                  </a:cubicBezTo>
                  <a:lnTo>
                    <a:pt x="12290" y="2295"/>
                  </a:lnTo>
                  <a:cubicBezTo>
                    <a:pt x="12292" y="2295"/>
                    <a:pt x="12295" y="2295"/>
                    <a:pt x="12298" y="2295"/>
                  </a:cubicBezTo>
                  <a:cubicBezTo>
                    <a:pt x="12936" y="2295"/>
                    <a:pt x="13520" y="1932"/>
                    <a:pt x="13804" y="1359"/>
                  </a:cubicBezTo>
                  <a:lnTo>
                    <a:pt x="13901" y="1130"/>
                  </a:lnTo>
                  <a:lnTo>
                    <a:pt x="15247" y="1130"/>
                  </a:lnTo>
                  <a:cubicBezTo>
                    <a:pt x="15557" y="1130"/>
                    <a:pt x="15810" y="877"/>
                    <a:pt x="15810" y="564"/>
                  </a:cubicBezTo>
                  <a:cubicBezTo>
                    <a:pt x="15810" y="251"/>
                    <a:pt x="15557" y="1"/>
                    <a:pt x="1524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40" name="Google Shape;6134;p52">
              <a:extLst>
                <a:ext uri="{FF2B5EF4-FFF2-40B4-BE49-F238E27FC236}">
                  <a16:creationId xmlns:a16="http://schemas.microsoft.com/office/drawing/2014/main" id="{635B9F2C-E452-43B0-AF55-E18163A8BF12}"/>
                </a:ext>
              </a:extLst>
            </p:cNvPr>
            <p:cNvSpPr/>
            <p:nvPr/>
          </p:nvSpPr>
          <p:spPr>
            <a:xfrm>
              <a:off x="4840675" y="4007300"/>
              <a:ext cx="101725" cy="166025"/>
            </a:xfrm>
            <a:custGeom>
              <a:avLst/>
              <a:gdLst/>
              <a:ahLst/>
              <a:cxnLst/>
              <a:rect l="l" t="t" r="r" b="b"/>
              <a:pathLst>
                <a:path w="4069" h="6641" extrusionOk="0">
                  <a:moveTo>
                    <a:pt x="1870" y="0"/>
                  </a:moveTo>
                  <a:cubicBezTo>
                    <a:pt x="1852" y="380"/>
                    <a:pt x="1837" y="759"/>
                    <a:pt x="1795" y="1130"/>
                  </a:cubicBezTo>
                  <a:cubicBezTo>
                    <a:pt x="1927" y="1181"/>
                    <a:pt x="2048" y="1256"/>
                    <a:pt x="2150" y="1355"/>
                  </a:cubicBezTo>
                  <a:cubicBezTo>
                    <a:pt x="2800" y="2006"/>
                    <a:pt x="2433" y="3469"/>
                    <a:pt x="1352" y="4550"/>
                  </a:cubicBezTo>
                  <a:cubicBezTo>
                    <a:pt x="1177" y="4722"/>
                    <a:pt x="991" y="4879"/>
                    <a:pt x="792" y="5017"/>
                  </a:cubicBezTo>
                  <a:cubicBezTo>
                    <a:pt x="566" y="5577"/>
                    <a:pt x="301" y="6119"/>
                    <a:pt x="0" y="6640"/>
                  </a:cubicBezTo>
                  <a:cubicBezTo>
                    <a:pt x="747" y="6429"/>
                    <a:pt x="1506" y="5993"/>
                    <a:pt x="2150" y="5348"/>
                  </a:cubicBezTo>
                  <a:cubicBezTo>
                    <a:pt x="3716" y="3782"/>
                    <a:pt x="4068" y="1678"/>
                    <a:pt x="2948" y="557"/>
                  </a:cubicBezTo>
                  <a:cubicBezTo>
                    <a:pt x="2656" y="268"/>
                    <a:pt x="2280" y="97"/>
                    <a:pt x="1870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41" name="Google Shape;6135;p52">
              <a:extLst>
                <a:ext uri="{FF2B5EF4-FFF2-40B4-BE49-F238E27FC236}">
                  <a16:creationId xmlns:a16="http://schemas.microsoft.com/office/drawing/2014/main" id="{040A4CFE-8B79-4E5D-8AA7-6619E5B2F0FF}"/>
                </a:ext>
              </a:extLst>
            </p:cNvPr>
            <p:cNvSpPr/>
            <p:nvPr/>
          </p:nvSpPr>
          <p:spPr>
            <a:xfrm>
              <a:off x="4464775" y="3976800"/>
              <a:ext cx="395250" cy="225875"/>
            </a:xfrm>
            <a:custGeom>
              <a:avLst/>
              <a:gdLst/>
              <a:ahLst/>
              <a:cxnLst/>
              <a:rect l="l" t="t" r="r" b="b"/>
              <a:pathLst>
                <a:path w="15810" h="9035" extrusionOk="0">
                  <a:moveTo>
                    <a:pt x="564" y="1"/>
                  </a:moveTo>
                  <a:cubicBezTo>
                    <a:pt x="254" y="1"/>
                    <a:pt x="1" y="251"/>
                    <a:pt x="1" y="564"/>
                  </a:cubicBezTo>
                  <a:cubicBezTo>
                    <a:pt x="1" y="3930"/>
                    <a:pt x="1157" y="7026"/>
                    <a:pt x="3075" y="9035"/>
                  </a:cubicBezTo>
                  <a:lnTo>
                    <a:pt x="12735" y="9035"/>
                  </a:lnTo>
                  <a:cubicBezTo>
                    <a:pt x="14654" y="7026"/>
                    <a:pt x="15810" y="3930"/>
                    <a:pt x="15810" y="564"/>
                  </a:cubicBezTo>
                  <a:cubicBezTo>
                    <a:pt x="15810" y="251"/>
                    <a:pt x="15557" y="1"/>
                    <a:pt x="1524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pic>
        <p:nvPicPr>
          <p:cNvPr id="17" name="Picture 16">
            <a:extLst>
              <a:ext uri="{FF2B5EF4-FFF2-40B4-BE49-F238E27FC236}">
                <a16:creationId xmlns:a16="http://schemas.microsoft.com/office/drawing/2014/main" id="{33738E1F-3192-4488-90DF-1D3D0E4CEDAC}"/>
              </a:ext>
            </a:extLst>
          </p:cNvPr>
          <p:cNvPicPr/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7714" y="528908"/>
            <a:ext cx="6583372" cy="3853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9806170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Google Shape;270;p24"/>
          <p:cNvSpPr txBox="1">
            <a:spLocks noGrp="1"/>
          </p:cNvSpPr>
          <p:nvPr>
            <p:ph type="ctrTitle"/>
          </p:nvPr>
        </p:nvSpPr>
        <p:spPr>
          <a:xfrm>
            <a:off x="151761" y="1365844"/>
            <a:ext cx="1766403" cy="796943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2000" dirty="0">
                <a:solidFill>
                  <a:srgbClr val="48FFD5"/>
                </a:solidFill>
                <a:latin typeface="Impact"/>
                <a:ea typeface="Impact"/>
                <a:cs typeface="Impact"/>
                <a:sym typeface="Impact"/>
              </a:rPr>
              <a:t>PENGKODEAN</a:t>
            </a:r>
            <a:br>
              <a:rPr lang="es" sz="2000" dirty="0">
                <a:solidFill>
                  <a:srgbClr val="48FFD5"/>
                </a:solidFill>
                <a:latin typeface="Impact"/>
                <a:ea typeface="Impact"/>
                <a:cs typeface="Impact"/>
                <a:sym typeface="Impact"/>
              </a:rPr>
            </a:br>
            <a:r>
              <a:rPr lang="es" sz="2000" dirty="0">
                <a:solidFill>
                  <a:srgbClr val="48FFD5"/>
                </a:solidFill>
                <a:latin typeface="Impact"/>
                <a:ea typeface="Impact"/>
                <a:cs typeface="Impact"/>
                <a:sym typeface="Impact"/>
              </a:rPr>
              <a:t>SYSTEM</a:t>
            </a:r>
            <a:endParaRPr sz="2000" dirty="0">
              <a:solidFill>
                <a:srgbClr val="48FFD5"/>
              </a:solidFill>
              <a:latin typeface="Impact"/>
              <a:ea typeface="Impact"/>
              <a:cs typeface="Impact"/>
              <a:sym typeface="Impact"/>
            </a:endParaRPr>
          </a:p>
        </p:txBody>
      </p:sp>
      <p:sp>
        <p:nvSpPr>
          <p:cNvPr id="25" name="Google Shape;270;p24">
            <a:extLst>
              <a:ext uri="{FF2B5EF4-FFF2-40B4-BE49-F238E27FC236}">
                <a16:creationId xmlns:a16="http://schemas.microsoft.com/office/drawing/2014/main" id="{826F4B58-B400-4659-B4CE-1684508A8953}"/>
              </a:ext>
            </a:extLst>
          </p:cNvPr>
          <p:cNvSpPr txBox="1">
            <a:spLocks/>
          </p:cNvSpPr>
          <p:nvPr/>
        </p:nvSpPr>
        <p:spPr>
          <a:xfrm>
            <a:off x="1646193" y="4446317"/>
            <a:ext cx="6935189" cy="5254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Roboto Black"/>
              <a:buNone/>
              <a:defRPr sz="3600" b="0" i="0" u="none" strike="noStrike" cap="none">
                <a:solidFill>
                  <a:srgbClr val="FFFFFF"/>
                </a:solidFill>
                <a:latin typeface="Roboto Black"/>
                <a:ea typeface="Roboto Black"/>
                <a:cs typeface="Roboto Black"/>
                <a:sym typeface="Roboto Black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00"/>
              <a:buFont typeface="Bree Serif"/>
              <a:buNone/>
              <a:defRPr sz="5200" b="1" i="0" u="none" strike="noStrike" cap="none">
                <a:solidFill>
                  <a:srgbClr val="FFFFFF"/>
                </a:solidFill>
                <a:latin typeface="Bree Serif"/>
                <a:ea typeface="Bree Serif"/>
                <a:cs typeface="Bree Serif"/>
                <a:sym typeface="Bree Serif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00"/>
              <a:buFont typeface="Bree Serif"/>
              <a:buNone/>
              <a:defRPr sz="5200" b="1" i="0" u="none" strike="noStrike" cap="none">
                <a:solidFill>
                  <a:srgbClr val="FFFFFF"/>
                </a:solidFill>
                <a:latin typeface="Bree Serif"/>
                <a:ea typeface="Bree Serif"/>
                <a:cs typeface="Bree Serif"/>
                <a:sym typeface="Bree Serif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00"/>
              <a:buFont typeface="Bree Serif"/>
              <a:buNone/>
              <a:defRPr sz="5200" b="1" i="0" u="none" strike="noStrike" cap="none">
                <a:solidFill>
                  <a:srgbClr val="FFFFFF"/>
                </a:solidFill>
                <a:latin typeface="Bree Serif"/>
                <a:ea typeface="Bree Serif"/>
                <a:cs typeface="Bree Serif"/>
                <a:sym typeface="Bree Serif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00"/>
              <a:buFont typeface="Bree Serif"/>
              <a:buNone/>
              <a:defRPr sz="5200" b="1" i="0" u="none" strike="noStrike" cap="none">
                <a:solidFill>
                  <a:srgbClr val="FFFFFF"/>
                </a:solidFill>
                <a:latin typeface="Bree Serif"/>
                <a:ea typeface="Bree Serif"/>
                <a:cs typeface="Bree Serif"/>
                <a:sym typeface="Bree Serif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00"/>
              <a:buFont typeface="Bree Serif"/>
              <a:buNone/>
              <a:defRPr sz="5200" b="1" i="0" u="none" strike="noStrike" cap="none">
                <a:solidFill>
                  <a:srgbClr val="FFFFFF"/>
                </a:solidFill>
                <a:latin typeface="Bree Serif"/>
                <a:ea typeface="Bree Serif"/>
                <a:cs typeface="Bree Serif"/>
                <a:sym typeface="Bree Serif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00"/>
              <a:buFont typeface="Bree Serif"/>
              <a:buNone/>
              <a:defRPr sz="5200" b="1" i="0" u="none" strike="noStrike" cap="none">
                <a:solidFill>
                  <a:srgbClr val="FFFFFF"/>
                </a:solidFill>
                <a:latin typeface="Bree Serif"/>
                <a:ea typeface="Bree Serif"/>
                <a:cs typeface="Bree Serif"/>
                <a:sym typeface="Bree Serif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00"/>
              <a:buFont typeface="Bree Serif"/>
              <a:buNone/>
              <a:defRPr sz="5200" b="1" i="0" u="none" strike="noStrike" cap="none">
                <a:solidFill>
                  <a:srgbClr val="FFFFFF"/>
                </a:solidFill>
                <a:latin typeface="Bree Serif"/>
                <a:ea typeface="Bree Serif"/>
                <a:cs typeface="Bree Serif"/>
                <a:sym typeface="Bree Serif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00"/>
              <a:buFont typeface="Bree Serif"/>
              <a:buNone/>
              <a:defRPr sz="5200" b="1" i="0" u="none" strike="noStrike" cap="none">
                <a:solidFill>
                  <a:srgbClr val="FFFFFF"/>
                </a:solidFill>
                <a:latin typeface="Bree Serif"/>
                <a:ea typeface="Bree Serif"/>
                <a:cs typeface="Bree Serif"/>
                <a:sym typeface="Bree Serif"/>
              </a:defRPr>
            </a:lvl9pPr>
          </a:lstStyle>
          <a:p>
            <a:pPr algn="ctr"/>
            <a:r>
              <a:rPr lang="en-US" sz="2000" dirty="0" err="1">
                <a:solidFill>
                  <a:schemeClr val="accent6"/>
                </a:solidFill>
                <a:latin typeface="Impact"/>
                <a:ea typeface="Impact"/>
                <a:cs typeface="Impact"/>
                <a:sym typeface="Impact"/>
              </a:rPr>
              <a:t>Tampilan</a:t>
            </a:r>
            <a:r>
              <a:rPr lang="en-US" sz="2000" dirty="0">
                <a:solidFill>
                  <a:schemeClr val="accent6"/>
                </a:solidFill>
                <a:latin typeface="Impact"/>
                <a:ea typeface="Impact"/>
                <a:cs typeface="Impact"/>
                <a:sym typeface="Impact"/>
              </a:rPr>
              <a:t> </a:t>
            </a:r>
            <a:r>
              <a:rPr lang="en-US" sz="2000" dirty="0" err="1">
                <a:solidFill>
                  <a:schemeClr val="accent6"/>
                </a:solidFill>
                <a:latin typeface="Impact"/>
                <a:ea typeface="Impact"/>
                <a:cs typeface="Impact"/>
                <a:sym typeface="Impact"/>
              </a:rPr>
              <a:t>hapus</a:t>
            </a:r>
            <a:r>
              <a:rPr lang="en-US" sz="2000" dirty="0">
                <a:solidFill>
                  <a:schemeClr val="accent6"/>
                </a:solidFill>
                <a:latin typeface="Impact"/>
                <a:ea typeface="Impact"/>
                <a:cs typeface="Impact"/>
                <a:sym typeface="Impact"/>
              </a:rPr>
              <a:t> </a:t>
            </a:r>
            <a:r>
              <a:rPr lang="en-US" sz="2000" dirty="0" err="1">
                <a:solidFill>
                  <a:schemeClr val="accent6"/>
                </a:solidFill>
                <a:latin typeface="Impact"/>
                <a:ea typeface="Impact"/>
                <a:cs typeface="Impact"/>
                <a:sym typeface="Impact"/>
              </a:rPr>
              <a:t>akun</a:t>
            </a:r>
            <a:endParaRPr lang="en-US" sz="2000" dirty="0">
              <a:solidFill>
                <a:schemeClr val="accent6"/>
              </a:solidFill>
              <a:latin typeface="Impact"/>
              <a:ea typeface="Impact"/>
              <a:cs typeface="Impact"/>
              <a:sym typeface="Impact"/>
            </a:endParaRPr>
          </a:p>
        </p:txBody>
      </p:sp>
      <p:grpSp>
        <p:nvGrpSpPr>
          <p:cNvPr id="30" name="Google Shape;6112;p52">
            <a:extLst>
              <a:ext uri="{FF2B5EF4-FFF2-40B4-BE49-F238E27FC236}">
                <a16:creationId xmlns:a16="http://schemas.microsoft.com/office/drawing/2014/main" id="{4242C9B3-416D-4F66-94F9-B3F98CC371D5}"/>
              </a:ext>
            </a:extLst>
          </p:cNvPr>
          <p:cNvGrpSpPr/>
          <p:nvPr/>
        </p:nvGrpSpPr>
        <p:grpSpPr>
          <a:xfrm>
            <a:off x="620986" y="968837"/>
            <a:ext cx="346347" cy="339623"/>
            <a:chOff x="1490050" y="3805975"/>
            <a:chExt cx="491900" cy="482350"/>
          </a:xfrm>
          <a:solidFill>
            <a:schemeClr val="accent6"/>
          </a:solidFill>
        </p:grpSpPr>
        <p:sp>
          <p:nvSpPr>
            <p:cNvPr id="31" name="Google Shape;6113;p52">
              <a:extLst>
                <a:ext uri="{FF2B5EF4-FFF2-40B4-BE49-F238E27FC236}">
                  <a16:creationId xmlns:a16="http://schemas.microsoft.com/office/drawing/2014/main" id="{11609D5E-D4DF-47AE-85C3-093C27A5AC44}"/>
                </a:ext>
              </a:extLst>
            </p:cNvPr>
            <p:cNvSpPr/>
            <p:nvPr/>
          </p:nvSpPr>
          <p:spPr>
            <a:xfrm>
              <a:off x="1541775" y="3877050"/>
              <a:ext cx="302500" cy="277225"/>
            </a:xfrm>
            <a:custGeom>
              <a:avLst/>
              <a:gdLst/>
              <a:ahLst/>
              <a:cxnLst/>
              <a:rect l="l" t="t" r="r" b="b"/>
              <a:pathLst>
                <a:path w="12100" h="11089" extrusionOk="0">
                  <a:moveTo>
                    <a:pt x="10512" y="1"/>
                  </a:moveTo>
                  <a:lnTo>
                    <a:pt x="0" y="10513"/>
                  </a:lnTo>
                  <a:cubicBezTo>
                    <a:pt x="207" y="10475"/>
                    <a:pt x="415" y="10456"/>
                    <a:pt x="622" y="10456"/>
                  </a:cubicBezTo>
                  <a:cubicBezTo>
                    <a:pt x="1327" y="10456"/>
                    <a:pt x="2020" y="10674"/>
                    <a:pt x="2602" y="11088"/>
                  </a:cubicBezTo>
                  <a:lnTo>
                    <a:pt x="12099" y="1588"/>
                  </a:lnTo>
                  <a:lnTo>
                    <a:pt x="10512" y="1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2" name="Google Shape;6114;p52">
              <a:extLst>
                <a:ext uri="{FF2B5EF4-FFF2-40B4-BE49-F238E27FC236}">
                  <a16:creationId xmlns:a16="http://schemas.microsoft.com/office/drawing/2014/main" id="{59ED7026-E90B-4C60-BA0D-9CA344A6C55D}"/>
                </a:ext>
              </a:extLst>
            </p:cNvPr>
            <p:cNvSpPr/>
            <p:nvPr/>
          </p:nvSpPr>
          <p:spPr>
            <a:xfrm>
              <a:off x="1824450" y="3805975"/>
              <a:ext cx="157500" cy="150525"/>
            </a:xfrm>
            <a:custGeom>
              <a:avLst/>
              <a:gdLst/>
              <a:ahLst/>
              <a:cxnLst/>
              <a:rect l="l" t="t" r="r" b="b"/>
              <a:pathLst>
                <a:path w="6300" h="6021" extrusionOk="0">
                  <a:moveTo>
                    <a:pt x="3211" y="0"/>
                  </a:moveTo>
                  <a:cubicBezTo>
                    <a:pt x="2484" y="0"/>
                    <a:pt x="1758" y="281"/>
                    <a:pt x="1208" y="841"/>
                  </a:cubicBezTo>
                  <a:lnTo>
                    <a:pt x="0" y="2049"/>
                  </a:lnTo>
                  <a:lnTo>
                    <a:pt x="3972" y="6021"/>
                  </a:lnTo>
                  <a:lnTo>
                    <a:pt x="5180" y="4813"/>
                  </a:lnTo>
                  <a:cubicBezTo>
                    <a:pt x="6294" y="3717"/>
                    <a:pt x="6300" y="1925"/>
                    <a:pt x="5198" y="823"/>
                  </a:cubicBezTo>
                  <a:cubicBezTo>
                    <a:pt x="4649" y="274"/>
                    <a:pt x="3930" y="0"/>
                    <a:pt x="321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3" name="Google Shape;6115;p52">
              <a:extLst>
                <a:ext uri="{FF2B5EF4-FFF2-40B4-BE49-F238E27FC236}">
                  <a16:creationId xmlns:a16="http://schemas.microsoft.com/office/drawing/2014/main" id="{A35A982C-2D4F-4CB8-B29F-2E416F5AFF55}"/>
                </a:ext>
              </a:extLst>
            </p:cNvPr>
            <p:cNvSpPr/>
            <p:nvPr/>
          </p:nvSpPr>
          <p:spPr>
            <a:xfrm>
              <a:off x="1626675" y="3936600"/>
              <a:ext cx="277225" cy="302600"/>
            </a:xfrm>
            <a:custGeom>
              <a:avLst/>
              <a:gdLst/>
              <a:ahLst/>
              <a:cxnLst/>
              <a:rect l="l" t="t" r="r" b="b"/>
              <a:pathLst>
                <a:path w="11089" h="12104" extrusionOk="0">
                  <a:moveTo>
                    <a:pt x="9501" y="1"/>
                  </a:moveTo>
                  <a:lnTo>
                    <a:pt x="1" y="9501"/>
                  </a:lnTo>
                  <a:cubicBezTo>
                    <a:pt x="537" y="10254"/>
                    <a:pt x="745" y="11194"/>
                    <a:pt x="576" y="12103"/>
                  </a:cubicBezTo>
                  <a:lnTo>
                    <a:pt x="11088" y="1591"/>
                  </a:lnTo>
                  <a:lnTo>
                    <a:pt x="9501" y="1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4" name="Google Shape;6116;p52">
              <a:extLst>
                <a:ext uri="{FF2B5EF4-FFF2-40B4-BE49-F238E27FC236}">
                  <a16:creationId xmlns:a16="http://schemas.microsoft.com/office/drawing/2014/main" id="{196F6B18-F506-4B4E-A071-E20ACFB5D390}"/>
                </a:ext>
              </a:extLst>
            </p:cNvPr>
            <p:cNvSpPr/>
            <p:nvPr/>
          </p:nvSpPr>
          <p:spPr>
            <a:xfrm>
              <a:off x="1490050" y="4166500"/>
              <a:ext cx="129950" cy="121825"/>
            </a:xfrm>
            <a:custGeom>
              <a:avLst/>
              <a:gdLst/>
              <a:ahLst/>
              <a:cxnLst/>
              <a:rect l="l" t="t" r="r" b="b"/>
              <a:pathLst>
                <a:path w="5198" h="4873" extrusionOk="0">
                  <a:moveTo>
                    <a:pt x="2693" y="0"/>
                  </a:moveTo>
                  <a:cubicBezTo>
                    <a:pt x="2243" y="0"/>
                    <a:pt x="1790" y="133"/>
                    <a:pt x="1398" y="405"/>
                  </a:cubicBezTo>
                  <a:lnTo>
                    <a:pt x="1398" y="402"/>
                  </a:lnTo>
                  <a:lnTo>
                    <a:pt x="741" y="2446"/>
                  </a:lnTo>
                  <a:lnTo>
                    <a:pt x="139" y="4118"/>
                  </a:lnTo>
                  <a:cubicBezTo>
                    <a:pt x="0" y="4500"/>
                    <a:pt x="295" y="4872"/>
                    <a:pt x="664" y="4872"/>
                  </a:cubicBezTo>
                  <a:cubicBezTo>
                    <a:pt x="727" y="4872"/>
                    <a:pt x="793" y="4861"/>
                    <a:pt x="859" y="4837"/>
                  </a:cubicBezTo>
                  <a:lnTo>
                    <a:pt x="2530" y="4235"/>
                  </a:lnTo>
                  <a:lnTo>
                    <a:pt x="4574" y="3579"/>
                  </a:lnTo>
                  <a:cubicBezTo>
                    <a:pt x="5198" y="2672"/>
                    <a:pt x="5086" y="1450"/>
                    <a:pt x="4306" y="670"/>
                  </a:cubicBezTo>
                  <a:cubicBezTo>
                    <a:pt x="3866" y="228"/>
                    <a:pt x="3282" y="0"/>
                    <a:pt x="269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35" name="Google Shape;6129;p52">
            <a:extLst>
              <a:ext uri="{FF2B5EF4-FFF2-40B4-BE49-F238E27FC236}">
                <a16:creationId xmlns:a16="http://schemas.microsoft.com/office/drawing/2014/main" id="{4E8D1AE9-D5D3-4153-AD8C-91034433756A}"/>
              </a:ext>
            </a:extLst>
          </p:cNvPr>
          <p:cNvGrpSpPr/>
          <p:nvPr/>
        </p:nvGrpSpPr>
        <p:grpSpPr>
          <a:xfrm>
            <a:off x="1150434" y="968824"/>
            <a:ext cx="336296" cy="339235"/>
            <a:chOff x="4464775" y="3806475"/>
            <a:chExt cx="477625" cy="481800"/>
          </a:xfrm>
          <a:solidFill>
            <a:schemeClr val="accent6"/>
          </a:solidFill>
        </p:grpSpPr>
        <p:sp>
          <p:nvSpPr>
            <p:cNvPr id="36" name="Google Shape;6130;p52">
              <a:extLst>
                <a:ext uri="{FF2B5EF4-FFF2-40B4-BE49-F238E27FC236}">
                  <a16:creationId xmlns:a16="http://schemas.microsoft.com/office/drawing/2014/main" id="{2AB43A0A-5026-4A23-834F-AF469F1DAD51}"/>
                </a:ext>
              </a:extLst>
            </p:cNvPr>
            <p:cNvSpPr/>
            <p:nvPr/>
          </p:nvSpPr>
          <p:spPr>
            <a:xfrm>
              <a:off x="4726375" y="3806475"/>
              <a:ext cx="56500" cy="141125"/>
            </a:xfrm>
            <a:custGeom>
              <a:avLst/>
              <a:gdLst/>
              <a:ahLst/>
              <a:cxnLst/>
              <a:rect l="l" t="t" r="r" b="b"/>
              <a:pathLst>
                <a:path w="2260" h="5645" extrusionOk="0">
                  <a:moveTo>
                    <a:pt x="1133" y="1"/>
                  </a:moveTo>
                  <a:cubicBezTo>
                    <a:pt x="978" y="1"/>
                    <a:pt x="823" y="64"/>
                    <a:pt x="712" y="189"/>
                  </a:cubicBezTo>
                  <a:cubicBezTo>
                    <a:pt x="504" y="421"/>
                    <a:pt x="522" y="776"/>
                    <a:pt x="754" y="984"/>
                  </a:cubicBezTo>
                  <a:cubicBezTo>
                    <a:pt x="832" y="1056"/>
                    <a:pt x="1130" y="1385"/>
                    <a:pt x="1130" y="1695"/>
                  </a:cubicBezTo>
                  <a:cubicBezTo>
                    <a:pt x="1130" y="1990"/>
                    <a:pt x="850" y="2315"/>
                    <a:pt x="754" y="2402"/>
                  </a:cubicBezTo>
                  <a:cubicBezTo>
                    <a:pt x="678" y="2472"/>
                    <a:pt x="1" y="3101"/>
                    <a:pt x="1" y="3953"/>
                  </a:cubicBezTo>
                  <a:cubicBezTo>
                    <a:pt x="1" y="4802"/>
                    <a:pt x="675" y="5432"/>
                    <a:pt x="754" y="5501"/>
                  </a:cubicBezTo>
                  <a:cubicBezTo>
                    <a:pt x="861" y="5597"/>
                    <a:pt x="995" y="5644"/>
                    <a:pt x="1128" y="5644"/>
                  </a:cubicBezTo>
                  <a:cubicBezTo>
                    <a:pt x="1283" y="5644"/>
                    <a:pt x="1437" y="5580"/>
                    <a:pt x="1549" y="5456"/>
                  </a:cubicBezTo>
                  <a:cubicBezTo>
                    <a:pt x="1757" y="5224"/>
                    <a:pt x="1735" y="4869"/>
                    <a:pt x="1507" y="4661"/>
                  </a:cubicBezTo>
                  <a:cubicBezTo>
                    <a:pt x="1428" y="4588"/>
                    <a:pt x="1130" y="4260"/>
                    <a:pt x="1130" y="3950"/>
                  </a:cubicBezTo>
                  <a:cubicBezTo>
                    <a:pt x="1130" y="3655"/>
                    <a:pt x="1410" y="3330"/>
                    <a:pt x="1507" y="3242"/>
                  </a:cubicBezTo>
                  <a:cubicBezTo>
                    <a:pt x="1585" y="3173"/>
                    <a:pt x="2259" y="2544"/>
                    <a:pt x="2259" y="1692"/>
                  </a:cubicBezTo>
                  <a:cubicBezTo>
                    <a:pt x="2259" y="842"/>
                    <a:pt x="1585" y="213"/>
                    <a:pt x="1507" y="144"/>
                  </a:cubicBezTo>
                  <a:cubicBezTo>
                    <a:pt x="1399" y="48"/>
                    <a:pt x="1266" y="1"/>
                    <a:pt x="113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7" name="Google Shape;6131;p52">
              <a:extLst>
                <a:ext uri="{FF2B5EF4-FFF2-40B4-BE49-F238E27FC236}">
                  <a16:creationId xmlns:a16="http://schemas.microsoft.com/office/drawing/2014/main" id="{DC1FA845-5EB4-4183-AC92-FE3D1DF03E84}"/>
                </a:ext>
              </a:extLst>
            </p:cNvPr>
            <p:cNvSpPr/>
            <p:nvPr/>
          </p:nvSpPr>
          <p:spPr>
            <a:xfrm>
              <a:off x="4641700" y="3806475"/>
              <a:ext cx="56475" cy="141125"/>
            </a:xfrm>
            <a:custGeom>
              <a:avLst/>
              <a:gdLst/>
              <a:ahLst/>
              <a:cxnLst/>
              <a:rect l="l" t="t" r="r" b="b"/>
              <a:pathLst>
                <a:path w="2259" h="5645" extrusionOk="0">
                  <a:moveTo>
                    <a:pt x="1132" y="1"/>
                  </a:moveTo>
                  <a:cubicBezTo>
                    <a:pt x="977" y="1"/>
                    <a:pt x="823" y="64"/>
                    <a:pt x="711" y="189"/>
                  </a:cubicBezTo>
                  <a:cubicBezTo>
                    <a:pt x="503" y="421"/>
                    <a:pt x="521" y="776"/>
                    <a:pt x="753" y="984"/>
                  </a:cubicBezTo>
                  <a:cubicBezTo>
                    <a:pt x="831" y="1056"/>
                    <a:pt x="1130" y="1385"/>
                    <a:pt x="1130" y="1695"/>
                  </a:cubicBezTo>
                  <a:cubicBezTo>
                    <a:pt x="1130" y="1990"/>
                    <a:pt x="849" y="2315"/>
                    <a:pt x="753" y="2402"/>
                  </a:cubicBezTo>
                  <a:cubicBezTo>
                    <a:pt x="678" y="2472"/>
                    <a:pt x="0" y="3101"/>
                    <a:pt x="0" y="3953"/>
                  </a:cubicBezTo>
                  <a:cubicBezTo>
                    <a:pt x="0" y="4802"/>
                    <a:pt x="675" y="5432"/>
                    <a:pt x="753" y="5501"/>
                  </a:cubicBezTo>
                  <a:cubicBezTo>
                    <a:pt x="860" y="5597"/>
                    <a:pt x="994" y="5644"/>
                    <a:pt x="1127" y="5644"/>
                  </a:cubicBezTo>
                  <a:cubicBezTo>
                    <a:pt x="1282" y="5644"/>
                    <a:pt x="1436" y="5580"/>
                    <a:pt x="1548" y="5456"/>
                  </a:cubicBezTo>
                  <a:cubicBezTo>
                    <a:pt x="1756" y="5224"/>
                    <a:pt x="1735" y="4869"/>
                    <a:pt x="1506" y="4661"/>
                  </a:cubicBezTo>
                  <a:cubicBezTo>
                    <a:pt x="1428" y="4588"/>
                    <a:pt x="1130" y="4260"/>
                    <a:pt x="1130" y="3950"/>
                  </a:cubicBezTo>
                  <a:cubicBezTo>
                    <a:pt x="1130" y="3655"/>
                    <a:pt x="1410" y="3330"/>
                    <a:pt x="1506" y="3242"/>
                  </a:cubicBezTo>
                  <a:cubicBezTo>
                    <a:pt x="1581" y="3173"/>
                    <a:pt x="2259" y="2544"/>
                    <a:pt x="2259" y="1692"/>
                  </a:cubicBezTo>
                  <a:cubicBezTo>
                    <a:pt x="2259" y="842"/>
                    <a:pt x="1581" y="213"/>
                    <a:pt x="1506" y="144"/>
                  </a:cubicBezTo>
                  <a:cubicBezTo>
                    <a:pt x="1399" y="48"/>
                    <a:pt x="1265" y="1"/>
                    <a:pt x="1132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8" name="Google Shape;6132;p52">
              <a:extLst>
                <a:ext uri="{FF2B5EF4-FFF2-40B4-BE49-F238E27FC236}">
                  <a16:creationId xmlns:a16="http://schemas.microsoft.com/office/drawing/2014/main" id="{7E59AEB5-98E4-46AE-BC74-EEE2BE6432FD}"/>
                </a:ext>
              </a:extLst>
            </p:cNvPr>
            <p:cNvSpPr/>
            <p:nvPr/>
          </p:nvSpPr>
          <p:spPr>
            <a:xfrm>
              <a:off x="4557000" y="3806475"/>
              <a:ext cx="56500" cy="141125"/>
            </a:xfrm>
            <a:custGeom>
              <a:avLst/>
              <a:gdLst/>
              <a:ahLst/>
              <a:cxnLst/>
              <a:rect l="l" t="t" r="r" b="b"/>
              <a:pathLst>
                <a:path w="2260" h="5645" extrusionOk="0">
                  <a:moveTo>
                    <a:pt x="1132" y="1"/>
                  </a:moveTo>
                  <a:cubicBezTo>
                    <a:pt x="977" y="1"/>
                    <a:pt x="823" y="64"/>
                    <a:pt x="711" y="189"/>
                  </a:cubicBezTo>
                  <a:cubicBezTo>
                    <a:pt x="504" y="421"/>
                    <a:pt x="522" y="776"/>
                    <a:pt x="753" y="984"/>
                  </a:cubicBezTo>
                  <a:cubicBezTo>
                    <a:pt x="832" y="1056"/>
                    <a:pt x="1130" y="1385"/>
                    <a:pt x="1130" y="1695"/>
                  </a:cubicBezTo>
                  <a:cubicBezTo>
                    <a:pt x="1130" y="1990"/>
                    <a:pt x="850" y="2315"/>
                    <a:pt x="753" y="2402"/>
                  </a:cubicBezTo>
                  <a:cubicBezTo>
                    <a:pt x="678" y="2472"/>
                    <a:pt x="1" y="3101"/>
                    <a:pt x="1" y="3953"/>
                  </a:cubicBezTo>
                  <a:cubicBezTo>
                    <a:pt x="1" y="4802"/>
                    <a:pt x="675" y="5432"/>
                    <a:pt x="753" y="5501"/>
                  </a:cubicBezTo>
                  <a:cubicBezTo>
                    <a:pt x="861" y="5597"/>
                    <a:pt x="994" y="5644"/>
                    <a:pt x="1127" y="5644"/>
                  </a:cubicBezTo>
                  <a:cubicBezTo>
                    <a:pt x="1282" y="5644"/>
                    <a:pt x="1437" y="5580"/>
                    <a:pt x="1548" y="5456"/>
                  </a:cubicBezTo>
                  <a:cubicBezTo>
                    <a:pt x="1756" y="5224"/>
                    <a:pt x="1735" y="4869"/>
                    <a:pt x="1506" y="4661"/>
                  </a:cubicBezTo>
                  <a:cubicBezTo>
                    <a:pt x="1428" y="4588"/>
                    <a:pt x="1130" y="4260"/>
                    <a:pt x="1130" y="3950"/>
                  </a:cubicBezTo>
                  <a:cubicBezTo>
                    <a:pt x="1130" y="3655"/>
                    <a:pt x="1410" y="3330"/>
                    <a:pt x="1506" y="3242"/>
                  </a:cubicBezTo>
                  <a:cubicBezTo>
                    <a:pt x="1582" y="3173"/>
                    <a:pt x="2259" y="2544"/>
                    <a:pt x="2259" y="1692"/>
                  </a:cubicBezTo>
                  <a:cubicBezTo>
                    <a:pt x="2259" y="842"/>
                    <a:pt x="1582" y="213"/>
                    <a:pt x="1506" y="144"/>
                  </a:cubicBezTo>
                  <a:cubicBezTo>
                    <a:pt x="1399" y="48"/>
                    <a:pt x="1265" y="1"/>
                    <a:pt x="1132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9" name="Google Shape;6133;p52">
              <a:extLst>
                <a:ext uri="{FF2B5EF4-FFF2-40B4-BE49-F238E27FC236}">
                  <a16:creationId xmlns:a16="http://schemas.microsoft.com/office/drawing/2014/main" id="{D05984B2-DD18-465C-A46E-2AF8768F5A6A}"/>
                </a:ext>
              </a:extLst>
            </p:cNvPr>
            <p:cNvSpPr/>
            <p:nvPr/>
          </p:nvSpPr>
          <p:spPr>
            <a:xfrm>
              <a:off x="4464775" y="4230875"/>
              <a:ext cx="395250" cy="57400"/>
            </a:xfrm>
            <a:custGeom>
              <a:avLst/>
              <a:gdLst/>
              <a:ahLst/>
              <a:cxnLst/>
              <a:rect l="l" t="t" r="r" b="b"/>
              <a:pathLst>
                <a:path w="15810" h="2296" extrusionOk="0">
                  <a:moveTo>
                    <a:pt x="567" y="1"/>
                  </a:moveTo>
                  <a:cubicBezTo>
                    <a:pt x="254" y="1"/>
                    <a:pt x="1" y="251"/>
                    <a:pt x="1" y="564"/>
                  </a:cubicBezTo>
                  <a:cubicBezTo>
                    <a:pt x="1" y="877"/>
                    <a:pt x="254" y="1130"/>
                    <a:pt x="567" y="1130"/>
                  </a:cubicBezTo>
                  <a:lnTo>
                    <a:pt x="1910" y="1130"/>
                  </a:lnTo>
                  <a:lnTo>
                    <a:pt x="2006" y="1359"/>
                  </a:lnTo>
                  <a:cubicBezTo>
                    <a:pt x="2291" y="1932"/>
                    <a:pt x="2875" y="2295"/>
                    <a:pt x="3516" y="2295"/>
                  </a:cubicBezTo>
                  <a:cubicBezTo>
                    <a:pt x="3519" y="2295"/>
                    <a:pt x="3521" y="2295"/>
                    <a:pt x="3524" y="2295"/>
                  </a:cubicBezTo>
                  <a:lnTo>
                    <a:pt x="12290" y="2295"/>
                  </a:lnTo>
                  <a:cubicBezTo>
                    <a:pt x="12292" y="2295"/>
                    <a:pt x="12295" y="2295"/>
                    <a:pt x="12298" y="2295"/>
                  </a:cubicBezTo>
                  <a:cubicBezTo>
                    <a:pt x="12936" y="2295"/>
                    <a:pt x="13520" y="1932"/>
                    <a:pt x="13804" y="1359"/>
                  </a:cubicBezTo>
                  <a:lnTo>
                    <a:pt x="13901" y="1130"/>
                  </a:lnTo>
                  <a:lnTo>
                    <a:pt x="15247" y="1130"/>
                  </a:lnTo>
                  <a:cubicBezTo>
                    <a:pt x="15557" y="1130"/>
                    <a:pt x="15810" y="877"/>
                    <a:pt x="15810" y="564"/>
                  </a:cubicBezTo>
                  <a:cubicBezTo>
                    <a:pt x="15810" y="251"/>
                    <a:pt x="15557" y="1"/>
                    <a:pt x="1524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40" name="Google Shape;6134;p52">
              <a:extLst>
                <a:ext uri="{FF2B5EF4-FFF2-40B4-BE49-F238E27FC236}">
                  <a16:creationId xmlns:a16="http://schemas.microsoft.com/office/drawing/2014/main" id="{635B9F2C-E452-43B0-AF55-E18163A8BF12}"/>
                </a:ext>
              </a:extLst>
            </p:cNvPr>
            <p:cNvSpPr/>
            <p:nvPr/>
          </p:nvSpPr>
          <p:spPr>
            <a:xfrm>
              <a:off x="4840675" y="4007300"/>
              <a:ext cx="101725" cy="166025"/>
            </a:xfrm>
            <a:custGeom>
              <a:avLst/>
              <a:gdLst/>
              <a:ahLst/>
              <a:cxnLst/>
              <a:rect l="l" t="t" r="r" b="b"/>
              <a:pathLst>
                <a:path w="4069" h="6641" extrusionOk="0">
                  <a:moveTo>
                    <a:pt x="1870" y="0"/>
                  </a:moveTo>
                  <a:cubicBezTo>
                    <a:pt x="1852" y="380"/>
                    <a:pt x="1837" y="759"/>
                    <a:pt x="1795" y="1130"/>
                  </a:cubicBezTo>
                  <a:cubicBezTo>
                    <a:pt x="1927" y="1181"/>
                    <a:pt x="2048" y="1256"/>
                    <a:pt x="2150" y="1355"/>
                  </a:cubicBezTo>
                  <a:cubicBezTo>
                    <a:pt x="2800" y="2006"/>
                    <a:pt x="2433" y="3469"/>
                    <a:pt x="1352" y="4550"/>
                  </a:cubicBezTo>
                  <a:cubicBezTo>
                    <a:pt x="1177" y="4722"/>
                    <a:pt x="991" y="4879"/>
                    <a:pt x="792" y="5017"/>
                  </a:cubicBezTo>
                  <a:cubicBezTo>
                    <a:pt x="566" y="5577"/>
                    <a:pt x="301" y="6119"/>
                    <a:pt x="0" y="6640"/>
                  </a:cubicBezTo>
                  <a:cubicBezTo>
                    <a:pt x="747" y="6429"/>
                    <a:pt x="1506" y="5993"/>
                    <a:pt x="2150" y="5348"/>
                  </a:cubicBezTo>
                  <a:cubicBezTo>
                    <a:pt x="3716" y="3782"/>
                    <a:pt x="4068" y="1678"/>
                    <a:pt x="2948" y="557"/>
                  </a:cubicBezTo>
                  <a:cubicBezTo>
                    <a:pt x="2656" y="268"/>
                    <a:pt x="2280" y="97"/>
                    <a:pt x="1870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41" name="Google Shape;6135;p52">
              <a:extLst>
                <a:ext uri="{FF2B5EF4-FFF2-40B4-BE49-F238E27FC236}">
                  <a16:creationId xmlns:a16="http://schemas.microsoft.com/office/drawing/2014/main" id="{040A4CFE-8B79-4E5D-8AA7-6619E5B2F0FF}"/>
                </a:ext>
              </a:extLst>
            </p:cNvPr>
            <p:cNvSpPr/>
            <p:nvPr/>
          </p:nvSpPr>
          <p:spPr>
            <a:xfrm>
              <a:off x="4464775" y="3976800"/>
              <a:ext cx="395250" cy="225875"/>
            </a:xfrm>
            <a:custGeom>
              <a:avLst/>
              <a:gdLst/>
              <a:ahLst/>
              <a:cxnLst/>
              <a:rect l="l" t="t" r="r" b="b"/>
              <a:pathLst>
                <a:path w="15810" h="9035" extrusionOk="0">
                  <a:moveTo>
                    <a:pt x="564" y="1"/>
                  </a:moveTo>
                  <a:cubicBezTo>
                    <a:pt x="254" y="1"/>
                    <a:pt x="1" y="251"/>
                    <a:pt x="1" y="564"/>
                  </a:cubicBezTo>
                  <a:cubicBezTo>
                    <a:pt x="1" y="3930"/>
                    <a:pt x="1157" y="7026"/>
                    <a:pt x="3075" y="9035"/>
                  </a:cubicBezTo>
                  <a:lnTo>
                    <a:pt x="12735" y="9035"/>
                  </a:lnTo>
                  <a:cubicBezTo>
                    <a:pt x="14654" y="7026"/>
                    <a:pt x="15810" y="3930"/>
                    <a:pt x="15810" y="564"/>
                  </a:cubicBezTo>
                  <a:cubicBezTo>
                    <a:pt x="15810" y="251"/>
                    <a:pt x="15557" y="1"/>
                    <a:pt x="1524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pic>
        <p:nvPicPr>
          <p:cNvPr id="18" name="Picture 17">
            <a:extLst>
              <a:ext uri="{FF2B5EF4-FFF2-40B4-BE49-F238E27FC236}">
                <a16:creationId xmlns:a16="http://schemas.microsoft.com/office/drawing/2014/main" id="{0969B2CD-0829-4907-952D-3BD8D425EBDF}"/>
              </a:ext>
            </a:extLst>
          </p:cNvPr>
          <p:cNvPicPr/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18164" y="311535"/>
            <a:ext cx="6994511" cy="40939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5913776"/>
      </p:ext>
    </p:extLst>
  </p:cSld>
  <p:clrMapOvr>
    <a:masterClrMapping/>
  </p:clrMapOvr>
</p:sld>
</file>

<file path=ppt/theme/theme1.xml><?xml version="1.0" encoding="utf-8"?>
<a:theme xmlns:a="http://schemas.openxmlformats.org/drawingml/2006/main" name="WEB PROPOSAL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8FFD5"/>
      </a:accent1>
      <a:accent2>
        <a:srgbClr val="48FFD5"/>
      </a:accent2>
      <a:accent3>
        <a:srgbClr val="48FFD5"/>
      </a:accent3>
      <a:accent4>
        <a:srgbClr val="48FFD5"/>
      </a:accent4>
      <a:accent5>
        <a:srgbClr val="48FFD5"/>
      </a:accent5>
      <a:accent6>
        <a:srgbClr val="48FFD5"/>
      </a:accent6>
      <a:hlink>
        <a:srgbClr val="48FFD5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649</TotalTime>
  <Words>307</Words>
  <Application>Microsoft Office PowerPoint</Application>
  <PresentationFormat>On-screen Show (16:9)</PresentationFormat>
  <Paragraphs>56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31" baseType="lpstr">
      <vt:lpstr>Roboto Light</vt:lpstr>
      <vt:lpstr>Bree Serif</vt:lpstr>
      <vt:lpstr>Roboto Mono Regular</vt:lpstr>
      <vt:lpstr>Impact</vt:lpstr>
      <vt:lpstr>Arial</vt:lpstr>
      <vt:lpstr>Roboto Black</vt:lpstr>
      <vt:lpstr>WEB PROPOSAL</vt:lpstr>
      <vt:lpstr>PENGEMBANGAN 1.0</vt:lpstr>
      <vt:lpstr>PowerPoint Presentation</vt:lpstr>
      <vt:lpstr>PENGKODEAN SYSTEM</vt:lpstr>
      <vt:lpstr>PENGKODEAN SYSTEM</vt:lpstr>
      <vt:lpstr>PENGKODEAN SYSTEM</vt:lpstr>
      <vt:lpstr>PENGKODEAN SYSTEM</vt:lpstr>
      <vt:lpstr>PENGKODEAN SYSTEM</vt:lpstr>
      <vt:lpstr>PENGKODEAN SYSTEM</vt:lpstr>
      <vt:lpstr>PENGKODEAN SYSTEM</vt:lpstr>
      <vt:lpstr>PENGKODEAN SYSTEM</vt:lpstr>
      <vt:lpstr>PENGKODEAN SYSTEM</vt:lpstr>
      <vt:lpstr>PENGKODEAN SYSTEM</vt:lpstr>
      <vt:lpstr>PENGKODEAN SYSTEM</vt:lpstr>
      <vt:lpstr>PENGKODEAN SYSTEM</vt:lpstr>
      <vt:lpstr>PENGKODEAN SYSTEM</vt:lpstr>
      <vt:lpstr>PENGKODEAN SYSTEM</vt:lpstr>
      <vt:lpstr>PENGKODEAN SYSTEM</vt:lpstr>
      <vt:lpstr>PENGKODEAN SYSTEM</vt:lpstr>
      <vt:lpstr>PENGKODEAN SYSTEM</vt:lpstr>
      <vt:lpstr>PENGKODEAN SYSTEM</vt:lpstr>
      <vt:lpstr>PENGKODEAN SYSTEM</vt:lpstr>
      <vt:lpstr>PENGKODEAN SYSTEM</vt:lpstr>
      <vt:lpstr>PENGKODEAN SYSTEM</vt:lpstr>
      <vt:lpstr>PENGKODEAN SYSTEM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SIPLAKOM</dc:title>
  <cp:lastModifiedBy>Bubble -</cp:lastModifiedBy>
  <cp:revision>54</cp:revision>
  <dcterms:modified xsi:type="dcterms:W3CDTF">2022-03-28T07:18:35Z</dcterms:modified>
</cp:coreProperties>
</file>