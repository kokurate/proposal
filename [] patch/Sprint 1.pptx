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6" r:id="rId1"/>
  </p:sldMasterIdLst>
  <p:notesMasterIdLst>
    <p:notesMasterId r:id="rId24"/>
  </p:notesMasterIdLst>
  <p:sldIdLst>
    <p:sldId id="326" r:id="rId2"/>
    <p:sldId id="327" r:id="rId3"/>
    <p:sldId id="328" r:id="rId4"/>
    <p:sldId id="329" r:id="rId5"/>
    <p:sldId id="330" r:id="rId6"/>
    <p:sldId id="331" r:id="rId7"/>
    <p:sldId id="332" r:id="rId8"/>
    <p:sldId id="333" r:id="rId9"/>
    <p:sldId id="334" r:id="rId10"/>
    <p:sldId id="335" r:id="rId11"/>
    <p:sldId id="336" r:id="rId12"/>
    <p:sldId id="337" r:id="rId13"/>
    <p:sldId id="338" r:id="rId14"/>
    <p:sldId id="339" r:id="rId15"/>
    <p:sldId id="340" r:id="rId16"/>
    <p:sldId id="341" r:id="rId17"/>
    <p:sldId id="342" r:id="rId18"/>
    <p:sldId id="343" r:id="rId19"/>
    <p:sldId id="344" r:id="rId20"/>
    <p:sldId id="345" r:id="rId21"/>
    <p:sldId id="346" r:id="rId22"/>
    <p:sldId id="347" r:id="rId23"/>
  </p:sldIdLst>
  <p:sldSz cx="9144000" cy="5143500" type="screen16x9"/>
  <p:notesSz cx="6858000" cy="9144000"/>
  <p:embeddedFontLst>
    <p:embeddedFont>
      <p:font typeface="Bree Serif" panose="020B0604020202020204" charset="0"/>
      <p:regular r:id="rId25"/>
    </p:embeddedFont>
    <p:embeddedFont>
      <p:font typeface="Impact" panose="020B0806030902050204" pitchFamily="34" charset="0"/>
      <p:regular r:id="rId26"/>
    </p:embeddedFont>
    <p:embeddedFont>
      <p:font typeface="Roboto Black" panose="02000000000000000000" pitchFamily="2" charset="0"/>
      <p:bold r:id="rId27"/>
      <p:boldItalic r:id="rId28"/>
    </p:embeddedFont>
    <p:embeddedFont>
      <p:font typeface="Roboto Light" panose="02000000000000000000" pitchFamily="2" charset="0"/>
      <p:regular r:id="rId29"/>
      <p:bold r:id="rId30"/>
      <p:italic r:id="rId31"/>
      <p:boldItalic r:id="rId32"/>
    </p:embeddedFont>
    <p:embeddedFont>
      <p:font typeface="Roboto Mono Regular" panose="020B0604020202020204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7139FDD-7E2B-432C-9B23-0D9BA3194AB1}">
  <a:tblStyle styleId="{47139FDD-7E2B-432C-9B23-0D9BA3194AB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00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5ba3f769e1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5ba3f769e1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619185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5ba3f769e1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5ba3f769e1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910469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5ba3f769e1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5ba3f769e1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543075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5ba3f769e1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5ba3f769e1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139804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5ba3f769e1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5ba3f769e1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050514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5ba3f769e1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5ba3f769e1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781322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5ba3f769e1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5ba3f769e1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53016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5ba3f769e1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5ba3f769e1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692719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5ba3f769e1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5ba3f769e1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68184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5ba3f769e1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5ba3f769e1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37996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5ba3f769e1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5ba3f769e1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803855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5ba3f769e1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5ba3f769e1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107124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5ba3f769e1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5ba3f769e1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76768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5ba3f769e1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5ba3f769e1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859982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5ba3f769e1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5ba3f769e1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44452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5ba3f769e1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5ba3f769e1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611732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5ba3f769e1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5ba3f769e1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469848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5ba3f769e1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5ba3f769e1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4987782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5ba3f769e1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5ba3f769e1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517362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5ba3f769e1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5ba3f769e1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781555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5ba3f769e1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5ba3f769e1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794451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5ba3f769e1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5ba3f769e1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918947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+ IMAGE">
  <p:cSld name="TITLE_2"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>
            <a:spLocks noGrp="1"/>
          </p:cNvSpPr>
          <p:nvPr>
            <p:ph type="ctrTitle"/>
          </p:nvPr>
        </p:nvSpPr>
        <p:spPr>
          <a:xfrm>
            <a:off x="4893700" y="1737500"/>
            <a:ext cx="35304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oboto Black"/>
              <a:buNone/>
              <a:defRPr sz="36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subTitle" idx="1"/>
          </p:nvPr>
        </p:nvSpPr>
        <p:spPr>
          <a:xfrm>
            <a:off x="4893700" y="2746375"/>
            <a:ext cx="3457500" cy="142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 Regular"/>
              <a:buNone/>
              <a:defRPr sz="1200">
                <a:solidFill>
                  <a:srgbClr val="FFFFFF"/>
                </a:solidFill>
                <a:latin typeface="Roboto Mono Regular"/>
                <a:ea typeface="Roboto Mono Regular"/>
                <a:cs typeface="Roboto Mono Regular"/>
                <a:sym typeface="Roboto Mono Regular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 Regular"/>
              <a:buNone/>
              <a:defRPr sz="1200">
                <a:solidFill>
                  <a:srgbClr val="FFFFFF"/>
                </a:solidFill>
                <a:latin typeface="Roboto Mono Regular"/>
                <a:ea typeface="Roboto Mono Regular"/>
                <a:cs typeface="Roboto Mono Regular"/>
                <a:sym typeface="Roboto Mono Regular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 Regular"/>
              <a:buNone/>
              <a:defRPr sz="1200">
                <a:solidFill>
                  <a:srgbClr val="FFFFFF"/>
                </a:solidFill>
                <a:latin typeface="Roboto Mono Regular"/>
                <a:ea typeface="Roboto Mono Regular"/>
                <a:cs typeface="Roboto Mono Regular"/>
                <a:sym typeface="Roboto Mono Regular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 Regular"/>
              <a:buNone/>
              <a:defRPr sz="1200">
                <a:solidFill>
                  <a:srgbClr val="FFFFFF"/>
                </a:solidFill>
                <a:latin typeface="Roboto Mono Regular"/>
                <a:ea typeface="Roboto Mono Regular"/>
                <a:cs typeface="Roboto Mono Regular"/>
                <a:sym typeface="Roboto Mono Regular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 Regular"/>
              <a:buNone/>
              <a:defRPr sz="1200">
                <a:solidFill>
                  <a:srgbClr val="FFFFFF"/>
                </a:solidFill>
                <a:latin typeface="Roboto Mono Regular"/>
                <a:ea typeface="Roboto Mono Regular"/>
                <a:cs typeface="Roboto Mono Regular"/>
                <a:sym typeface="Roboto Mono Regular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 Regular"/>
              <a:buNone/>
              <a:defRPr sz="1200">
                <a:solidFill>
                  <a:srgbClr val="FFFFFF"/>
                </a:solidFill>
                <a:latin typeface="Roboto Mono Regular"/>
                <a:ea typeface="Roboto Mono Regular"/>
                <a:cs typeface="Roboto Mono Regular"/>
                <a:sym typeface="Roboto Mono Regular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 Regular"/>
              <a:buNone/>
              <a:defRPr sz="1200">
                <a:solidFill>
                  <a:srgbClr val="FFFFFF"/>
                </a:solidFill>
                <a:latin typeface="Roboto Mono Regular"/>
                <a:ea typeface="Roboto Mono Regular"/>
                <a:cs typeface="Roboto Mono Regular"/>
                <a:sym typeface="Roboto Mono Regular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 Regular"/>
              <a:buNone/>
              <a:defRPr sz="1200">
                <a:solidFill>
                  <a:srgbClr val="FFFFFF"/>
                </a:solidFill>
                <a:latin typeface="Roboto Mono Regular"/>
                <a:ea typeface="Roboto Mono Regular"/>
                <a:cs typeface="Roboto Mono Regular"/>
                <a:sym typeface="Roboto Mono Regula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bg>
      <p:bgPr>
        <a:solidFill>
          <a:srgbClr val="FFFFF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92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oboto Black"/>
              <a:buNone/>
              <a:defRPr sz="28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BFBFB"/>
              </a:buClr>
              <a:buSzPts val="2800"/>
              <a:buFont typeface="Bree Serif"/>
              <a:buNone/>
              <a:defRPr sz="2800" b="1">
                <a:solidFill>
                  <a:srgbClr val="FBFBFB"/>
                </a:solidFill>
                <a:latin typeface="Bree Serif"/>
                <a:ea typeface="Bree Serif"/>
                <a:cs typeface="Bree Serif"/>
                <a:sym typeface="Bree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BFBFB"/>
              </a:buClr>
              <a:buSzPts val="2800"/>
              <a:buFont typeface="Bree Serif"/>
              <a:buNone/>
              <a:defRPr sz="2800" b="1">
                <a:solidFill>
                  <a:srgbClr val="FBFBFB"/>
                </a:solidFill>
                <a:latin typeface="Bree Serif"/>
                <a:ea typeface="Bree Serif"/>
                <a:cs typeface="Bree Serif"/>
                <a:sym typeface="Bree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BFBFB"/>
              </a:buClr>
              <a:buSzPts val="2800"/>
              <a:buFont typeface="Bree Serif"/>
              <a:buNone/>
              <a:defRPr sz="2800" b="1">
                <a:solidFill>
                  <a:srgbClr val="FBFBFB"/>
                </a:solidFill>
                <a:latin typeface="Bree Serif"/>
                <a:ea typeface="Bree Serif"/>
                <a:cs typeface="Bree Serif"/>
                <a:sym typeface="Bree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BFBFB"/>
              </a:buClr>
              <a:buSzPts val="2800"/>
              <a:buFont typeface="Bree Serif"/>
              <a:buNone/>
              <a:defRPr sz="2800" b="1">
                <a:solidFill>
                  <a:srgbClr val="FBFBFB"/>
                </a:solidFill>
                <a:latin typeface="Bree Serif"/>
                <a:ea typeface="Bree Serif"/>
                <a:cs typeface="Bree Serif"/>
                <a:sym typeface="Bree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BFBFB"/>
              </a:buClr>
              <a:buSzPts val="2800"/>
              <a:buFont typeface="Bree Serif"/>
              <a:buNone/>
              <a:defRPr sz="2800" b="1">
                <a:solidFill>
                  <a:srgbClr val="FBFBFB"/>
                </a:solidFill>
                <a:latin typeface="Bree Serif"/>
                <a:ea typeface="Bree Serif"/>
                <a:cs typeface="Bree Serif"/>
                <a:sym typeface="Bree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BFBFB"/>
              </a:buClr>
              <a:buSzPts val="2800"/>
              <a:buFont typeface="Bree Serif"/>
              <a:buNone/>
              <a:defRPr sz="2800" b="1">
                <a:solidFill>
                  <a:srgbClr val="FBFBFB"/>
                </a:solidFill>
                <a:latin typeface="Bree Serif"/>
                <a:ea typeface="Bree Serif"/>
                <a:cs typeface="Bree Serif"/>
                <a:sym typeface="Bree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BFBFB"/>
              </a:buClr>
              <a:buSzPts val="2800"/>
              <a:buFont typeface="Bree Serif"/>
              <a:buNone/>
              <a:defRPr sz="2800" b="1">
                <a:solidFill>
                  <a:srgbClr val="FBFBFB"/>
                </a:solidFill>
                <a:latin typeface="Bree Serif"/>
                <a:ea typeface="Bree Serif"/>
                <a:cs typeface="Bree Serif"/>
                <a:sym typeface="Bree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BFBFB"/>
              </a:buClr>
              <a:buSzPts val="2800"/>
              <a:buFont typeface="Bree Serif"/>
              <a:buNone/>
              <a:defRPr sz="2800" b="1">
                <a:solidFill>
                  <a:srgbClr val="FBFBFB"/>
                </a:solidFill>
                <a:latin typeface="Bree Serif"/>
                <a:ea typeface="Bree Serif"/>
                <a:cs typeface="Bree Serif"/>
                <a:sym typeface="Bree Serif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 Light"/>
              <a:buChar char="●"/>
              <a:defRPr sz="18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Light"/>
              <a:buChar char="○"/>
              <a:defRPr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Light"/>
              <a:buChar char="■"/>
              <a:defRPr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Light"/>
              <a:buChar char="●"/>
              <a:defRPr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Light"/>
              <a:buChar char="○"/>
              <a:defRPr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Light"/>
              <a:buChar char="■"/>
              <a:defRPr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Light"/>
              <a:buChar char="●"/>
              <a:defRPr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Light"/>
              <a:buChar char="○"/>
              <a:defRPr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Roboto Light"/>
              <a:buChar char="■"/>
              <a:defRPr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63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4"/>
          <p:cNvSpPr txBox="1">
            <a:spLocks noGrp="1"/>
          </p:cNvSpPr>
          <p:nvPr>
            <p:ph type="ctrTitle"/>
          </p:nvPr>
        </p:nvSpPr>
        <p:spPr>
          <a:xfrm>
            <a:off x="151761" y="1365844"/>
            <a:ext cx="1766403" cy="79694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 dirty="0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  <a:t>PENGKODEAN</a:t>
            </a:r>
            <a:br>
              <a:rPr lang="es" sz="2000" dirty="0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</a:br>
            <a:r>
              <a:rPr lang="es" sz="2000" dirty="0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  <a:t>SYSTEM</a:t>
            </a:r>
            <a:endParaRPr sz="2000" dirty="0">
              <a:solidFill>
                <a:srgbClr val="48FFD5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5" name="Google Shape;270;p24">
            <a:extLst>
              <a:ext uri="{FF2B5EF4-FFF2-40B4-BE49-F238E27FC236}">
                <a16:creationId xmlns:a16="http://schemas.microsoft.com/office/drawing/2014/main" id="{826F4B58-B400-4659-B4CE-1684508A8953}"/>
              </a:ext>
            </a:extLst>
          </p:cNvPr>
          <p:cNvSpPr txBox="1">
            <a:spLocks/>
          </p:cNvSpPr>
          <p:nvPr/>
        </p:nvSpPr>
        <p:spPr>
          <a:xfrm>
            <a:off x="1646193" y="4446317"/>
            <a:ext cx="6935189" cy="525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oboto Black"/>
              <a:buNone/>
              <a:defRPr sz="3600" b="0" i="0" u="none" strike="noStrike" cap="none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9pPr>
          </a:lstStyle>
          <a:p>
            <a:pPr algn="ctr"/>
            <a:r>
              <a:rPr lang="en-US" sz="2000" dirty="0" err="1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  <a:t>Tampilan</a:t>
            </a:r>
            <a:r>
              <a:rPr lang="en-US" sz="2000" dirty="0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  <a:t> Home</a:t>
            </a:r>
            <a:br>
              <a:rPr lang="en-US" sz="2000" dirty="0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</a:br>
            <a:r>
              <a:rPr lang="en-US" sz="2000" dirty="0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  <a:t>#main</a:t>
            </a:r>
          </a:p>
        </p:txBody>
      </p:sp>
      <p:grpSp>
        <p:nvGrpSpPr>
          <p:cNvPr id="30" name="Google Shape;6112;p52">
            <a:extLst>
              <a:ext uri="{FF2B5EF4-FFF2-40B4-BE49-F238E27FC236}">
                <a16:creationId xmlns:a16="http://schemas.microsoft.com/office/drawing/2014/main" id="{4242C9B3-416D-4F66-94F9-B3F98CC371D5}"/>
              </a:ext>
            </a:extLst>
          </p:cNvPr>
          <p:cNvGrpSpPr/>
          <p:nvPr/>
        </p:nvGrpSpPr>
        <p:grpSpPr>
          <a:xfrm>
            <a:off x="620986" y="968837"/>
            <a:ext cx="346347" cy="339623"/>
            <a:chOff x="1490050" y="3805975"/>
            <a:chExt cx="491900" cy="482350"/>
          </a:xfrm>
          <a:solidFill>
            <a:schemeClr val="accent6"/>
          </a:solidFill>
        </p:grpSpPr>
        <p:sp>
          <p:nvSpPr>
            <p:cNvPr id="31" name="Google Shape;6113;p52">
              <a:extLst>
                <a:ext uri="{FF2B5EF4-FFF2-40B4-BE49-F238E27FC236}">
                  <a16:creationId xmlns:a16="http://schemas.microsoft.com/office/drawing/2014/main" id="{11609D5E-D4DF-47AE-85C3-093C27A5AC44}"/>
                </a:ext>
              </a:extLst>
            </p:cNvPr>
            <p:cNvSpPr/>
            <p:nvPr/>
          </p:nvSpPr>
          <p:spPr>
            <a:xfrm>
              <a:off x="1541775" y="3877050"/>
              <a:ext cx="302500" cy="277225"/>
            </a:xfrm>
            <a:custGeom>
              <a:avLst/>
              <a:gdLst/>
              <a:ahLst/>
              <a:cxnLst/>
              <a:rect l="l" t="t" r="r" b="b"/>
              <a:pathLst>
                <a:path w="12100" h="11089" extrusionOk="0">
                  <a:moveTo>
                    <a:pt x="10512" y="1"/>
                  </a:moveTo>
                  <a:lnTo>
                    <a:pt x="0" y="10513"/>
                  </a:lnTo>
                  <a:cubicBezTo>
                    <a:pt x="207" y="10475"/>
                    <a:pt x="415" y="10456"/>
                    <a:pt x="622" y="10456"/>
                  </a:cubicBezTo>
                  <a:cubicBezTo>
                    <a:pt x="1327" y="10456"/>
                    <a:pt x="2020" y="10674"/>
                    <a:pt x="2602" y="11088"/>
                  </a:cubicBezTo>
                  <a:lnTo>
                    <a:pt x="12099" y="1588"/>
                  </a:lnTo>
                  <a:lnTo>
                    <a:pt x="105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2" name="Google Shape;6114;p52">
              <a:extLst>
                <a:ext uri="{FF2B5EF4-FFF2-40B4-BE49-F238E27FC236}">
                  <a16:creationId xmlns:a16="http://schemas.microsoft.com/office/drawing/2014/main" id="{59ED7026-E90B-4C60-BA0D-9CA344A6C55D}"/>
                </a:ext>
              </a:extLst>
            </p:cNvPr>
            <p:cNvSpPr/>
            <p:nvPr/>
          </p:nvSpPr>
          <p:spPr>
            <a:xfrm>
              <a:off x="1824450" y="3805975"/>
              <a:ext cx="157500" cy="150525"/>
            </a:xfrm>
            <a:custGeom>
              <a:avLst/>
              <a:gdLst/>
              <a:ahLst/>
              <a:cxnLst/>
              <a:rect l="l" t="t" r="r" b="b"/>
              <a:pathLst>
                <a:path w="6300" h="6021" extrusionOk="0">
                  <a:moveTo>
                    <a:pt x="3211" y="0"/>
                  </a:moveTo>
                  <a:cubicBezTo>
                    <a:pt x="2484" y="0"/>
                    <a:pt x="1758" y="281"/>
                    <a:pt x="1208" y="841"/>
                  </a:cubicBezTo>
                  <a:lnTo>
                    <a:pt x="0" y="2049"/>
                  </a:lnTo>
                  <a:lnTo>
                    <a:pt x="3972" y="6021"/>
                  </a:lnTo>
                  <a:lnTo>
                    <a:pt x="5180" y="4813"/>
                  </a:lnTo>
                  <a:cubicBezTo>
                    <a:pt x="6294" y="3717"/>
                    <a:pt x="6300" y="1925"/>
                    <a:pt x="5198" y="823"/>
                  </a:cubicBezTo>
                  <a:cubicBezTo>
                    <a:pt x="4649" y="274"/>
                    <a:pt x="3930" y="0"/>
                    <a:pt x="32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3" name="Google Shape;6115;p52">
              <a:extLst>
                <a:ext uri="{FF2B5EF4-FFF2-40B4-BE49-F238E27FC236}">
                  <a16:creationId xmlns:a16="http://schemas.microsoft.com/office/drawing/2014/main" id="{A35A982C-2D4F-4CB8-B29F-2E416F5AFF55}"/>
                </a:ext>
              </a:extLst>
            </p:cNvPr>
            <p:cNvSpPr/>
            <p:nvPr/>
          </p:nvSpPr>
          <p:spPr>
            <a:xfrm>
              <a:off x="1626675" y="3936600"/>
              <a:ext cx="277225" cy="302600"/>
            </a:xfrm>
            <a:custGeom>
              <a:avLst/>
              <a:gdLst/>
              <a:ahLst/>
              <a:cxnLst/>
              <a:rect l="l" t="t" r="r" b="b"/>
              <a:pathLst>
                <a:path w="11089" h="12104" extrusionOk="0">
                  <a:moveTo>
                    <a:pt x="9501" y="1"/>
                  </a:moveTo>
                  <a:lnTo>
                    <a:pt x="1" y="9501"/>
                  </a:lnTo>
                  <a:cubicBezTo>
                    <a:pt x="537" y="10254"/>
                    <a:pt x="745" y="11194"/>
                    <a:pt x="576" y="12103"/>
                  </a:cubicBezTo>
                  <a:lnTo>
                    <a:pt x="11088" y="1591"/>
                  </a:lnTo>
                  <a:lnTo>
                    <a:pt x="950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4" name="Google Shape;6116;p52">
              <a:extLst>
                <a:ext uri="{FF2B5EF4-FFF2-40B4-BE49-F238E27FC236}">
                  <a16:creationId xmlns:a16="http://schemas.microsoft.com/office/drawing/2014/main" id="{196F6B18-F506-4B4E-A071-E20ACFB5D390}"/>
                </a:ext>
              </a:extLst>
            </p:cNvPr>
            <p:cNvSpPr/>
            <p:nvPr/>
          </p:nvSpPr>
          <p:spPr>
            <a:xfrm>
              <a:off x="1490050" y="4166500"/>
              <a:ext cx="129950" cy="121825"/>
            </a:xfrm>
            <a:custGeom>
              <a:avLst/>
              <a:gdLst/>
              <a:ahLst/>
              <a:cxnLst/>
              <a:rect l="l" t="t" r="r" b="b"/>
              <a:pathLst>
                <a:path w="5198" h="4873" extrusionOk="0">
                  <a:moveTo>
                    <a:pt x="2693" y="0"/>
                  </a:moveTo>
                  <a:cubicBezTo>
                    <a:pt x="2243" y="0"/>
                    <a:pt x="1790" y="133"/>
                    <a:pt x="1398" y="405"/>
                  </a:cubicBezTo>
                  <a:lnTo>
                    <a:pt x="1398" y="402"/>
                  </a:lnTo>
                  <a:lnTo>
                    <a:pt x="741" y="2446"/>
                  </a:lnTo>
                  <a:lnTo>
                    <a:pt x="139" y="4118"/>
                  </a:lnTo>
                  <a:cubicBezTo>
                    <a:pt x="0" y="4500"/>
                    <a:pt x="295" y="4872"/>
                    <a:pt x="664" y="4872"/>
                  </a:cubicBezTo>
                  <a:cubicBezTo>
                    <a:pt x="727" y="4872"/>
                    <a:pt x="793" y="4861"/>
                    <a:pt x="859" y="4837"/>
                  </a:cubicBezTo>
                  <a:lnTo>
                    <a:pt x="2530" y="4235"/>
                  </a:lnTo>
                  <a:lnTo>
                    <a:pt x="4574" y="3579"/>
                  </a:lnTo>
                  <a:cubicBezTo>
                    <a:pt x="5198" y="2672"/>
                    <a:pt x="5086" y="1450"/>
                    <a:pt x="4306" y="670"/>
                  </a:cubicBezTo>
                  <a:cubicBezTo>
                    <a:pt x="3866" y="228"/>
                    <a:pt x="3282" y="0"/>
                    <a:pt x="269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35" name="Google Shape;6129;p52">
            <a:extLst>
              <a:ext uri="{FF2B5EF4-FFF2-40B4-BE49-F238E27FC236}">
                <a16:creationId xmlns:a16="http://schemas.microsoft.com/office/drawing/2014/main" id="{4E8D1AE9-D5D3-4153-AD8C-91034433756A}"/>
              </a:ext>
            </a:extLst>
          </p:cNvPr>
          <p:cNvGrpSpPr/>
          <p:nvPr/>
        </p:nvGrpSpPr>
        <p:grpSpPr>
          <a:xfrm>
            <a:off x="1150434" y="968824"/>
            <a:ext cx="336296" cy="339235"/>
            <a:chOff x="4464775" y="3806475"/>
            <a:chExt cx="477625" cy="481800"/>
          </a:xfrm>
          <a:solidFill>
            <a:schemeClr val="accent6"/>
          </a:solidFill>
        </p:grpSpPr>
        <p:sp>
          <p:nvSpPr>
            <p:cNvPr id="36" name="Google Shape;6130;p52">
              <a:extLst>
                <a:ext uri="{FF2B5EF4-FFF2-40B4-BE49-F238E27FC236}">
                  <a16:creationId xmlns:a16="http://schemas.microsoft.com/office/drawing/2014/main" id="{2AB43A0A-5026-4A23-834F-AF469F1DAD51}"/>
                </a:ext>
              </a:extLst>
            </p:cNvPr>
            <p:cNvSpPr/>
            <p:nvPr/>
          </p:nvSpPr>
          <p:spPr>
            <a:xfrm>
              <a:off x="4726375" y="3806475"/>
              <a:ext cx="56500" cy="141125"/>
            </a:xfrm>
            <a:custGeom>
              <a:avLst/>
              <a:gdLst/>
              <a:ahLst/>
              <a:cxnLst/>
              <a:rect l="l" t="t" r="r" b="b"/>
              <a:pathLst>
                <a:path w="2260" h="5645" extrusionOk="0">
                  <a:moveTo>
                    <a:pt x="1133" y="1"/>
                  </a:moveTo>
                  <a:cubicBezTo>
                    <a:pt x="978" y="1"/>
                    <a:pt x="823" y="64"/>
                    <a:pt x="712" y="189"/>
                  </a:cubicBezTo>
                  <a:cubicBezTo>
                    <a:pt x="504" y="421"/>
                    <a:pt x="522" y="776"/>
                    <a:pt x="754" y="984"/>
                  </a:cubicBezTo>
                  <a:cubicBezTo>
                    <a:pt x="832" y="1056"/>
                    <a:pt x="1130" y="1385"/>
                    <a:pt x="1130" y="1695"/>
                  </a:cubicBezTo>
                  <a:cubicBezTo>
                    <a:pt x="1130" y="1990"/>
                    <a:pt x="850" y="2315"/>
                    <a:pt x="754" y="2402"/>
                  </a:cubicBezTo>
                  <a:cubicBezTo>
                    <a:pt x="678" y="2472"/>
                    <a:pt x="1" y="3101"/>
                    <a:pt x="1" y="3953"/>
                  </a:cubicBezTo>
                  <a:cubicBezTo>
                    <a:pt x="1" y="4802"/>
                    <a:pt x="675" y="5432"/>
                    <a:pt x="754" y="5501"/>
                  </a:cubicBezTo>
                  <a:cubicBezTo>
                    <a:pt x="861" y="5597"/>
                    <a:pt x="995" y="5644"/>
                    <a:pt x="1128" y="5644"/>
                  </a:cubicBezTo>
                  <a:cubicBezTo>
                    <a:pt x="1283" y="5644"/>
                    <a:pt x="1437" y="5580"/>
                    <a:pt x="1549" y="5456"/>
                  </a:cubicBezTo>
                  <a:cubicBezTo>
                    <a:pt x="1757" y="5224"/>
                    <a:pt x="1735" y="4869"/>
                    <a:pt x="1507" y="4661"/>
                  </a:cubicBezTo>
                  <a:cubicBezTo>
                    <a:pt x="1428" y="4588"/>
                    <a:pt x="1130" y="4260"/>
                    <a:pt x="1130" y="3950"/>
                  </a:cubicBezTo>
                  <a:cubicBezTo>
                    <a:pt x="1130" y="3655"/>
                    <a:pt x="1410" y="3330"/>
                    <a:pt x="1507" y="3242"/>
                  </a:cubicBezTo>
                  <a:cubicBezTo>
                    <a:pt x="1585" y="3173"/>
                    <a:pt x="2259" y="2544"/>
                    <a:pt x="2259" y="1692"/>
                  </a:cubicBezTo>
                  <a:cubicBezTo>
                    <a:pt x="2259" y="842"/>
                    <a:pt x="1585" y="213"/>
                    <a:pt x="1507" y="144"/>
                  </a:cubicBezTo>
                  <a:cubicBezTo>
                    <a:pt x="1399" y="48"/>
                    <a:pt x="1266" y="1"/>
                    <a:pt x="11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7" name="Google Shape;6131;p52">
              <a:extLst>
                <a:ext uri="{FF2B5EF4-FFF2-40B4-BE49-F238E27FC236}">
                  <a16:creationId xmlns:a16="http://schemas.microsoft.com/office/drawing/2014/main" id="{DC1FA845-5EB4-4183-AC92-FE3D1DF03E84}"/>
                </a:ext>
              </a:extLst>
            </p:cNvPr>
            <p:cNvSpPr/>
            <p:nvPr/>
          </p:nvSpPr>
          <p:spPr>
            <a:xfrm>
              <a:off x="4641700" y="3806475"/>
              <a:ext cx="56475" cy="141125"/>
            </a:xfrm>
            <a:custGeom>
              <a:avLst/>
              <a:gdLst/>
              <a:ahLst/>
              <a:cxnLst/>
              <a:rect l="l" t="t" r="r" b="b"/>
              <a:pathLst>
                <a:path w="2259" h="5645" extrusionOk="0">
                  <a:moveTo>
                    <a:pt x="1132" y="1"/>
                  </a:moveTo>
                  <a:cubicBezTo>
                    <a:pt x="977" y="1"/>
                    <a:pt x="823" y="64"/>
                    <a:pt x="711" y="189"/>
                  </a:cubicBezTo>
                  <a:cubicBezTo>
                    <a:pt x="503" y="421"/>
                    <a:pt x="521" y="776"/>
                    <a:pt x="753" y="984"/>
                  </a:cubicBezTo>
                  <a:cubicBezTo>
                    <a:pt x="831" y="1056"/>
                    <a:pt x="1130" y="1385"/>
                    <a:pt x="1130" y="1695"/>
                  </a:cubicBezTo>
                  <a:cubicBezTo>
                    <a:pt x="1130" y="1990"/>
                    <a:pt x="849" y="2315"/>
                    <a:pt x="753" y="2402"/>
                  </a:cubicBezTo>
                  <a:cubicBezTo>
                    <a:pt x="678" y="2472"/>
                    <a:pt x="0" y="3101"/>
                    <a:pt x="0" y="3953"/>
                  </a:cubicBezTo>
                  <a:cubicBezTo>
                    <a:pt x="0" y="4802"/>
                    <a:pt x="675" y="5432"/>
                    <a:pt x="753" y="5501"/>
                  </a:cubicBezTo>
                  <a:cubicBezTo>
                    <a:pt x="860" y="5597"/>
                    <a:pt x="994" y="5644"/>
                    <a:pt x="1127" y="5644"/>
                  </a:cubicBezTo>
                  <a:cubicBezTo>
                    <a:pt x="1282" y="5644"/>
                    <a:pt x="1436" y="5580"/>
                    <a:pt x="1548" y="5456"/>
                  </a:cubicBezTo>
                  <a:cubicBezTo>
                    <a:pt x="1756" y="5224"/>
                    <a:pt x="1735" y="4869"/>
                    <a:pt x="1506" y="4661"/>
                  </a:cubicBezTo>
                  <a:cubicBezTo>
                    <a:pt x="1428" y="4588"/>
                    <a:pt x="1130" y="4260"/>
                    <a:pt x="1130" y="3950"/>
                  </a:cubicBezTo>
                  <a:cubicBezTo>
                    <a:pt x="1130" y="3655"/>
                    <a:pt x="1410" y="3330"/>
                    <a:pt x="1506" y="3242"/>
                  </a:cubicBezTo>
                  <a:cubicBezTo>
                    <a:pt x="1581" y="3173"/>
                    <a:pt x="2259" y="2544"/>
                    <a:pt x="2259" y="1692"/>
                  </a:cubicBezTo>
                  <a:cubicBezTo>
                    <a:pt x="2259" y="842"/>
                    <a:pt x="1581" y="213"/>
                    <a:pt x="1506" y="144"/>
                  </a:cubicBezTo>
                  <a:cubicBezTo>
                    <a:pt x="1399" y="48"/>
                    <a:pt x="1265" y="1"/>
                    <a:pt x="11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8" name="Google Shape;6132;p52">
              <a:extLst>
                <a:ext uri="{FF2B5EF4-FFF2-40B4-BE49-F238E27FC236}">
                  <a16:creationId xmlns:a16="http://schemas.microsoft.com/office/drawing/2014/main" id="{7E59AEB5-98E4-46AE-BC74-EEE2BE6432FD}"/>
                </a:ext>
              </a:extLst>
            </p:cNvPr>
            <p:cNvSpPr/>
            <p:nvPr/>
          </p:nvSpPr>
          <p:spPr>
            <a:xfrm>
              <a:off x="4557000" y="3806475"/>
              <a:ext cx="56500" cy="141125"/>
            </a:xfrm>
            <a:custGeom>
              <a:avLst/>
              <a:gdLst/>
              <a:ahLst/>
              <a:cxnLst/>
              <a:rect l="l" t="t" r="r" b="b"/>
              <a:pathLst>
                <a:path w="2260" h="5645" extrusionOk="0">
                  <a:moveTo>
                    <a:pt x="1132" y="1"/>
                  </a:moveTo>
                  <a:cubicBezTo>
                    <a:pt x="977" y="1"/>
                    <a:pt x="823" y="64"/>
                    <a:pt x="711" y="189"/>
                  </a:cubicBezTo>
                  <a:cubicBezTo>
                    <a:pt x="504" y="421"/>
                    <a:pt x="522" y="776"/>
                    <a:pt x="753" y="984"/>
                  </a:cubicBezTo>
                  <a:cubicBezTo>
                    <a:pt x="832" y="1056"/>
                    <a:pt x="1130" y="1385"/>
                    <a:pt x="1130" y="1695"/>
                  </a:cubicBezTo>
                  <a:cubicBezTo>
                    <a:pt x="1130" y="1990"/>
                    <a:pt x="850" y="2315"/>
                    <a:pt x="753" y="2402"/>
                  </a:cubicBezTo>
                  <a:cubicBezTo>
                    <a:pt x="678" y="2472"/>
                    <a:pt x="1" y="3101"/>
                    <a:pt x="1" y="3953"/>
                  </a:cubicBezTo>
                  <a:cubicBezTo>
                    <a:pt x="1" y="4802"/>
                    <a:pt x="675" y="5432"/>
                    <a:pt x="753" y="5501"/>
                  </a:cubicBezTo>
                  <a:cubicBezTo>
                    <a:pt x="861" y="5597"/>
                    <a:pt x="994" y="5644"/>
                    <a:pt x="1127" y="5644"/>
                  </a:cubicBezTo>
                  <a:cubicBezTo>
                    <a:pt x="1282" y="5644"/>
                    <a:pt x="1437" y="5580"/>
                    <a:pt x="1548" y="5456"/>
                  </a:cubicBezTo>
                  <a:cubicBezTo>
                    <a:pt x="1756" y="5224"/>
                    <a:pt x="1735" y="4869"/>
                    <a:pt x="1506" y="4661"/>
                  </a:cubicBezTo>
                  <a:cubicBezTo>
                    <a:pt x="1428" y="4588"/>
                    <a:pt x="1130" y="4260"/>
                    <a:pt x="1130" y="3950"/>
                  </a:cubicBezTo>
                  <a:cubicBezTo>
                    <a:pt x="1130" y="3655"/>
                    <a:pt x="1410" y="3330"/>
                    <a:pt x="1506" y="3242"/>
                  </a:cubicBezTo>
                  <a:cubicBezTo>
                    <a:pt x="1582" y="3173"/>
                    <a:pt x="2259" y="2544"/>
                    <a:pt x="2259" y="1692"/>
                  </a:cubicBezTo>
                  <a:cubicBezTo>
                    <a:pt x="2259" y="842"/>
                    <a:pt x="1582" y="213"/>
                    <a:pt x="1506" y="144"/>
                  </a:cubicBezTo>
                  <a:cubicBezTo>
                    <a:pt x="1399" y="48"/>
                    <a:pt x="1265" y="1"/>
                    <a:pt x="11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9" name="Google Shape;6133;p52">
              <a:extLst>
                <a:ext uri="{FF2B5EF4-FFF2-40B4-BE49-F238E27FC236}">
                  <a16:creationId xmlns:a16="http://schemas.microsoft.com/office/drawing/2014/main" id="{D05984B2-DD18-465C-A46E-2AF8768F5A6A}"/>
                </a:ext>
              </a:extLst>
            </p:cNvPr>
            <p:cNvSpPr/>
            <p:nvPr/>
          </p:nvSpPr>
          <p:spPr>
            <a:xfrm>
              <a:off x="4464775" y="4230875"/>
              <a:ext cx="395250" cy="57400"/>
            </a:xfrm>
            <a:custGeom>
              <a:avLst/>
              <a:gdLst/>
              <a:ahLst/>
              <a:cxnLst/>
              <a:rect l="l" t="t" r="r" b="b"/>
              <a:pathLst>
                <a:path w="15810" h="2296" extrusionOk="0">
                  <a:moveTo>
                    <a:pt x="567" y="1"/>
                  </a:moveTo>
                  <a:cubicBezTo>
                    <a:pt x="254" y="1"/>
                    <a:pt x="1" y="251"/>
                    <a:pt x="1" y="564"/>
                  </a:cubicBezTo>
                  <a:cubicBezTo>
                    <a:pt x="1" y="877"/>
                    <a:pt x="254" y="1130"/>
                    <a:pt x="567" y="1130"/>
                  </a:cubicBezTo>
                  <a:lnTo>
                    <a:pt x="1910" y="1130"/>
                  </a:lnTo>
                  <a:lnTo>
                    <a:pt x="2006" y="1359"/>
                  </a:lnTo>
                  <a:cubicBezTo>
                    <a:pt x="2291" y="1932"/>
                    <a:pt x="2875" y="2295"/>
                    <a:pt x="3516" y="2295"/>
                  </a:cubicBezTo>
                  <a:cubicBezTo>
                    <a:pt x="3519" y="2295"/>
                    <a:pt x="3521" y="2295"/>
                    <a:pt x="3524" y="2295"/>
                  </a:cubicBezTo>
                  <a:lnTo>
                    <a:pt x="12290" y="2295"/>
                  </a:lnTo>
                  <a:cubicBezTo>
                    <a:pt x="12292" y="2295"/>
                    <a:pt x="12295" y="2295"/>
                    <a:pt x="12298" y="2295"/>
                  </a:cubicBezTo>
                  <a:cubicBezTo>
                    <a:pt x="12936" y="2295"/>
                    <a:pt x="13520" y="1932"/>
                    <a:pt x="13804" y="1359"/>
                  </a:cubicBezTo>
                  <a:lnTo>
                    <a:pt x="13901" y="1130"/>
                  </a:lnTo>
                  <a:lnTo>
                    <a:pt x="15247" y="1130"/>
                  </a:lnTo>
                  <a:cubicBezTo>
                    <a:pt x="15557" y="1130"/>
                    <a:pt x="15810" y="877"/>
                    <a:pt x="15810" y="564"/>
                  </a:cubicBezTo>
                  <a:cubicBezTo>
                    <a:pt x="15810" y="251"/>
                    <a:pt x="15557" y="1"/>
                    <a:pt x="152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0" name="Google Shape;6134;p52">
              <a:extLst>
                <a:ext uri="{FF2B5EF4-FFF2-40B4-BE49-F238E27FC236}">
                  <a16:creationId xmlns:a16="http://schemas.microsoft.com/office/drawing/2014/main" id="{635B9F2C-E452-43B0-AF55-E18163A8BF12}"/>
                </a:ext>
              </a:extLst>
            </p:cNvPr>
            <p:cNvSpPr/>
            <p:nvPr/>
          </p:nvSpPr>
          <p:spPr>
            <a:xfrm>
              <a:off x="4840675" y="4007300"/>
              <a:ext cx="101725" cy="166025"/>
            </a:xfrm>
            <a:custGeom>
              <a:avLst/>
              <a:gdLst/>
              <a:ahLst/>
              <a:cxnLst/>
              <a:rect l="l" t="t" r="r" b="b"/>
              <a:pathLst>
                <a:path w="4069" h="6641" extrusionOk="0">
                  <a:moveTo>
                    <a:pt x="1870" y="0"/>
                  </a:moveTo>
                  <a:cubicBezTo>
                    <a:pt x="1852" y="380"/>
                    <a:pt x="1837" y="759"/>
                    <a:pt x="1795" y="1130"/>
                  </a:cubicBezTo>
                  <a:cubicBezTo>
                    <a:pt x="1927" y="1181"/>
                    <a:pt x="2048" y="1256"/>
                    <a:pt x="2150" y="1355"/>
                  </a:cubicBezTo>
                  <a:cubicBezTo>
                    <a:pt x="2800" y="2006"/>
                    <a:pt x="2433" y="3469"/>
                    <a:pt x="1352" y="4550"/>
                  </a:cubicBezTo>
                  <a:cubicBezTo>
                    <a:pt x="1177" y="4722"/>
                    <a:pt x="991" y="4879"/>
                    <a:pt x="792" y="5017"/>
                  </a:cubicBezTo>
                  <a:cubicBezTo>
                    <a:pt x="566" y="5577"/>
                    <a:pt x="301" y="6119"/>
                    <a:pt x="0" y="6640"/>
                  </a:cubicBezTo>
                  <a:cubicBezTo>
                    <a:pt x="747" y="6429"/>
                    <a:pt x="1506" y="5993"/>
                    <a:pt x="2150" y="5348"/>
                  </a:cubicBezTo>
                  <a:cubicBezTo>
                    <a:pt x="3716" y="3782"/>
                    <a:pt x="4068" y="1678"/>
                    <a:pt x="2948" y="557"/>
                  </a:cubicBezTo>
                  <a:cubicBezTo>
                    <a:pt x="2656" y="268"/>
                    <a:pt x="2280" y="97"/>
                    <a:pt x="18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1" name="Google Shape;6135;p52">
              <a:extLst>
                <a:ext uri="{FF2B5EF4-FFF2-40B4-BE49-F238E27FC236}">
                  <a16:creationId xmlns:a16="http://schemas.microsoft.com/office/drawing/2014/main" id="{040A4CFE-8B79-4E5D-8AA7-6619E5B2F0FF}"/>
                </a:ext>
              </a:extLst>
            </p:cNvPr>
            <p:cNvSpPr/>
            <p:nvPr/>
          </p:nvSpPr>
          <p:spPr>
            <a:xfrm>
              <a:off x="4464775" y="3976800"/>
              <a:ext cx="395250" cy="225875"/>
            </a:xfrm>
            <a:custGeom>
              <a:avLst/>
              <a:gdLst/>
              <a:ahLst/>
              <a:cxnLst/>
              <a:rect l="l" t="t" r="r" b="b"/>
              <a:pathLst>
                <a:path w="15810" h="9035" extrusionOk="0">
                  <a:moveTo>
                    <a:pt x="564" y="1"/>
                  </a:moveTo>
                  <a:cubicBezTo>
                    <a:pt x="254" y="1"/>
                    <a:pt x="1" y="251"/>
                    <a:pt x="1" y="564"/>
                  </a:cubicBezTo>
                  <a:cubicBezTo>
                    <a:pt x="1" y="3930"/>
                    <a:pt x="1157" y="7026"/>
                    <a:pt x="3075" y="9035"/>
                  </a:cubicBezTo>
                  <a:lnTo>
                    <a:pt x="12735" y="9035"/>
                  </a:lnTo>
                  <a:cubicBezTo>
                    <a:pt x="14654" y="7026"/>
                    <a:pt x="15810" y="3930"/>
                    <a:pt x="15810" y="564"/>
                  </a:cubicBezTo>
                  <a:cubicBezTo>
                    <a:pt x="15810" y="251"/>
                    <a:pt x="15557" y="1"/>
                    <a:pt x="152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pic>
        <p:nvPicPr>
          <p:cNvPr id="42" name="Picture 41">
            <a:extLst>
              <a:ext uri="{FF2B5EF4-FFF2-40B4-BE49-F238E27FC236}">
                <a16:creationId xmlns:a16="http://schemas.microsoft.com/office/drawing/2014/main" id="{A8A167A3-6CFF-4527-9F09-0988013D1BCD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844"/>
          <a:stretch/>
        </p:blipFill>
        <p:spPr>
          <a:xfrm>
            <a:off x="2012265" y="1018507"/>
            <a:ext cx="6275298" cy="2757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165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4"/>
          <p:cNvSpPr txBox="1">
            <a:spLocks noGrp="1"/>
          </p:cNvSpPr>
          <p:nvPr>
            <p:ph type="ctrTitle"/>
          </p:nvPr>
        </p:nvSpPr>
        <p:spPr>
          <a:xfrm>
            <a:off x="151761" y="1365844"/>
            <a:ext cx="1766403" cy="79694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 dirty="0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  <a:t>PENGKODEAN</a:t>
            </a:r>
            <a:br>
              <a:rPr lang="es" sz="2000" dirty="0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</a:br>
            <a:r>
              <a:rPr lang="es" sz="2000" dirty="0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  <a:t>SYSTEM</a:t>
            </a:r>
            <a:endParaRPr sz="2000" dirty="0">
              <a:solidFill>
                <a:srgbClr val="48FFD5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5" name="Google Shape;270;p24">
            <a:extLst>
              <a:ext uri="{FF2B5EF4-FFF2-40B4-BE49-F238E27FC236}">
                <a16:creationId xmlns:a16="http://schemas.microsoft.com/office/drawing/2014/main" id="{826F4B58-B400-4659-B4CE-1684508A8953}"/>
              </a:ext>
            </a:extLst>
          </p:cNvPr>
          <p:cNvSpPr txBox="1">
            <a:spLocks/>
          </p:cNvSpPr>
          <p:nvPr/>
        </p:nvSpPr>
        <p:spPr>
          <a:xfrm>
            <a:off x="1646193" y="4446317"/>
            <a:ext cx="6935189" cy="525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oboto Black"/>
              <a:buNone/>
              <a:defRPr sz="3600" b="0" i="0" u="none" strike="noStrike" cap="none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9pPr>
          </a:lstStyle>
          <a:p>
            <a:pPr algn="ctr"/>
            <a:r>
              <a:rPr lang="en-US" sz="2000" dirty="0" err="1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  <a:t>Tampilan</a:t>
            </a:r>
            <a:r>
              <a:rPr lang="en-US" sz="2000" dirty="0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  <a:t> Home</a:t>
            </a:r>
            <a:br>
              <a:rPr lang="en-US" sz="2000" dirty="0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</a:br>
            <a:r>
              <a:rPr lang="en-US" sz="2000" dirty="0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  <a:t>#pengaduan-terbaru</a:t>
            </a:r>
          </a:p>
        </p:txBody>
      </p:sp>
      <p:grpSp>
        <p:nvGrpSpPr>
          <p:cNvPr id="30" name="Google Shape;6112;p52">
            <a:extLst>
              <a:ext uri="{FF2B5EF4-FFF2-40B4-BE49-F238E27FC236}">
                <a16:creationId xmlns:a16="http://schemas.microsoft.com/office/drawing/2014/main" id="{4242C9B3-416D-4F66-94F9-B3F98CC371D5}"/>
              </a:ext>
            </a:extLst>
          </p:cNvPr>
          <p:cNvGrpSpPr/>
          <p:nvPr/>
        </p:nvGrpSpPr>
        <p:grpSpPr>
          <a:xfrm>
            <a:off x="620986" y="968837"/>
            <a:ext cx="346347" cy="339623"/>
            <a:chOff x="1490050" y="3805975"/>
            <a:chExt cx="491900" cy="482350"/>
          </a:xfrm>
          <a:solidFill>
            <a:schemeClr val="accent6"/>
          </a:solidFill>
        </p:grpSpPr>
        <p:sp>
          <p:nvSpPr>
            <p:cNvPr id="31" name="Google Shape;6113;p52">
              <a:extLst>
                <a:ext uri="{FF2B5EF4-FFF2-40B4-BE49-F238E27FC236}">
                  <a16:creationId xmlns:a16="http://schemas.microsoft.com/office/drawing/2014/main" id="{11609D5E-D4DF-47AE-85C3-093C27A5AC44}"/>
                </a:ext>
              </a:extLst>
            </p:cNvPr>
            <p:cNvSpPr/>
            <p:nvPr/>
          </p:nvSpPr>
          <p:spPr>
            <a:xfrm>
              <a:off x="1541775" y="3877050"/>
              <a:ext cx="302500" cy="277225"/>
            </a:xfrm>
            <a:custGeom>
              <a:avLst/>
              <a:gdLst/>
              <a:ahLst/>
              <a:cxnLst/>
              <a:rect l="l" t="t" r="r" b="b"/>
              <a:pathLst>
                <a:path w="12100" h="11089" extrusionOk="0">
                  <a:moveTo>
                    <a:pt x="10512" y="1"/>
                  </a:moveTo>
                  <a:lnTo>
                    <a:pt x="0" y="10513"/>
                  </a:lnTo>
                  <a:cubicBezTo>
                    <a:pt x="207" y="10475"/>
                    <a:pt x="415" y="10456"/>
                    <a:pt x="622" y="10456"/>
                  </a:cubicBezTo>
                  <a:cubicBezTo>
                    <a:pt x="1327" y="10456"/>
                    <a:pt x="2020" y="10674"/>
                    <a:pt x="2602" y="11088"/>
                  </a:cubicBezTo>
                  <a:lnTo>
                    <a:pt x="12099" y="1588"/>
                  </a:lnTo>
                  <a:lnTo>
                    <a:pt x="105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2" name="Google Shape;6114;p52">
              <a:extLst>
                <a:ext uri="{FF2B5EF4-FFF2-40B4-BE49-F238E27FC236}">
                  <a16:creationId xmlns:a16="http://schemas.microsoft.com/office/drawing/2014/main" id="{59ED7026-E90B-4C60-BA0D-9CA344A6C55D}"/>
                </a:ext>
              </a:extLst>
            </p:cNvPr>
            <p:cNvSpPr/>
            <p:nvPr/>
          </p:nvSpPr>
          <p:spPr>
            <a:xfrm>
              <a:off x="1824450" y="3805975"/>
              <a:ext cx="157500" cy="150525"/>
            </a:xfrm>
            <a:custGeom>
              <a:avLst/>
              <a:gdLst/>
              <a:ahLst/>
              <a:cxnLst/>
              <a:rect l="l" t="t" r="r" b="b"/>
              <a:pathLst>
                <a:path w="6300" h="6021" extrusionOk="0">
                  <a:moveTo>
                    <a:pt x="3211" y="0"/>
                  </a:moveTo>
                  <a:cubicBezTo>
                    <a:pt x="2484" y="0"/>
                    <a:pt x="1758" y="281"/>
                    <a:pt x="1208" y="841"/>
                  </a:cubicBezTo>
                  <a:lnTo>
                    <a:pt x="0" y="2049"/>
                  </a:lnTo>
                  <a:lnTo>
                    <a:pt x="3972" y="6021"/>
                  </a:lnTo>
                  <a:lnTo>
                    <a:pt x="5180" y="4813"/>
                  </a:lnTo>
                  <a:cubicBezTo>
                    <a:pt x="6294" y="3717"/>
                    <a:pt x="6300" y="1925"/>
                    <a:pt x="5198" y="823"/>
                  </a:cubicBezTo>
                  <a:cubicBezTo>
                    <a:pt x="4649" y="274"/>
                    <a:pt x="3930" y="0"/>
                    <a:pt x="32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3" name="Google Shape;6115;p52">
              <a:extLst>
                <a:ext uri="{FF2B5EF4-FFF2-40B4-BE49-F238E27FC236}">
                  <a16:creationId xmlns:a16="http://schemas.microsoft.com/office/drawing/2014/main" id="{A35A982C-2D4F-4CB8-B29F-2E416F5AFF55}"/>
                </a:ext>
              </a:extLst>
            </p:cNvPr>
            <p:cNvSpPr/>
            <p:nvPr/>
          </p:nvSpPr>
          <p:spPr>
            <a:xfrm>
              <a:off x="1626675" y="3936600"/>
              <a:ext cx="277225" cy="302600"/>
            </a:xfrm>
            <a:custGeom>
              <a:avLst/>
              <a:gdLst/>
              <a:ahLst/>
              <a:cxnLst/>
              <a:rect l="l" t="t" r="r" b="b"/>
              <a:pathLst>
                <a:path w="11089" h="12104" extrusionOk="0">
                  <a:moveTo>
                    <a:pt x="9501" y="1"/>
                  </a:moveTo>
                  <a:lnTo>
                    <a:pt x="1" y="9501"/>
                  </a:lnTo>
                  <a:cubicBezTo>
                    <a:pt x="537" y="10254"/>
                    <a:pt x="745" y="11194"/>
                    <a:pt x="576" y="12103"/>
                  </a:cubicBezTo>
                  <a:lnTo>
                    <a:pt x="11088" y="1591"/>
                  </a:lnTo>
                  <a:lnTo>
                    <a:pt x="950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4" name="Google Shape;6116;p52">
              <a:extLst>
                <a:ext uri="{FF2B5EF4-FFF2-40B4-BE49-F238E27FC236}">
                  <a16:creationId xmlns:a16="http://schemas.microsoft.com/office/drawing/2014/main" id="{196F6B18-F506-4B4E-A071-E20ACFB5D390}"/>
                </a:ext>
              </a:extLst>
            </p:cNvPr>
            <p:cNvSpPr/>
            <p:nvPr/>
          </p:nvSpPr>
          <p:spPr>
            <a:xfrm>
              <a:off x="1490050" y="4166500"/>
              <a:ext cx="129950" cy="121825"/>
            </a:xfrm>
            <a:custGeom>
              <a:avLst/>
              <a:gdLst/>
              <a:ahLst/>
              <a:cxnLst/>
              <a:rect l="l" t="t" r="r" b="b"/>
              <a:pathLst>
                <a:path w="5198" h="4873" extrusionOk="0">
                  <a:moveTo>
                    <a:pt x="2693" y="0"/>
                  </a:moveTo>
                  <a:cubicBezTo>
                    <a:pt x="2243" y="0"/>
                    <a:pt x="1790" y="133"/>
                    <a:pt x="1398" y="405"/>
                  </a:cubicBezTo>
                  <a:lnTo>
                    <a:pt x="1398" y="402"/>
                  </a:lnTo>
                  <a:lnTo>
                    <a:pt x="741" y="2446"/>
                  </a:lnTo>
                  <a:lnTo>
                    <a:pt x="139" y="4118"/>
                  </a:lnTo>
                  <a:cubicBezTo>
                    <a:pt x="0" y="4500"/>
                    <a:pt x="295" y="4872"/>
                    <a:pt x="664" y="4872"/>
                  </a:cubicBezTo>
                  <a:cubicBezTo>
                    <a:pt x="727" y="4872"/>
                    <a:pt x="793" y="4861"/>
                    <a:pt x="859" y="4837"/>
                  </a:cubicBezTo>
                  <a:lnTo>
                    <a:pt x="2530" y="4235"/>
                  </a:lnTo>
                  <a:lnTo>
                    <a:pt x="4574" y="3579"/>
                  </a:lnTo>
                  <a:cubicBezTo>
                    <a:pt x="5198" y="2672"/>
                    <a:pt x="5086" y="1450"/>
                    <a:pt x="4306" y="670"/>
                  </a:cubicBezTo>
                  <a:cubicBezTo>
                    <a:pt x="3866" y="228"/>
                    <a:pt x="3282" y="0"/>
                    <a:pt x="269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35" name="Google Shape;6129;p52">
            <a:extLst>
              <a:ext uri="{FF2B5EF4-FFF2-40B4-BE49-F238E27FC236}">
                <a16:creationId xmlns:a16="http://schemas.microsoft.com/office/drawing/2014/main" id="{4E8D1AE9-D5D3-4153-AD8C-91034433756A}"/>
              </a:ext>
            </a:extLst>
          </p:cNvPr>
          <p:cNvGrpSpPr/>
          <p:nvPr/>
        </p:nvGrpSpPr>
        <p:grpSpPr>
          <a:xfrm>
            <a:off x="1150434" y="968824"/>
            <a:ext cx="336296" cy="339235"/>
            <a:chOff x="4464775" y="3806475"/>
            <a:chExt cx="477625" cy="481800"/>
          </a:xfrm>
          <a:solidFill>
            <a:schemeClr val="accent6"/>
          </a:solidFill>
        </p:grpSpPr>
        <p:sp>
          <p:nvSpPr>
            <p:cNvPr id="36" name="Google Shape;6130;p52">
              <a:extLst>
                <a:ext uri="{FF2B5EF4-FFF2-40B4-BE49-F238E27FC236}">
                  <a16:creationId xmlns:a16="http://schemas.microsoft.com/office/drawing/2014/main" id="{2AB43A0A-5026-4A23-834F-AF469F1DAD51}"/>
                </a:ext>
              </a:extLst>
            </p:cNvPr>
            <p:cNvSpPr/>
            <p:nvPr/>
          </p:nvSpPr>
          <p:spPr>
            <a:xfrm>
              <a:off x="4726375" y="3806475"/>
              <a:ext cx="56500" cy="141125"/>
            </a:xfrm>
            <a:custGeom>
              <a:avLst/>
              <a:gdLst/>
              <a:ahLst/>
              <a:cxnLst/>
              <a:rect l="l" t="t" r="r" b="b"/>
              <a:pathLst>
                <a:path w="2260" h="5645" extrusionOk="0">
                  <a:moveTo>
                    <a:pt x="1133" y="1"/>
                  </a:moveTo>
                  <a:cubicBezTo>
                    <a:pt x="978" y="1"/>
                    <a:pt x="823" y="64"/>
                    <a:pt x="712" y="189"/>
                  </a:cubicBezTo>
                  <a:cubicBezTo>
                    <a:pt x="504" y="421"/>
                    <a:pt x="522" y="776"/>
                    <a:pt x="754" y="984"/>
                  </a:cubicBezTo>
                  <a:cubicBezTo>
                    <a:pt x="832" y="1056"/>
                    <a:pt x="1130" y="1385"/>
                    <a:pt x="1130" y="1695"/>
                  </a:cubicBezTo>
                  <a:cubicBezTo>
                    <a:pt x="1130" y="1990"/>
                    <a:pt x="850" y="2315"/>
                    <a:pt x="754" y="2402"/>
                  </a:cubicBezTo>
                  <a:cubicBezTo>
                    <a:pt x="678" y="2472"/>
                    <a:pt x="1" y="3101"/>
                    <a:pt x="1" y="3953"/>
                  </a:cubicBezTo>
                  <a:cubicBezTo>
                    <a:pt x="1" y="4802"/>
                    <a:pt x="675" y="5432"/>
                    <a:pt x="754" y="5501"/>
                  </a:cubicBezTo>
                  <a:cubicBezTo>
                    <a:pt x="861" y="5597"/>
                    <a:pt x="995" y="5644"/>
                    <a:pt x="1128" y="5644"/>
                  </a:cubicBezTo>
                  <a:cubicBezTo>
                    <a:pt x="1283" y="5644"/>
                    <a:pt x="1437" y="5580"/>
                    <a:pt x="1549" y="5456"/>
                  </a:cubicBezTo>
                  <a:cubicBezTo>
                    <a:pt x="1757" y="5224"/>
                    <a:pt x="1735" y="4869"/>
                    <a:pt x="1507" y="4661"/>
                  </a:cubicBezTo>
                  <a:cubicBezTo>
                    <a:pt x="1428" y="4588"/>
                    <a:pt x="1130" y="4260"/>
                    <a:pt x="1130" y="3950"/>
                  </a:cubicBezTo>
                  <a:cubicBezTo>
                    <a:pt x="1130" y="3655"/>
                    <a:pt x="1410" y="3330"/>
                    <a:pt x="1507" y="3242"/>
                  </a:cubicBezTo>
                  <a:cubicBezTo>
                    <a:pt x="1585" y="3173"/>
                    <a:pt x="2259" y="2544"/>
                    <a:pt x="2259" y="1692"/>
                  </a:cubicBezTo>
                  <a:cubicBezTo>
                    <a:pt x="2259" y="842"/>
                    <a:pt x="1585" y="213"/>
                    <a:pt x="1507" y="144"/>
                  </a:cubicBezTo>
                  <a:cubicBezTo>
                    <a:pt x="1399" y="48"/>
                    <a:pt x="1266" y="1"/>
                    <a:pt x="11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7" name="Google Shape;6131;p52">
              <a:extLst>
                <a:ext uri="{FF2B5EF4-FFF2-40B4-BE49-F238E27FC236}">
                  <a16:creationId xmlns:a16="http://schemas.microsoft.com/office/drawing/2014/main" id="{DC1FA845-5EB4-4183-AC92-FE3D1DF03E84}"/>
                </a:ext>
              </a:extLst>
            </p:cNvPr>
            <p:cNvSpPr/>
            <p:nvPr/>
          </p:nvSpPr>
          <p:spPr>
            <a:xfrm>
              <a:off x="4641700" y="3806475"/>
              <a:ext cx="56475" cy="141125"/>
            </a:xfrm>
            <a:custGeom>
              <a:avLst/>
              <a:gdLst/>
              <a:ahLst/>
              <a:cxnLst/>
              <a:rect l="l" t="t" r="r" b="b"/>
              <a:pathLst>
                <a:path w="2259" h="5645" extrusionOk="0">
                  <a:moveTo>
                    <a:pt x="1132" y="1"/>
                  </a:moveTo>
                  <a:cubicBezTo>
                    <a:pt x="977" y="1"/>
                    <a:pt x="823" y="64"/>
                    <a:pt x="711" y="189"/>
                  </a:cubicBezTo>
                  <a:cubicBezTo>
                    <a:pt x="503" y="421"/>
                    <a:pt x="521" y="776"/>
                    <a:pt x="753" y="984"/>
                  </a:cubicBezTo>
                  <a:cubicBezTo>
                    <a:pt x="831" y="1056"/>
                    <a:pt x="1130" y="1385"/>
                    <a:pt x="1130" y="1695"/>
                  </a:cubicBezTo>
                  <a:cubicBezTo>
                    <a:pt x="1130" y="1990"/>
                    <a:pt x="849" y="2315"/>
                    <a:pt x="753" y="2402"/>
                  </a:cubicBezTo>
                  <a:cubicBezTo>
                    <a:pt x="678" y="2472"/>
                    <a:pt x="0" y="3101"/>
                    <a:pt x="0" y="3953"/>
                  </a:cubicBezTo>
                  <a:cubicBezTo>
                    <a:pt x="0" y="4802"/>
                    <a:pt x="675" y="5432"/>
                    <a:pt x="753" y="5501"/>
                  </a:cubicBezTo>
                  <a:cubicBezTo>
                    <a:pt x="860" y="5597"/>
                    <a:pt x="994" y="5644"/>
                    <a:pt x="1127" y="5644"/>
                  </a:cubicBezTo>
                  <a:cubicBezTo>
                    <a:pt x="1282" y="5644"/>
                    <a:pt x="1436" y="5580"/>
                    <a:pt x="1548" y="5456"/>
                  </a:cubicBezTo>
                  <a:cubicBezTo>
                    <a:pt x="1756" y="5224"/>
                    <a:pt x="1735" y="4869"/>
                    <a:pt x="1506" y="4661"/>
                  </a:cubicBezTo>
                  <a:cubicBezTo>
                    <a:pt x="1428" y="4588"/>
                    <a:pt x="1130" y="4260"/>
                    <a:pt x="1130" y="3950"/>
                  </a:cubicBezTo>
                  <a:cubicBezTo>
                    <a:pt x="1130" y="3655"/>
                    <a:pt x="1410" y="3330"/>
                    <a:pt x="1506" y="3242"/>
                  </a:cubicBezTo>
                  <a:cubicBezTo>
                    <a:pt x="1581" y="3173"/>
                    <a:pt x="2259" y="2544"/>
                    <a:pt x="2259" y="1692"/>
                  </a:cubicBezTo>
                  <a:cubicBezTo>
                    <a:pt x="2259" y="842"/>
                    <a:pt x="1581" y="213"/>
                    <a:pt x="1506" y="144"/>
                  </a:cubicBezTo>
                  <a:cubicBezTo>
                    <a:pt x="1399" y="48"/>
                    <a:pt x="1265" y="1"/>
                    <a:pt x="11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8" name="Google Shape;6132;p52">
              <a:extLst>
                <a:ext uri="{FF2B5EF4-FFF2-40B4-BE49-F238E27FC236}">
                  <a16:creationId xmlns:a16="http://schemas.microsoft.com/office/drawing/2014/main" id="{7E59AEB5-98E4-46AE-BC74-EEE2BE6432FD}"/>
                </a:ext>
              </a:extLst>
            </p:cNvPr>
            <p:cNvSpPr/>
            <p:nvPr/>
          </p:nvSpPr>
          <p:spPr>
            <a:xfrm>
              <a:off x="4557000" y="3806475"/>
              <a:ext cx="56500" cy="141125"/>
            </a:xfrm>
            <a:custGeom>
              <a:avLst/>
              <a:gdLst/>
              <a:ahLst/>
              <a:cxnLst/>
              <a:rect l="l" t="t" r="r" b="b"/>
              <a:pathLst>
                <a:path w="2260" h="5645" extrusionOk="0">
                  <a:moveTo>
                    <a:pt x="1132" y="1"/>
                  </a:moveTo>
                  <a:cubicBezTo>
                    <a:pt x="977" y="1"/>
                    <a:pt x="823" y="64"/>
                    <a:pt x="711" y="189"/>
                  </a:cubicBezTo>
                  <a:cubicBezTo>
                    <a:pt x="504" y="421"/>
                    <a:pt x="522" y="776"/>
                    <a:pt x="753" y="984"/>
                  </a:cubicBezTo>
                  <a:cubicBezTo>
                    <a:pt x="832" y="1056"/>
                    <a:pt x="1130" y="1385"/>
                    <a:pt x="1130" y="1695"/>
                  </a:cubicBezTo>
                  <a:cubicBezTo>
                    <a:pt x="1130" y="1990"/>
                    <a:pt x="850" y="2315"/>
                    <a:pt x="753" y="2402"/>
                  </a:cubicBezTo>
                  <a:cubicBezTo>
                    <a:pt x="678" y="2472"/>
                    <a:pt x="1" y="3101"/>
                    <a:pt x="1" y="3953"/>
                  </a:cubicBezTo>
                  <a:cubicBezTo>
                    <a:pt x="1" y="4802"/>
                    <a:pt x="675" y="5432"/>
                    <a:pt x="753" y="5501"/>
                  </a:cubicBezTo>
                  <a:cubicBezTo>
                    <a:pt x="861" y="5597"/>
                    <a:pt x="994" y="5644"/>
                    <a:pt x="1127" y="5644"/>
                  </a:cubicBezTo>
                  <a:cubicBezTo>
                    <a:pt x="1282" y="5644"/>
                    <a:pt x="1437" y="5580"/>
                    <a:pt x="1548" y="5456"/>
                  </a:cubicBezTo>
                  <a:cubicBezTo>
                    <a:pt x="1756" y="5224"/>
                    <a:pt x="1735" y="4869"/>
                    <a:pt x="1506" y="4661"/>
                  </a:cubicBezTo>
                  <a:cubicBezTo>
                    <a:pt x="1428" y="4588"/>
                    <a:pt x="1130" y="4260"/>
                    <a:pt x="1130" y="3950"/>
                  </a:cubicBezTo>
                  <a:cubicBezTo>
                    <a:pt x="1130" y="3655"/>
                    <a:pt x="1410" y="3330"/>
                    <a:pt x="1506" y="3242"/>
                  </a:cubicBezTo>
                  <a:cubicBezTo>
                    <a:pt x="1582" y="3173"/>
                    <a:pt x="2259" y="2544"/>
                    <a:pt x="2259" y="1692"/>
                  </a:cubicBezTo>
                  <a:cubicBezTo>
                    <a:pt x="2259" y="842"/>
                    <a:pt x="1582" y="213"/>
                    <a:pt x="1506" y="144"/>
                  </a:cubicBezTo>
                  <a:cubicBezTo>
                    <a:pt x="1399" y="48"/>
                    <a:pt x="1265" y="1"/>
                    <a:pt x="11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9" name="Google Shape;6133;p52">
              <a:extLst>
                <a:ext uri="{FF2B5EF4-FFF2-40B4-BE49-F238E27FC236}">
                  <a16:creationId xmlns:a16="http://schemas.microsoft.com/office/drawing/2014/main" id="{D05984B2-DD18-465C-A46E-2AF8768F5A6A}"/>
                </a:ext>
              </a:extLst>
            </p:cNvPr>
            <p:cNvSpPr/>
            <p:nvPr/>
          </p:nvSpPr>
          <p:spPr>
            <a:xfrm>
              <a:off x="4464775" y="4230875"/>
              <a:ext cx="395250" cy="57400"/>
            </a:xfrm>
            <a:custGeom>
              <a:avLst/>
              <a:gdLst/>
              <a:ahLst/>
              <a:cxnLst/>
              <a:rect l="l" t="t" r="r" b="b"/>
              <a:pathLst>
                <a:path w="15810" h="2296" extrusionOk="0">
                  <a:moveTo>
                    <a:pt x="567" y="1"/>
                  </a:moveTo>
                  <a:cubicBezTo>
                    <a:pt x="254" y="1"/>
                    <a:pt x="1" y="251"/>
                    <a:pt x="1" y="564"/>
                  </a:cubicBezTo>
                  <a:cubicBezTo>
                    <a:pt x="1" y="877"/>
                    <a:pt x="254" y="1130"/>
                    <a:pt x="567" y="1130"/>
                  </a:cubicBezTo>
                  <a:lnTo>
                    <a:pt x="1910" y="1130"/>
                  </a:lnTo>
                  <a:lnTo>
                    <a:pt x="2006" y="1359"/>
                  </a:lnTo>
                  <a:cubicBezTo>
                    <a:pt x="2291" y="1932"/>
                    <a:pt x="2875" y="2295"/>
                    <a:pt x="3516" y="2295"/>
                  </a:cubicBezTo>
                  <a:cubicBezTo>
                    <a:pt x="3519" y="2295"/>
                    <a:pt x="3521" y="2295"/>
                    <a:pt x="3524" y="2295"/>
                  </a:cubicBezTo>
                  <a:lnTo>
                    <a:pt x="12290" y="2295"/>
                  </a:lnTo>
                  <a:cubicBezTo>
                    <a:pt x="12292" y="2295"/>
                    <a:pt x="12295" y="2295"/>
                    <a:pt x="12298" y="2295"/>
                  </a:cubicBezTo>
                  <a:cubicBezTo>
                    <a:pt x="12936" y="2295"/>
                    <a:pt x="13520" y="1932"/>
                    <a:pt x="13804" y="1359"/>
                  </a:cubicBezTo>
                  <a:lnTo>
                    <a:pt x="13901" y="1130"/>
                  </a:lnTo>
                  <a:lnTo>
                    <a:pt x="15247" y="1130"/>
                  </a:lnTo>
                  <a:cubicBezTo>
                    <a:pt x="15557" y="1130"/>
                    <a:pt x="15810" y="877"/>
                    <a:pt x="15810" y="564"/>
                  </a:cubicBezTo>
                  <a:cubicBezTo>
                    <a:pt x="15810" y="251"/>
                    <a:pt x="15557" y="1"/>
                    <a:pt x="152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0" name="Google Shape;6134;p52">
              <a:extLst>
                <a:ext uri="{FF2B5EF4-FFF2-40B4-BE49-F238E27FC236}">
                  <a16:creationId xmlns:a16="http://schemas.microsoft.com/office/drawing/2014/main" id="{635B9F2C-E452-43B0-AF55-E18163A8BF12}"/>
                </a:ext>
              </a:extLst>
            </p:cNvPr>
            <p:cNvSpPr/>
            <p:nvPr/>
          </p:nvSpPr>
          <p:spPr>
            <a:xfrm>
              <a:off x="4840675" y="4007300"/>
              <a:ext cx="101725" cy="166025"/>
            </a:xfrm>
            <a:custGeom>
              <a:avLst/>
              <a:gdLst/>
              <a:ahLst/>
              <a:cxnLst/>
              <a:rect l="l" t="t" r="r" b="b"/>
              <a:pathLst>
                <a:path w="4069" h="6641" extrusionOk="0">
                  <a:moveTo>
                    <a:pt x="1870" y="0"/>
                  </a:moveTo>
                  <a:cubicBezTo>
                    <a:pt x="1852" y="380"/>
                    <a:pt x="1837" y="759"/>
                    <a:pt x="1795" y="1130"/>
                  </a:cubicBezTo>
                  <a:cubicBezTo>
                    <a:pt x="1927" y="1181"/>
                    <a:pt x="2048" y="1256"/>
                    <a:pt x="2150" y="1355"/>
                  </a:cubicBezTo>
                  <a:cubicBezTo>
                    <a:pt x="2800" y="2006"/>
                    <a:pt x="2433" y="3469"/>
                    <a:pt x="1352" y="4550"/>
                  </a:cubicBezTo>
                  <a:cubicBezTo>
                    <a:pt x="1177" y="4722"/>
                    <a:pt x="991" y="4879"/>
                    <a:pt x="792" y="5017"/>
                  </a:cubicBezTo>
                  <a:cubicBezTo>
                    <a:pt x="566" y="5577"/>
                    <a:pt x="301" y="6119"/>
                    <a:pt x="0" y="6640"/>
                  </a:cubicBezTo>
                  <a:cubicBezTo>
                    <a:pt x="747" y="6429"/>
                    <a:pt x="1506" y="5993"/>
                    <a:pt x="2150" y="5348"/>
                  </a:cubicBezTo>
                  <a:cubicBezTo>
                    <a:pt x="3716" y="3782"/>
                    <a:pt x="4068" y="1678"/>
                    <a:pt x="2948" y="557"/>
                  </a:cubicBezTo>
                  <a:cubicBezTo>
                    <a:pt x="2656" y="268"/>
                    <a:pt x="2280" y="97"/>
                    <a:pt x="18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1" name="Google Shape;6135;p52">
              <a:extLst>
                <a:ext uri="{FF2B5EF4-FFF2-40B4-BE49-F238E27FC236}">
                  <a16:creationId xmlns:a16="http://schemas.microsoft.com/office/drawing/2014/main" id="{040A4CFE-8B79-4E5D-8AA7-6619E5B2F0FF}"/>
                </a:ext>
              </a:extLst>
            </p:cNvPr>
            <p:cNvSpPr/>
            <p:nvPr/>
          </p:nvSpPr>
          <p:spPr>
            <a:xfrm>
              <a:off x="4464775" y="3976800"/>
              <a:ext cx="395250" cy="225875"/>
            </a:xfrm>
            <a:custGeom>
              <a:avLst/>
              <a:gdLst/>
              <a:ahLst/>
              <a:cxnLst/>
              <a:rect l="l" t="t" r="r" b="b"/>
              <a:pathLst>
                <a:path w="15810" h="9035" extrusionOk="0">
                  <a:moveTo>
                    <a:pt x="564" y="1"/>
                  </a:moveTo>
                  <a:cubicBezTo>
                    <a:pt x="254" y="1"/>
                    <a:pt x="1" y="251"/>
                    <a:pt x="1" y="564"/>
                  </a:cubicBezTo>
                  <a:cubicBezTo>
                    <a:pt x="1" y="3930"/>
                    <a:pt x="1157" y="7026"/>
                    <a:pt x="3075" y="9035"/>
                  </a:cubicBezTo>
                  <a:lnTo>
                    <a:pt x="12735" y="9035"/>
                  </a:lnTo>
                  <a:cubicBezTo>
                    <a:pt x="14654" y="7026"/>
                    <a:pt x="15810" y="3930"/>
                    <a:pt x="15810" y="564"/>
                  </a:cubicBezTo>
                  <a:cubicBezTo>
                    <a:pt x="15810" y="251"/>
                    <a:pt x="15557" y="1"/>
                    <a:pt x="152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D67F4462-ACD9-4EAB-9F0A-544BB39B5484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5975" y="1088750"/>
            <a:ext cx="6015624" cy="2858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693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4"/>
          <p:cNvSpPr txBox="1">
            <a:spLocks noGrp="1"/>
          </p:cNvSpPr>
          <p:nvPr>
            <p:ph type="ctrTitle"/>
          </p:nvPr>
        </p:nvSpPr>
        <p:spPr>
          <a:xfrm>
            <a:off x="151761" y="1365844"/>
            <a:ext cx="1766403" cy="79694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 dirty="0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  <a:t>PENGKODEAN</a:t>
            </a:r>
            <a:br>
              <a:rPr lang="es" sz="2000" dirty="0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</a:br>
            <a:r>
              <a:rPr lang="es" sz="2000" dirty="0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  <a:t>SYSTEM</a:t>
            </a:r>
            <a:endParaRPr sz="2000" dirty="0">
              <a:solidFill>
                <a:srgbClr val="48FFD5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5" name="Google Shape;270;p24">
            <a:extLst>
              <a:ext uri="{FF2B5EF4-FFF2-40B4-BE49-F238E27FC236}">
                <a16:creationId xmlns:a16="http://schemas.microsoft.com/office/drawing/2014/main" id="{826F4B58-B400-4659-B4CE-1684508A8953}"/>
              </a:ext>
            </a:extLst>
          </p:cNvPr>
          <p:cNvSpPr txBox="1">
            <a:spLocks/>
          </p:cNvSpPr>
          <p:nvPr/>
        </p:nvSpPr>
        <p:spPr>
          <a:xfrm>
            <a:off x="1646193" y="4446317"/>
            <a:ext cx="6935189" cy="525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oboto Black"/>
              <a:buNone/>
              <a:defRPr sz="3600" b="0" i="0" u="none" strike="noStrike" cap="none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9pPr>
          </a:lstStyle>
          <a:p>
            <a:pPr algn="ctr"/>
            <a:r>
              <a:rPr lang="en-US" sz="2000" dirty="0" err="1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  <a:t>Tampilan</a:t>
            </a:r>
            <a:r>
              <a:rPr lang="en-US" sz="2000" dirty="0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  <a:t> Home</a:t>
            </a:r>
            <a:br>
              <a:rPr lang="en-US" sz="2000" dirty="0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</a:br>
            <a:r>
              <a:rPr lang="en-US" sz="2000" dirty="0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  <a:t>#count</a:t>
            </a:r>
          </a:p>
        </p:txBody>
      </p:sp>
      <p:grpSp>
        <p:nvGrpSpPr>
          <p:cNvPr id="30" name="Google Shape;6112;p52">
            <a:extLst>
              <a:ext uri="{FF2B5EF4-FFF2-40B4-BE49-F238E27FC236}">
                <a16:creationId xmlns:a16="http://schemas.microsoft.com/office/drawing/2014/main" id="{4242C9B3-416D-4F66-94F9-B3F98CC371D5}"/>
              </a:ext>
            </a:extLst>
          </p:cNvPr>
          <p:cNvGrpSpPr/>
          <p:nvPr/>
        </p:nvGrpSpPr>
        <p:grpSpPr>
          <a:xfrm>
            <a:off x="620986" y="968837"/>
            <a:ext cx="346347" cy="339623"/>
            <a:chOff x="1490050" y="3805975"/>
            <a:chExt cx="491900" cy="482350"/>
          </a:xfrm>
          <a:solidFill>
            <a:schemeClr val="accent6"/>
          </a:solidFill>
        </p:grpSpPr>
        <p:sp>
          <p:nvSpPr>
            <p:cNvPr id="31" name="Google Shape;6113;p52">
              <a:extLst>
                <a:ext uri="{FF2B5EF4-FFF2-40B4-BE49-F238E27FC236}">
                  <a16:creationId xmlns:a16="http://schemas.microsoft.com/office/drawing/2014/main" id="{11609D5E-D4DF-47AE-85C3-093C27A5AC44}"/>
                </a:ext>
              </a:extLst>
            </p:cNvPr>
            <p:cNvSpPr/>
            <p:nvPr/>
          </p:nvSpPr>
          <p:spPr>
            <a:xfrm>
              <a:off x="1541775" y="3877050"/>
              <a:ext cx="302500" cy="277225"/>
            </a:xfrm>
            <a:custGeom>
              <a:avLst/>
              <a:gdLst/>
              <a:ahLst/>
              <a:cxnLst/>
              <a:rect l="l" t="t" r="r" b="b"/>
              <a:pathLst>
                <a:path w="12100" h="11089" extrusionOk="0">
                  <a:moveTo>
                    <a:pt x="10512" y="1"/>
                  </a:moveTo>
                  <a:lnTo>
                    <a:pt x="0" y="10513"/>
                  </a:lnTo>
                  <a:cubicBezTo>
                    <a:pt x="207" y="10475"/>
                    <a:pt x="415" y="10456"/>
                    <a:pt x="622" y="10456"/>
                  </a:cubicBezTo>
                  <a:cubicBezTo>
                    <a:pt x="1327" y="10456"/>
                    <a:pt x="2020" y="10674"/>
                    <a:pt x="2602" y="11088"/>
                  </a:cubicBezTo>
                  <a:lnTo>
                    <a:pt x="12099" y="1588"/>
                  </a:lnTo>
                  <a:lnTo>
                    <a:pt x="105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2" name="Google Shape;6114;p52">
              <a:extLst>
                <a:ext uri="{FF2B5EF4-FFF2-40B4-BE49-F238E27FC236}">
                  <a16:creationId xmlns:a16="http://schemas.microsoft.com/office/drawing/2014/main" id="{59ED7026-E90B-4C60-BA0D-9CA344A6C55D}"/>
                </a:ext>
              </a:extLst>
            </p:cNvPr>
            <p:cNvSpPr/>
            <p:nvPr/>
          </p:nvSpPr>
          <p:spPr>
            <a:xfrm>
              <a:off x="1824450" y="3805975"/>
              <a:ext cx="157500" cy="150525"/>
            </a:xfrm>
            <a:custGeom>
              <a:avLst/>
              <a:gdLst/>
              <a:ahLst/>
              <a:cxnLst/>
              <a:rect l="l" t="t" r="r" b="b"/>
              <a:pathLst>
                <a:path w="6300" h="6021" extrusionOk="0">
                  <a:moveTo>
                    <a:pt x="3211" y="0"/>
                  </a:moveTo>
                  <a:cubicBezTo>
                    <a:pt x="2484" y="0"/>
                    <a:pt x="1758" y="281"/>
                    <a:pt x="1208" y="841"/>
                  </a:cubicBezTo>
                  <a:lnTo>
                    <a:pt x="0" y="2049"/>
                  </a:lnTo>
                  <a:lnTo>
                    <a:pt x="3972" y="6021"/>
                  </a:lnTo>
                  <a:lnTo>
                    <a:pt x="5180" y="4813"/>
                  </a:lnTo>
                  <a:cubicBezTo>
                    <a:pt x="6294" y="3717"/>
                    <a:pt x="6300" y="1925"/>
                    <a:pt x="5198" y="823"/>
                  </a:cubicBezTo>
                  <a:cubicBezTo>
                    <a:pt x="4649" y="274"/>
                    <a:pt x="3930" y="0"/>
                    <a:pt x="32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3" name="Google Shape;6115;p52">
              <a:extLst>
                <a:ext uri="{FF2B5EF4-FFF2-40B4-BE49-F238E27FC236}">
                  <a16:creationId xmlns:a16="http://schemas.microsoft.com/office/drawing/2014/main" id="{A35A982C-2D4F-4CB8-B29F-2E416F5AFF55}"/>
                </a:ext>
              </a:extLst>
            </p:cNvPr>
            <p:cNvSpPr/>
            <p:nvPr/>
          </p:nvSpPr>
          <p:spPr>
            <a:xfrm>
              <a:off x="1626675" y="3936600"/>
              <a:ext cx="277225" cy="302600"/>
            </a:xfrm>
            <a:custGeom>
              <a:avLst/>
              <a:gdLst/>
              <a:ahLst/>
              <a:cxnLst/>
              <a:rect l="l" t="t" r="r" b="b"/>
              <a:pathLst>
                <a:path w="11089" h="12104" extrusionOk="0">
                  <a:moveTo>
                    <a:pt x="9501" y="1"/>
                  </a:moveTo>
                  <a:lnTo>
                    <a:pt x="1" y="9501"/>
                  </a:lnTo>
                  <a:cubicBezTo>
                    <a:pt x="537" y="10254"/>
                    <a:pt x="745" y="11194"/>
                    <a:pt x="576" y="12103"/>
                  </a:cubicBezTo>
                  <a:lnTo>
                    <a:pt x="11088" y="1591"/>
                  </a:lnTo>
                  <a:lnTo>
                    <a:pt x="950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4" name="Google Shape;6116;p52">
              <a:extLst>
                <a:ext uri="{FF2B5EF4-FFF2-40B4-BE49-F238E27FC236}">
                  <a16:creationId xmlns:a16="http://schemas.microsoft.com/office/drawing/2014/main" id="{196F6B18-F506-4B4E-A071-E20ACFB5D390}"/>
                </a:ext>
              </a:extLst>
            </p:cNvPr>
            <p:cNvSpPr/>
            <p:nvPr/>
          </p:nvSpPr>
          <p:spPr>
            <a:xfrm>
              <a:off x="1490050" y="4166500"/>
              <a:ext cx="129950" cy="121825"/>
            </a:xfrm>
            <a:custGeom>
              <a:avLst/>
              <a:gdLst/>
              <a:ahLst/>
              <a:cxnLst/>
              <a:rect l="l" t="t" r="r" b="b"/>
              <a:pathLst>
                <a:path w="5198" h="4873" extrusionOk="0">
                  <a:moveTo>
                    <a:pt x="2693" y="0"/>
                  </a:moveTo>
                  <a:cubicBezTo>
                    <a:pt x="2243" y="0"/>
                    <a:pt x="1790" y="133"/>
                    <a:pt x="1398" y="405"/>
                  </a:cubicBezTo>
                  <a:lnTo>
                    <a:pt x="1398" y="402"/>
                  </a:lnTo>
                  <a:lnTo>
                    <a:pt x="741" y="2446"/>
                  </a:lnTo>
                  <a:lnTo>
                    <a:pt x="139" y="4118"/>
                  </a:lnTo>
                  <a:cubicBezTo>
                    <a:pt x="0" y="4500"/>
                    <a:pt x="295" y="4872"/>
                    <a:pt x="664" y="4872"/>
                  </a:cubicBezTo>
                  <a:cubicBezTo>
                    <a:pt x="727" y="4872"/>
                    <a:pt x="793" y="4861"/>
                    <a:pt x="859" y="4837"/>
                  </a:cubicBezTo>
                  <a:lnTo>
                    <a:pt x="2530" y="4235"/>
                  </a:lnTo>
                  <a:lnTo>
                    <a:pt x="4574" y="3579"/>
                  </a:lnTo>
                  <a:cubicBezTo>
                    <a:pt x="5198" y="2672"/>
                    <a:pt x="5086" y="1450"/>
                    <a:pt x="4306" y="670"/>
                  </a:cubicBezTo>
                  <a:cubicBezTo>
                    <a:pt x="3866" y="228"/>
                    <a:pt x="3282" y="0"/>
                    <a:pt x="269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35" name="Google Shape;6129;p52">
            <a:extLst>
              <a:ext uri="{FF2B5EF4-FFF2-40B4-BE49-F238E27FC236}">
                <a16:creationId xmlns:a16="http://schemas.microsoft.com/office/drawing/2014/main" id="{4E8D1AE9-D5D3-4153-AD8C-91034433756A}"/>
              </a:ext>
            </a:extLst>
          </p:cNvPr>
          <p:cNvGrpSpPr/>
          <p:nvPr/>
        </p:nvGrpSpPr>
        <p:grpSpPr>
          <a:xfrm>
            <a:off x="1150434" y="968824"/>
            <a:ext cx="336296" cy="339235"/>
            <a:chOff x="4464775" y="3806475"/>
            <a:chExt cx="477625" cy="481800"/>
          </a:xfrm>
          <a:solidFill>
            <a:schemeClr val="accent6"/>
          </a:solidFill>
        </p:grpSpPr>
        <p:sp>
          <p:nvSpPr>
            <p:cNvPr id="36" name="Google Shape;6130;p52">
              <a:extLst>
                <a:ext uri="{FF2B5EF4-FFF2-40B4-BE49-F238E27FC236}">
                  <a16:creationId xmlns:a16="http://schemas.microsoft.com/office/drawing/2014/main" id="{2AB43A0A-5026-4A23-834F-AF469F1DAD51}"/>
                </a:ext>
              </a:extLst>
            </p:cNvPr>
            <p:cNvSpPr/>
            <p:nvPr/>
          </p:nvSpPr>
          <p:spPr>
            <a:xfrm>
              <a:off x="4726375" y="3806475"/>
              <a:ext cx="56500" cy="141125"/>
            </a:xfrm>
            <a:custGeom>
              <a:avLst/>
              <a:gdLst/>
              <a:ahLst/>
              <a:cxnLst/>
              <a:rect l="l" t="t" r="r" b="b"/>
              <a:pathLst>
                <a:path w="2260" h="5645" extrusionOk="0">
                  <a:moveTo>
                    <a:pt x="1133" y="1"/>
                  </a:moveTo>
                  <a:cubicBezTo>
                    <a:pt x="978" y="1"/>
                    <a:pt x="823" y="64"/>
                    <a:pt x="712" y="189"/>
                  </a:cubicBezTo>
                  <a:cubicBezTo>
                    <a:pt x="504" y="421"/>
                    <a:pt x="522" y="776"/>
                    <a:pt x="754" y="984"/>
                  </a:cubicBezTo>
                  <a:cubicBezTo>
                    <a:pt x="832" y="1056"/>
                    <a:pt x="1130" y="1385"/>
                    <a:pt x="1130" y="1695"/>
                  </a:cubicBezTo>
                  <a:cubicBezTo>
                    <a:pt x="1130" y="1990"/>
                    <a:pt x="850" y="2315"/>
                    <a:pt x="754" y="2402"/>
                  </a:cubicBezTo>
                  <a:cubicBezTo>
                    <a:pt x="678" y="2472"/>
                    <a:pt x="1" y="3101"/>
                    <a:pt x="1" y="3953"/>
                  </a:cubicBezTo>
                  <a:cubicBezTo>
                    <a:pt x="1" y="4802"/>
                    <a:pt x="675" y="5432"/>
                    <a:pt x="754" y="5501"/>
                  </a:cubicBezTo>
                  <a:cubicBezTo>
                    <a:pt x="861" y="5597"/>
                    <a:pt x="995" y="5644"/>
                    <a:pt x="1128" y="5644"/>
                  </a:cubicBezTo>
                  <a:cubicBezTo>
                    <a:pt x="1283" y="5644"/>
                    <a:pt x="1437" y="5580"/>
                    <a:pt x="1549" y="5456"/>
                  </a:cubicBezTo>
                  <a:cubicBezTo>
                    <a:pt x="1757" y="5224"/>
                    <a:pt x="1735" y="4869"/>
                    <a:pt x="1507" y="4661"/>
                  </a:cubicBezTo>
                  <a:cubicBezTo>
                    <a:pt x="1428" y="4588"/>
                    <a:pt x="1130" y="4260"/>
                    <a:pt x="1130" y="3950"/>
                  </a:cubicBezTo>
                  <a:cubicBezTo>
                    <a:pt x="1130" y="3655"/>
                    <a:pt x="1410" y="3330"/>
                    <a:pt x="1507" y="3242"/>
                  </a:cubicBezTo>
                  <a:cubicBezTo>
                    <a:pt x="1585" y="3173"/>
                    <a:pt x="2259" y="2544"/>
                    <a:pt x="2259" y="1692"/>
                  </a:cubicBezTo>
                  <a:cubicBezTo>
                    <a:pt x="2259" y="842"/>
                    <a:pt x="1585" y="213"/>
                    <a:pt x="1507" y="144"/>
                  </a:cubicBezTo>
                  <a:cubicBezTo>
                    <a:pt x="1399" y="48"/>
                    <a:pt x="1266" y="1"/>
                    <a:pt x="11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7" name="Google Shape;6131;p52">
              <a:extLst>
                <a:ext uri="{FF2B5EF4-FFF2-40B4-BE49-F238E27FC236}">
                  <a16:creationId xmlns:a16="http://schemas.microsoft.com/office/drawing/2014/main" id="{DC1FA845-5EB4-4183-AC92-FE3D1DF03E84}"/>
                </a:ext>
              </a:extLst>
            </p:cNvPr>
            <p:cNvSpPr/>
            <p:nvPr/>
          </p:nvSpPr>
          <p:spPr>
            <a:xfrm>
              <a:off x="4641700" y="3806475"/>
              <a:ext cx="56475" cy="141125"/>
            </a:xfrm>
            <a:custGeom>
              <a:avLst/>
              <a:gdLst/>
              <a:ahLst/>
              <a:cxnLst/>
              <a:rect l="l" t="t" r="r" b="b"/>
              <a:pathLst>
                <a:path w="2259" h="5645" extrusionOk="0">
                  <a:moveTo>
                    <a:pt x="1132" y="1"/>
                  </a:moveTo>
                  <a:cubicBezTo>
                    <a:pt x="977" y="1"/>
                    <a:pt x="823" y="64"/>
                    <a:pt x="711" y="189"/>
                  </a:cubicBezTo>
                  <a:cubicBezTo>
                    <a:pt x="503" y="421"/>
                    <a:pt x="521" y="776"/>
                    <a:pt x="753" y="984"/>
                  </a:cubicBezTo>
                  <a:cubicBezTo>
                    <a:pt x="831" y="1056"/>
                    <a:pt x="1130" y="1385"/>
                    <a:pt x="1130" y="1695"/>
                  </a:cubicBezTo>
                  <a:cubicBezTo>
                    <a:pt x="1130" y="1990"/>
                    <a:pt x="849" y="2315"/>
                    <a:pt x="753" y="2402"/>
                  </a:cubicBezTo>
                  <a:cubicBezTo>
                    <a:pt x="678" y="2472"/>
                    <a:pt x="0" y="3101"/>
                    <a:pt x="0" y="3953"/>
                  </a:cubicBezTo>
                  <a:cubicBezTo>
                    <a:pt x="0" y="4802"/>
                    <a:pt x="675" y="5432"/>
                    <a:pt x="753" y="5501"/>
                  </a:cubicBezTo>
                  <a:cubicBezTo>
                    <a:pt x="860" y="5597"/>
                    <a:pt x="994" y="5644"/>
                    <a:pt x="1127" y="5644"/>
                  </a:cubicBezTo>
                  <a:cubicBezTo>
                    <a:pt x="1282" y="5644"/>
                    <a:pt x="1436" y="5580"/>
                    <a:pt x="1548" y="5456"/>
                  </a:cubicBezTo>
                  <a:cubicBezTo>
                    <a:pt x="1756" y="5224"/>
                    <a:pt x="1735" y="4869"/>
                    <a:pt x="1506" y="4661"/>
                  </a:cubicBezTo>
                  <a:cubicBezTo>
                    <a:pt x="1428" y="4588"/>
                    <a:pt x="1130" y="4260"/>
                    <a:pt x="1130" y="3950"/>
                  </a:cubicBezTo>
                  <a:cubicBezTo>
                    <a:pt x="1130" y="3655"/>
                    <a:pt x="1410" y="3330"/>
                    <a:pt x="1506" y="3242"/>
                  </a:cubicBezTo>
                  <a:cubicBezTo>
                    <a:pt x="1581" y="3173"/>
                    <a:pt x="2259" y="2544"/>
                    <a:pt x="2259" y="1692"/>
                  </a:cubicBezTo>
                  <a:cubicBezTo>
                    <a:pt x="2259" y="842"/>
                    <a:pt x="1581" y="213"/>
                    <a:pt x="1506" y="144"/>
                  </a:cubicBezTo>
                  <a:cubicBezTo>
                    <a:pt x="1399" y="48"/>
                    <a:pt x="1265" y="1"/>
                    <a:pt x="11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8" name="Google Shape;6132;p52">
              <a:extLst>
                <a:ext uri="{FF2B5EF4-FFF2-40B4-BE49-F238E27FC236}">
                  <a16:creationId xmlns:a16="http://schemas.microsoft.com/office/drawing/2014/main" id="{7E59AEB5-98E4-46AE-BC74-EEE2BE6432FD}"/>
                </a:ext>
              </a:extLst>
            </p:cNvPr>
            <p:cNvSpPr/>
            <p:nvPr/>
          </p:nvSpPr>
          <p:spPr>
            <a:xfrm>
              <a:off x="4557000" y="3806475"/>
              <a:ext cx="56500" cy="141125"/>
            </a:xfrm>
            <a:custGeom>
              <a:avLst/>
              <a:gdLst/>
              <a:ahLst/>
              <a:cxnLst/>
              <a:rect l="l" t="t" r="r" b="b"/>
              <a:pathLst>
                <a:path w="2260" h="5645" extrusionOk="0">
                  <a:moveTo>
                    <a:pt x="1132" y="1"/>
                  </a:moveTo>
                  <a:cubicBezTo>
                    <a:pt x="977" y="1"/>
                    <a:pt x="823" y="64"/>
                    <a:pt x="711" y="189"/>
                  </a:cubicBezTo>
                  <a:cubicBezTo>
                    <a:pt x="504" y="421"/>
                    <a:pt x="522" y="776"/>
                    <a:pt x="753" y="984"/>
                  </a:cubicBezTo>
                  <a:cubicBezTo>
                    <a:pt x="832" y="1056"/>
                    <a:pt x="1130" y="1385"/>
                    <a:pt x="1130" y="1695"/>
                  </a:cubicBezTo>
                  <a:cubicBezTo>
                    <a:pt x="1130" y="1990"/>
                    <a:pt x="850" y="2315"/>
                    <a:pt x="753" y="2402"/>
                  </a:cubicBezTo>
                  <a:cubicBezTo>
                    <a:pt x="678" y="2472"/>
                    <a:pt x="1" y="3101"/>
                    <a:pt x="1" y="3953"/>
                  </a:cubicBezTo>
                  <a:cubicBezTo>
                    <a:pt x="1" y="4802"/>
                    <a:pt x="675" y="5432"/>
                    <a:pt x="753" y="5501"/>
                  </a:cubicBezTo>
                  <a:cubicBezTo>
                    <a:pt x="861" y="5597"/>
                    <a:pt x="994" y="5644"/>
                    <a:pt x="1127" y="5644"/>
                  </a:cubicBezTo>
                  <a:cubicBezTo>
                    <a:pt x="1282" y="5644"/>
                    <a:pt x="1437" y="5580"/>
                    <a:pt x="1548" y="5456"/>
                  </a:cubicBezTo>
                  <a:cubicBezTo>
                    <a:pt x="1756" y="5224"/>
                    <a:pt x="1735" y="4869"/>
                    <a:pt x="1506" y="4661"/>
                  </a:cubicBezTo>
                  <a:cubicBezTo>
                    <a:pt x="1428" y="4588"/>
                    <a:pt x="1130" y="4260"/>
                    <a:pt x="1130" y="3950"/>
                  </a:cubicBezTo>
                  <a:cubicBezTo>
                    <a:pt x="1130" y="3655"/>
                    <a:pt x="1410" y="3330"/>
                    <a:pt x="1506" y="3242"/>
                  </a:cubicBezTo>
                  <a:cubicBezTo>
                    <a:pt x="1582" y="3173"/>
                    <a:pt x="2259" y="2544"/>
                    <a:pt x="2259" y="1692"/>
                  </a:cubicBezTo>
                  <a:cubicBezTo>
                    <a:pt x="2259" y="842"/>
                    <a:pt x="1582" y="213"/>
                    <a:pt x="1506" y="144"/>
                  </a:cubicBezTo>
                  <a:cubicBezTo>
                    <a:pt x="1399" y="48"/>
                    <a:pt x="1265" y="1"/>
                    <a:pt x="11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9" name="Google Shape;6133;p52">
              <a:extLst>
                <a:ext uri="{FF2B5EF4-FFF2-40B4-BE49-F238E27FC236}">
                  <a16:creationId xmlns:a16="http://schemas.microsoft.com/office/drawing/2014/main" id="{D05984B2-DD18-465C-A46E-2AF8768F5A6A}"/>
                </a:ext>
              </a:extLst>
            </p:cNvPr>
            <p:cNvSpPr/>
            <p:nvPr/>
          </p:nvSpPr>
          <p:spPr>
            <a:xfrm>
              <a:off x="4464775" y="4230875"/>
              <a:ext cx="395250" cy="57400"/>
            </a:xfrm>
            <a:custGeom>
              <a:avLst/>
              <a:gdLst/>
              <a:ahLst/>
              <a:cxnLst/>
              <a:rect l="l" t="t" r="r" b="b"/>
              <a:pathLst>
                <a:path w="15810" h="2296" extrusionOk="0">
                  <a:moveTo>
                    <a:pt x="567" y="1"/>
                  </a:moveTo>
                  <a:cubicBezTo>
                    <a:pt x="254" y="1"/>
                    <a:pt x="1" y="251"/>
                    <a:pt x="1" y="564"/>
                  </a:cubicBezTo>
                  <a:cubicBezTo>
                    <a:pt x="1" y="877"/>
                    <a:pt x="254" y="1130"/>
                    <a:pt x="567" y="1130"/>
                  </a:cubicBezTo>
                  <a:lnTo>
                    <a:pt x="1910" y="1130"/>
                  </a:lnTo>
                  <a:lnTo>
                    <a:pt x="2006" y="1359"/>
                  </a:lnTo>
                  <a:cubicBezTo>
                    <a:pt x="2291" y="1932"/>
                    <a:pt x="2875" y="2295"/>
                    <a:pt x="3516" y="2295"/>
                  </a:cubicBezTo>
                  <a:cubicBezTo>
                    <a:pt x="3519" y="2295"/>
                    <a:pt x="3521" y="2295"/>
                    <a:pt x="3524" y="2295"/>
                  </a:cubicBezTo>
                  <a:lnTo>
                    <a:pt x="12290" y="2295"/>
                  </a:lnTo>
                  <a:cubicBezTo>
                    <a:pt x="12292" y="2295"/>
                    <a:pt x="12295" y="2295"/>
                    <a:pt x="12298" y="2295"/>
                  </a:cubicBezTo>
                  <a:cubicBezTo>
                    <a:pt x="12936" y="2295"/>
                    <a:pt x="13520" y="1932"/>
                    <a:pt x="13804" y="1359"/>
                  </a:cubicBezTo>
                  <a:lnTo>
                    <a:pt x="13901" y="1130"/>
                  </a:lnTo>
                  <a:lnTo>
                    <a:pt x="15247" y="1130"/>
                  </a:lnTo>
                  <a:cubicBezTo>
                    <a:pt x="15557" y="1130"/>
                    <a:pt x="15810" y="877"/>
                    <a:pt x="15810" y="564"/>
                  </a:cubicBezTo>
                  <a:cubicBezTo>
                    <a:pt x="15810" y="251"/>
                    <a:pt x="15557" y="1"/>
                    <a:pt x="152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0" name="Google Shape;6134;p52">
              <a:extLst>
                <a:ext uri="{FF2B5EF4-FFF2-40B4-BE49-F238E27FC236}">
                  <a16:creationId xmlns:a16="http://schemas.microsoft.com/office/drawing/2014/main" id="{635B9F2C-E452-43B0-AF55-E18163A8BF12}"/>
                </a:ext>
              </a:extLst>
            </p:cNvPr>
            <p:cNvSpPr/>
            <p:nvPr/>
          </p:nvSpPr>
          <p:spPr>
            <a:xfrm>
              <a:off x="4840675" y="4007300"/>
              <a:ext cx="101725" cy="166025"/>
            </a:xfrm>
            <a:custGeom>
              <a:avLst/>
              <a:gdLst/>
              <a:ahLst/>
              <a:cxnLst/>
              <a:rect l="l" t="t" r="r" b="b"/>
              <a:pathLst>
                <a:path w="4069" h="6641" extrusionOk="0">
                  <a:moveTo>
                    <a:pt x="1870" y="0"/>
                  </a:moveTo>
                  <a:cubicBezTo>
                    <a:pt x="1852" y="380"/>
                    <a:pt x="1837" y="759"/>
                    <a:pt x="1795" y="1130"/>
                  </a:cubicBezTo>
                  <a:cubicBezTo>
                    <a:pt x="1927" y="1181"/>
                    <a:pt x="2048" y="1256"/>
                    <a:pt x="2150" y="1355"/>
                  </a:cubicBezTo>
                  <a:cubicBezTo>
                    <a:pt x="2800" y="2006"/>
                    <a:pt x="2433" y="3469"/>
                    <a:pt x="1352" y="4550"/>
                  </a:cubicBezTo>
                  <a:cubicBezTo>
                    <a:pt x="1177" y="4722"/>
                    <a:pt x="991" y="4879"/>
                    <a:pt x="792" y="5017"/>
                  </a:cubicBezTo>
                  <a:cubicBezTo>
                    <a:pt x="566" y="5577"/>
                    <a:pt x="301" y="6119"/>
                    <a:pt x="0" y="6640"/>
                  </a:cubicBezTo>
                  <a:cubicBezTo>
                    <a:pt x="747" y="6429"/>
                    <a:pt x="1506" y="5993"/>
                    <a:pt x="2150" y="5348"/>
                  </a:cubicBezTo>
                  <a:cubicBezTo>
                    <a:pt x="3716" y="3782"/>
                    <a:pt x="4068" y="1678"/>
                    <a:pt x="2948" y="557"/>
                  </a:cubicBezTo>
                  <a:cubicBezTo>
                    <a:pt x="2656" y="268"/>
                    <a:pt x="2280" y="97"/>
                    <a:pt x="18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1" name="Google Shape;6135;p52">
              <a:extLst>
                <a:ext uri="{FF2B5EF4-FFF2-40B4-BE49-F238E27FC236}">
                  <a16:creationId xmlns:a16="http://schemas.microsoft.com/office/drawing/2014/main" id="{040A4CFE-8B79-4E5D-8AA7-6619E5B2F0FF}"/>
                </a:ext>
              </a:extLst>
            </p:cNvPr>
            <p:cNvSpPr/>
            <p:nvPr/>
          </p:nvSpPr>
          <p:spPr>
            <a:xfrm>
              <a:off x="4464775" y="3976800"/>
              <a:ext cx="395250" cy="225875"/>
            </a:xfrm>
            <a:custGeom>
              <a:avLst/>
              <a:gdLst/>
              <a:ahLst/>
              <a:cxnLst/>
              <a:rect l="l" t="t" r="r" b="b"/>
              <a:pathLst>
                <a:path w="15810" h="9035" extrusionOk="0">
                  <a:moveTo>
                    <a:pt x="564" y="1"/>
                  </a:moveTo>
                  <a:cubicBezTo>
                    <a:pt x="254" y="1"/>
                    <a:pt x="1" y="251"/>
                    <a:pt x="1" y="564"/>
                  </a:cubicBezTo>
                  <a:cubicBezTo>
                    <a:pt x="1" y="3930"/>
                    <a:pt x="1157" y="7026"/>
                    <a:pt x="3075" y="9035"/>
                  </a:cubicBezTo>
                  <a:lnTo>
                    <a:pt x="12735" y="9035"/>
                  </a:lnTo>
                  <a:cubicBezTo>
                    <a:pt x="14654" y="7026"/>
                    <a:pt x="15810" y="3930"/>
                    <a:pt x="15810" y="564"/>
                  </a:cubicBezTo>
                  <a:cubicBezTo>
                    <a:pt x="15810" y="251"/>
                    <a:pt x="15557" y="1"/>
                    <a:pt x="152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852D4641-E94A-44DF-8BCF-2C9530218550}"/>
              </a:ext>
            </a:extLst>
          </p:cNvPr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41"/>
          <a:stretch/>
        </p:blipFill>
        <p:spPr bwMode="auto">
          <a:xfrm>
            <a:off x="2259738" y="1626920"/>
            <a:ext cx="5554226" cy="232414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719112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4"/>
          <p:cNvSpPr txBox="1">
            <a:spLocks noGrp="1"/>
          </p:cNvSpPr>
          <p:nvPr>
            <p:ph type="ctrTitle"/>
          </p:nvPr>
        </p:nvSpPr>
        <p:spPr>
          <a:xfrm>
            <a:off x="151761" y="1365844"/>
            <a:ext cx="1766403" cy="79694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 dirty="0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  <a:t>PENGKODEAN</a:t>
            </a:r>
            <a:br>
              <a:rPr lang="es" sz="2000" dirty="0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</a:br>
            <a:r>
              <a:rPr lang="es" sz="2000" dirty="0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  <a:t>SYSTEM</a:t>
            </a:r>
            <a:endParaRPr sz="2000" dirty="0">
              <a:solidFill>
                <a:srgbClr val="48FFD5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5" name="Google Shape;270;p24">
            <a:extLst>
              <a:ext uri="{FF2B5EF4-FFF2-40B4-BE49-F238E27FC236}">
                <a16:creationId xmlns:a16="http://schemas.microsoft.com/office/drawing/2014/main" id="{826F4B58-B400-4659-B4CE-1684508A8953}"/>
              </a:ext>
            </a:extLst>
          </p:cNvPr>
          <p:cNvSpPr txBox="1">
            <a:spLocks/>
          </p:cNvSpPr>
          <p:nvPr/>
        </p:nvSpPr>
        <p:spPr>
          <a:xfrm>
            <a:off x="1646193" y="4446317"/>
            <a:ext cx="6935189" cy="525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oboto Black"/>
              <a:buNone/>
              <a:defRPr sz="3600" b="0" i="0" u="none" strike="noStrike" cap="none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9pPr>
          </a:lstStyle>
          <a:p>
            <a:pPr algn="ctr"/>
            <a:r>
              <a:rPr lang="en-US" sz="2000" dirty="0" err="1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  <a:t>Tampilan</a:t>
            </a:r>
            <a:r>
              <a:rPr lang="en-US" sz="2000" dirty="0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  <a:t> Home</a:t>
            </a:r>
            <a:br>
              <a:rPr lang="en-US" sz="2000" dirty="0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</a:br>
            <a:r>
              <a:rPr lang="en-US" sz="2000" dirty="0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  <a:t>#tentang</a:t>
            </a:r>
          </a:p>
        </p:txBody>
      </p:sp>
      <p:grpSp>
        <p:nvGrpSpPr>
          <p:cNvPr id="30" name="Google Shape;6112;p52">
            <a:extLst>
              <a:ext uri="{FF2B5EF4-FFF2-40B4-BE49-F238E27FC236}">
                <a16:creationId xmlns:a16="http://schemas.microsoft.com/office/drawing/2014/main" id="{4242C9B3-416D-4F66-94F9-B3F98CC371D5}"/>
              </a:ext>
            </a:extLst>
          </p:cNvPr>
          <p:cNvGrpSpPr/>
          <p:nvPr/>
        </p:nvGrpSpPr>
        <p:grpSpPr>
          <a:xfrm>
            <a:off x="620986" y="968837"/>
            <a:ext cx="346347" cy="339623"/>
            <a:chOff x="1490050" y="3805975"/>
            <a:chExt cx="491900" cy="482350"/>
          </a:xfrm>
          <a:solidFill>
            <a:schemeClr val="accent6"/>
          </a:solidFill>
        </p:grpSpPr>
        <p:sp>
          <p:nvSpPr>
            <p:cNvPr id="31" name="Google Shape;6113;p52">
              <a:extLst>
                <a:ext uri="{FF2B5EF4-FFF2-40B4-BE49-F238E27FC236}">
                  <a16:creationId xmlns:a16="http://schemas.microsoft.com/office/drawing/2014/main" id="{11609D5E-D4DF-47AE-85C3-093C27A5AC44}"/>
                </a:ext>
              </a:extLst>
            </p:cNvPr>
            <p:cNvSpPr/>
            <p:nvPr/>
          </p:nvSpPr>
          <p:spPr>
            <a:xfrm>
              <a:off x="1541775" y="3877050"/>
              <a:ext cx="302500" cy="277225"/>
            </a:xfrm>
            <a:custGeom>
              <a:avLst/>
              <a:gdLst/>
              <a:ahLst/>
              <a:cxnLst/>
              <a:rect l="l" t="t" r="r" b="b"/>
              <a:pathLst>
                <a:path w="12100" h="11089" extrusionOk="0">
                  <a:moveTo>
                    <a:pt x="10512" y="1"/>
                  </a:moveTo>
                  <a:lnTo>
                    <a:pt x="0" y="10513"/>
                  </a:lnTo>
                  <a:cubicBezTo>
                    <a:pt x="207" y="10475"/>
                    <a:pt x="415" y="10456"/>
                    <a:pt x="622" y="10456"/>
                  </a:cubicBezTo>
                  <a:cubicBezTo>
                    <a:pt x="1327" y="10456"/>
                    <a:pt x="2020" y="10674"/>
                    <a:pt x="2602" y="11088"/>
                  </a:cubicBezTo>
                  <a:lnTo>
                    <a:pt x="12099" y="1588"/>
                  </a:lnTo>
                  <a:lnTo>
                    <a:pt x="105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2" name="Google Shape;6114;p52">
              <a:extLst>
                <a:ext uri="{FF2B5EF4-FFF2-40B4-BE49-F238E27FC236}">
                  <a16:creationId xmlns:a16="http://schemas.microsoft.com/office/drawing/2014/main" id="{59ED7026-E90B-4C60-BA0D-9CA344A6C55D}"/>
                </a:ext>
              </a:extLst>
            </p:cNvPr>
            <p:cNvSpPr/>
            <p:nvPr/>
          </p:nvSpPr>
          <p:spPr>
            <a:xfrm>
              <a:off x="1824450" y="3805975"/>
              <a:ext cx="157500" cy="150525"/>
            </a:xfrm>
            <a:custGeom>
              <a:avLst/>
              <a:gdLst/>
              <a:ahLst/>
              <a:cxnLst/>
              <a:rect l="l" t="t" r="r" b="b"/>
              <a:pathLst>
                <a:path w="6300" h="6021" extrusionOk="0">
                  <a:moveTo>
                    <a:pt x="3211" y="0"/>
                  </a:moveTo>
                  <a:cubicBezTo>
                    <a:pt x="2484" y="0"/>
                    <a:pt x="1758" y="281"/>
                    <a:pt x="1208" y="841"/>
                  </a:cubicBezTo>
                  <a:lnTo>
                    <a:pt x="0" y="2049"/>
                  </a:lnTo>
                  <a:lnTo>
                    <a:pt x="3972" y="6021"/>
                  </a:lnTo>
                  <a:lnTo>
                    <a:pt x="5180" y="4813"/>
                  </a:lnTo>
                  <a:cubicBezTo>
                    <a:pt x="6294" y="3717"/>
                    <a:pt x="6300" y="1925"/>
                    <a:pt x="5198" y="823"/>
                  </a:cubicBezTo>
                  <a:cubicBezTo>
                    <a:pt x="4649" y="274"/>
                    <a:pt x="3930" y="0"/>
                    <a:pt x="32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3" name="Google Shape;6115;p52">
              <a:extLst>
                <a:ext uri="{FF2B5EF4-FFF2-40B4-BE49-F238E27FC236}">
                  <a16:creationId xmlns:a16="http://schemas.microsoft.com/office/drawing/2014/main" id="{A35A982C-2D4F-4CB8-B29F-2E416F5AFF55}"/>
                </a:ext>
              </a:extLst>
            </p:cNvPr>
            <p:cNvSpPr/>
            <p:nvPr/>
          </p:nvSpPr>
          <p:spPr>
            <a:xfrm>
              <a:off x="1626675" y="3936600"/>
              <a:ext cx="277225" cy="302600"/>
            </a:xfrm>
            <a:custGeom>
              <a:avLst/>
              <a:gdLst/>
              <a:ahLst/>
              <a:cxnLst/>
              <a:rect l="l" t="t" r="r" b="b"/>
              <a:pathLst>
                <a:path w="11089" h="12104" extrusionOk="0">
                  <a:moveTo>
                    <a:pt x="9501" y="1"/>
                  </a:moveTo>
                  <a:lnTo>
                    <a:pt x="1" y="9501"/>
                  </a:lnTo>
                  <a:cubicBezTo>
                    <a:pt x="537" y="10254"/>
                    <a:pt x="745" y="11194"/>
                    <a:pt x="576" y="12103"/>
                  </a:cubicBezTo>
                  <a:lnTo>
                    <a:pt x="11088" y="1591"/>
                  </a:lnTo>
                  <a:lnTo>
                    <a:pt x="950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4" name="Google Shape;6116;p52">
              <a:extLst>
                <a:ext uri="{FF2B5EF4-FFF2-40B4-BE49-F238E27FC236}">
                  <a16:creationId xmlns:a16="http://schemas.microsoft.com/office/drawing/2014/main" id="{196F6B18-F506-4B4E-A071-E20ACFB5D390}"/>
                </a:ext>
              </a:extLst>
            </p:cNvPr>
            <p:cNvSpPr/>
            <p:nvPr/>
          </p:nvSpPr>
          <p:spPr>
            <a:xfrm>
              <a:off x="1490050" y="4166500"/>
              <a:ext cx="129950" cy="121825"/>
            </a:xfrm>
            <a:custGeom>
              <a:avLst/>
              <a:gdLst/>
              <a:ahLst/>
              <a:cxnLst/>
              <a:rect l="l" t="t" r="r" b="b"/>
              <a:pathLst>
                <a:path w="5198" h="4873" extrusionOk="0">
                  <a:moveTo>
                    <a:pt x="2693" y="0"/>
                  </a:moveTo>
                  <a:cubicBezTo>
                    <a:pt x="2243" y="0"/>
                    <a:pt x="1790" y="133"/>
                    <a:pt x="1398" y="405"/>
                  </a:cubicBezTo>
                  <a:lnTo>
                    <a:pt x="1398" y="402"/>
                  </a:lnTo>
                  <a:lnTo>
                    <a:pt x="741" y="2446"/>
                  </a:lnTo>
                  <a:lnTo>
                    <a:pt x="139" y="4118"/>
                  </a:lnTo>
                  <a:cubicBezTo>
                    <a:pt x="0" y="4500"/>
                    <a:pt x="295" y="4872"/>
                    <a:pt x="664" y="4872"/>
                  </a:cubicBezTo>
                  <a:cubicBezTo>
                    <a:pt x="727" y="4872"/>
                    <a:pt x="793" y="4861"/>
                    <a:pt x="859" y="4837"/>
                  </a:cubicBezTo>
                  <a:lnTo>
                    <a:pt x="2530" y="4235"/>
                  </a:lnTo>
                  <a:lnTo>
                    <a:pt x="4574" y="3579"/>
                  </a:lnTo>
                  <a:cubicBezTo>
                    <a:pt x="5198" y="2672"/>
                    <a:pt x="5086" y="1450"/>
                    <a:pt x="4306" y="670"/>
                  </a:cubicBezTo>
                  <a:cubicBezTo>
                    <a:pt x="3866" y="228"/>
                    <a:pt x="3282" y="0"/>
                    <a:pt x="269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35" name="Google Shape;6129;p52">
            <a:extLst>
              <a:ext uri="{FF2B5EF4-FFF2-40B4-BE49-F238E27FC236}">
                <a16:creationId xmlns:a16="http://schemas.microsoft.com/office/drawing/2014/main" id="{4E8D1AE9-D5D3-4153-AD8C-91034433756A}"/>
              </a:ext>
            </a:extLst>
          </p:cNvPr>
          <p:cNvGrpSpPr/>
          <p:nvPr/>
        </p:nvGrpSpPr>
        <p:grpSpPr>
          <a:xfrm>
            <a:off x="1150434" y="968824"/>
            <a:ext cx="336296" cy="339235"/>
            <a:chOff x="4464775" y="3806475"/>
            <a:chExt cx="477625" cy="481800"/>
          </a:xfrm>
          <a:solidFill>
            <a:schemeClr val="accent6"/>
          </a:solidFill>
        </p:grpSpPr>
        <p:sp>
          <p:nvSpPr>
            <p:cNvPr id="36" name="Google Shape;6130;p52">
              <a:extLst>
                <a:ext uri="{FF2B5EF4-FFF2-40B4-BE49-F238E27FC236}">
                  <a16:creationId xmlns:a16="http://schemas.microsoft.com/office/drawing/2014/main" id="{2AB43A0A-5026-4A23-834F-AF469F1DAD51}"/>
                </a:ext>
              </a:extLst>
            </p:cNvPr>
            <p:cNvSpPr/>
            <p:nvPr/>
          </p:nvSpPr>
          <p:spPr>
            <a:xfrm>
              <a:off x="4726375" y="3806475"/>
              <a:ext cx="56500" cy="141125"/>
            </a:xfrm>
            <a:custGeom>
              <a:avLst/>
              <a:gdLst/>
              <a:ahLst/>
              <a:cxnLst/>
              <a:rect l="l" t="t" r="r" b="b"/>
              <a:pathLst>
                <a:path w="2260" h="5645" extrusionOk="0">
                  <a:moveTo>
                    <a:pt x="1133" y="1"/>
                  </a:moveTo>
                  <a:cubicBezTo>
                    <a:pt x="978" y="1"/>
                    <a:pt x="823" y="64"/>
                    <a:pt x="712" y="189"/>
                  </a:cubicBezTo>
                  <a:cubicBezTo>
                    <a:pt x="504" y="421"/>
                    <a:pt x="522" y="776"/>
                    <a:pt x="754" y="984"/>
                  </a:cubicBezTo>
                  <a:cubicBezTo>
                    <a:pt x="832" y="1056"/>
                    <a:pt x="1130" y="1385"/>
                    <a:pt x="1130" y="1695"/>
                  </a:cubicBezTo>
                  <a:cubicBezTo>
                    <a:pt x="1130" y="1990"/>
                    <a:pt x="850" y="2315"/>
                    <a:pt x="754" y="2402"/>
                  </a:cubicBezTo>
                  <a:cubicBezTo>
                    <a:pt x="678" y="2472"/>
                    <a:pt x="1" y="3101"/>
                    <a:pt x="1" y="3953"/>
                  </a:cubicBezTo>
                  <a:cubicBezTo>
                    <a:pt x="1" y="4802"/>
                    <a:pt x="675" y="5432"/>
                    <a:pt x="754" y="5501"/>
                  </a:cubicBezTo>
                  <a:cubicBezTo>
                    <a:pt x="861" y="5597"/>
                    <a:pt x="995" y="5644"/>
                    <a:pt x="1128" y="5644"/>
                  </a:cubicBezTo>
                  <a:cubicBezTo>
                    <a:pt x="1283" y="5644"/>
                    <a:pt x="1437" y="5580"/>
                    <a:pt x="1549" y="5456"/>
                  </a:cubicBezTo>
                  <a:cubicBezTo>
                    <a:pt x="1757" y="5224"/>
                    <a:pt x="1735" y="4869"/>
                    <a:pt x="1507" y="4661"/>
                  </a:cubicBezTo>
                  <a:cubicBezTo>
                    <a:pt x="1428" y="4588"/>
                    <a:pt x="1130" y="4260"/>
                    <a:pt x="1130" y="3950"/>
                  </a:cubicBezTo>
                  <a:cubicBezTo>
                    <a:pt x="1130" y="3655"/>
                    <a:pt x="1410" y="3330"/>
                    <a:pt x="1507" y="3242"/>
                  </a:cubicBezTo>
                  <a:cubicBezTo>
                    <a:pt x="1585" y="3173"/>
                    <a:pt x="2259" y="2544"/>
                    <a:pt x="2259" y="1692"/>
                  </a:cubicBezTo>
                  <a:cubicBezTo>
                    <a:pt x="2259" y="842"/>
                    <a:pt x="1585" y="213"/>
                    <a:pt x="1507" y="144"/>
                  </a:cubicBezTo>
                  <a:cubicBezTo>
                    <a:pt x="1399" y="48"/>
                    <a:pt x="1266" y="1"/>
                    <a:pt x="11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7" name="Google Shape;6131;p52">
              <a:extLst>
                <a:ext uri="{FF2B5EF4-FFF2-40B4-BE49-F238E27FC236}">
                  <a16:creationId xmlns:a16="http://schemas.microsoft.com/office/drawing/2014/main" id="{DC1FA845-5EB4-4183-AC92-FE3D1DF03E84}"/>
                </a:ext>
              </a:extLst>
            </p:cNvPr>
            <p:cNvSpPr/>
            <p:nvPr/>
          </p:nvSpPr>
          <p:spPr>
            <a:xfrm>
              <a:off x="4641700" y="3806475"/>
              <a:ext cx="56475" cy="141125"/>
            </a:xfrm>
            <a:custGeom>
              <a:avLst/>
              <a:gdLst/>
              <a:ahLst/>
              <a:cxnLst/>
              <a:rect l="l" t="t" r="r" b="b"/>
              <a:pathLst>
                <a:path w="2259" h="5645" extrusionOk="0">
                  <a:moveTo>
                    <a:pt x="1132" y="1"/>
                  </a:moveTo>
                  <a:cubicBezTo>
                    <a:pt x="977" y="1"/>
                    <a:pt x="823" y="64"/>
                    <a:pt x="711" y="189"/>
                  </a:cubicBezTo>
                  <a:cubicBezTo>
                    <a:pt x="503" y="421"/>
                    <a:pt x="521" y="776"/>
                    <a:pt x="753" y="984"/>
                  </a:cubicBezTo>
                  <a:cubicBezTo>
                    <a:pt x="831" y="1056"/>
                    <a:pt x="1130" y="1385"/>
                    <a:pt x="1130" y="1695"/>
                  </a:cubicBezTo>
                  <a:cubicBezTo>
                    <a:pt x="1130" y="1990"/>
                    <a:pt x="849" y="2315"/>
                    <a:pt x="753" y="2402"/>
                  </a:cubicBezTo>
                  <a:cubicBezTo>
                    <a:pt x="678" y="2472"/>
                    <a:pt x="0" y="3101"/>
                    <a:pt x="0" y="3953"/>
                  </a:cubicBezTo>
                  <a:cubicBezTo>
                    <a:pt x="0" y="4802"/>
                    <a:pt x="675" y="5432"/>
                    <a:pt x="753" y="5501"/>
                  </a:cubicBezTo>
                  <a:cubicBezTo>
                    <a:pt x="860" y="5597"/>
                    <a:pt x="994" y="5644"/>
                    <a:pt x="1127" y="5644"/>
                  </a:cubicBezTo>
                  <a:cubicBezTo>
                    <a:pt x="1282" y="5644"/>
                    <a:pt x="1436" y="5580"/>
                    <a:pt x="1548" y="5456"/>
                  </a:cubicBezTo>
                  <a:cubicBezTo>
                    <a:pt x="1756" y="5224"/>
                    <a:pt x="1735" y="4869"/>
                    <a:pt x="1506" y="4661"/>
                  </a:cubicBezTo>
                  <a:cubicBezTo>
                    <a:pt x="1428" y="4588"/>
                    <a:pt x="1130" y="4260"/>
                    <a:pt x="1130" y="3950"/>
                  </a:cubicBezTo>
                  <a:cubicBezTo>
                    <a:pt x="1130" y="3655"/>
                    <a:pt x="1410" y="3330"/>
                    <a:pt x="1506" y="3242"/>
                  </a:cubicBezTo>
                  <a:cubicBezTo>
                    <a:pt x="1581" y="3173"/>
                    <a:pt x="2259" y="2544"/>
                    <a:pt x="2259" y="1692"/>
                  </a:cubicBezTo>
                  <a:cubicBezTo>
                    <a:pt x="2259" y="842"/>
                    <a:pt x="1581" y="213"/>
                    <a:pt x="1506" y="144"/>
                  </a:cubicBezTo>
                  <a:cubicBezTo>
                    <a:pt x="1399" y="48"/>
                    <a:pt x="1265" y="1"/>
                    <a:pt x="11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8" name="Google Shape;6132;p52">
              <a:extLst>
                <a:ext uri="{FF2B5EF4-FFF2-40B4-BE49-F238E27FC236}">
                  <a16:creationId xmlns:a16="http://schemas.microsoft.com/office/drawing/2014/main" id="{7E59AEB5-98E4-46AE-BC74-EEE2BE6432FD}"/>
                </a:ext>
              </a:extLst>
            </p:cNvPr>
            <p:cNvSpPr/>
            <p:nvPr/>
          </p:nvSpPr>
          <p:spPr>
            <a:xfrm>
              <a:off x="4557000" y="3806475"/>
              <a:ext cx="56500" cy="141125"/>
            </a:xfrm>
            <a:custGeom>
              <a:avLst/>
              <a:gdLst/>
              <a:ahLst/>
              <a:cxnLst/>
              <a:rect l="l" t="t" r="r" b="b"/>
              <a:pathLst>
                <a:path w="2260" h="5645" extrusionOk="0">
                  <a:moveTo>
                    <a:pt x="1132" y="1"/>
                  </a:moveTo>
                  <a:cubicBezTo>
                    <a:pt x="977" y="1"/>
                    <a:pt x="823" y="64"/>
                    <a:pt x="711" y="189"/>
                  </a:cubicBezTo>
                  <a:cubicBezTo>
                    <a:pt x="504" y="421"/>
                    <a:pt x="522" y="776"/>
                    <a:pt x="753" y="984"/>
                  </a:cubicBezTo>
                  <a:cubicBezTo>
                    <a:pt x="832" y="1056"/>
                    <a:pt x="1130" y="1385"/>
                    <a:pt x="1130" y="1695"/>
                  </a:cubicBezTo>
                  <a:cubicBezTo>
                    <a:pt x="1130" y="1990"/>
                    <a:pt x="850" y="2315"/>
                    <a:pt x="753" y="2402"/>
                  </a:cubicBezTo>
                  <a:cubicBezTo>
                    <a:pt x="678" y="2472"/>
                    <a:pt x="1" y="3101"/>
                    <a:pt x="1" y="3953"/>
                  </a:cubicBezTo>
                  <a:cubicBezTo>
                    <a:pt x="1" y="4802"/>
                    <a:pt x="675" y="5432"/>
                    <a:pt x="753" y="5501"/>
                  </a:cubicBezTo>
                  <a:cubicBezTo>
                    <a:pt x="861" y="5597"/>
                    <a:pt x="994" y="5644"/>
                    <a:pt x="1127" y="5644"/>
                  </a:cubicBezTo>
                  <a:cubicBezTo>
                    <a:pt x="1282" y="5644"/>
                    <a:pt x="1437" y="5580"/>
                    <a:pt x="1548" y="5456"/>
                  </a:cubicBezTo>
                  <a:cubicBezTo>
                    <a:pt x="1756" y="5224"/>
                    <a:pt x="1735" y="4869"/>
                    <a:pt x="1506" y="4661"/>
                  </a:cubicBezTo>
                  <a:cubicBezTo>
                    <a:pt x="1428" y="4588"/>
                    <a:pt x="1130" y="4260"/>
                    <a:pt x="1130" y="3950"/>
                  </a:cubicBezTo>
                  <a:cubicBezTo>
                    <a:pt x="1130" y="3655"/>
                    <a:pt x="1410" y="3330"/>
                    <a:pt x="1506" y="3242"/>
                  </a:cubicBezTo>
                  <a:cubicBezTo>
                    <a:pt x="1582" y="3173"/>
                    <a:pt x="2259" y="2544"/>
                    <a:pt x="2259" y="1692"/>
                  </a:cubicBezTo>
                  <a:cubicBezTo>
                    <a:pt x="2259" y="842"/>
                    <a:pt x="1582" y="213"/>
                    <a:pt x="1506" y="144"/>
                  </a:cubicBezTo>
                  <a:cubicBezTo>
                    <a:pt x="1399" y="48"/>
                    <a:pt x="1265" y="1"/>
                    <a:pt x="11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9" name="Google Shape;6133;p52">
              <a:extLst>
                <a:ext uri="{FF2B5EF4-FFF2-40B4-BE49-F238E27FC236}">
                  <a16:creationId xmlns:a16="http://schemas.microsoft.com/office/drawing/2014/main" id="{D05984B2-DD18-465C-A46E-2AF8768F5A6A}"/>
                </a:ext>
              </a:extLst>
            </p:cNvPr>
            <p:cNvSpPr/>
            <p:nvPr/>
          </p:nvSpPr>
          <p:spPr>
            <a:xfrm>
              <a:off x="4464775" y="4230875"/>
              <a:ext cx="395250" cy="57400"/>
            </a:xfrm>
            <a:custGeom>
              <a:avLst/>
              <a:gdLst/>
              <a:ahLst/>
              <a:cxnLst/>
              <a:rect l="l" t="t" r="r" b="b"/>
              <a:pathLst>
                <a:path w="15810" h="2296" extrusionOk="0">
                  <a:moveTo>
                    <a:pt x="567" y="1"/>
                  </a:moveTo>
                  <a:cubicBezTo>
                    <a:pt x="254" y="1"/>
                    <a:pt x="1" y="251"/>
                    <a:pt x="1" y="564"/>
                  </a:cubicBezTo>
                  <a:cubicBezTo>
                    <a:pt x="1" y="877"/>
                    <a:pt x="254" y="1130"/>
                    <a:pt x="567" y="1130"/>
                  </a:cubicBezTo>
                  <a:lnTo>
                    <a:pt x="1910" y="1130"/>
                  </a:lnTo>
                  <a:lnTo>
                    <a:pt x="2006" y="1359"/>
                  </a:lnTo>
                  <a:cubicBezTo>
                    <a:pt x="2291" y="1932"/>
                    <a:pt x="2875" y="2295"/>
                    <a:pt x="3516" y="2295"/>
                  </a:cubicBezTo>
                  <a:cubicBezTo>
                    <a:pt x="3519" y="2295"/>
                    <a:pt x="3521" y="2295"/>
                    <a:pt x="3524" y="2295"/>
                  </a:cubicBezTo>
                  <a:lnTo>
                    <a:pt x="12290" y="2295"/>
                  </a:lnTo>
                  <a:cubicBezTo>
                    <a:pt x="12292" y="2295"/>
                    <a:pt x="12295" y="2295"/>
                    <a:pt x="12298" y="2295"/>
                  </a:cubicBezTo>
                  <a:cubicBezTo>
                    <a:pt x="12936" y="2295"/>
                    <a:pt x="13520" y="1932"/>
                    <a:pt x="13804" y="1359"/>
                  </a:cubicBezTo>
                  <a:lnTo>
                    <a:pt x="13901" y="1130"/>
                  </a:lnTo>
                  <a:lnTo>
                    <a:pt x="15247" y="1130"/>
                  </a:lnTo>
                  <a:cubicBezTo>
                    <a:pt x="15557" y="1130"/>
                    <a:pt x="15810" y="877"/>
                    <a:pt x="15810" y="564"/>
                  </a:cubicBezTo>
                  <a:cubicBezTo>
                    <a:pt x="15810" y="251"/>
                    <a:pt x="15557" y="1"/>
                    <a:pt x="152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0" name="Google Shape;6134;p52">
              <a:extLst>
                <a:ext uri="{FF2B5EF4-FFF2-40B4-BE49-F238E27FC236}">
                  <a16:creationId xmlns:a16="http://schemas.microsoft.com/office/drawing/2014/main" id="{635B9F2C-E452-43B0-AF55-E18163A8BF12}"/>
                </a:ext>
              </a:extLst>
            </p:cNvPr>
            <p:cNvSpPr/>
            <p:nvPr/>
          </p:nvSpPr>
          <p:spPr>
            <a:xfrm>
              <a:off x="4840675" y="4007300"/>
              <a:ext cx="101725" cy="166025"/>
            </a:xfrm>
            <a:custGeom>
              <a:avLst/>
              <a:gdLst/>
              <a:ahLst/>
              <a:cxnLst/>
              <a:rect l="l" t="t" r="r" b="b"/>
              <a:pathLst>
                <a:path w="4069" h="6641" extrusionOk="0">
                  <a:moveTo>
                    <a:pt x="1870" y="0"/>
                  </a:moveTo>
                  <a:cubicBezTo>
                    <a:pt x="1852" y="380"/>
                    <a:pt x="1837" y="759"/>
                    <a:pt x="1795" y="1130"/>
                  </a:cubicBezTo>
                  <a:cubicBezTo>
                    <a:pt x="1927" y="1181"/>
                    <a:pt x="2048" y="1256"/>
                    <a:pt x="2150" y="1355"/>
                  </a:cubicBezTo>
                  <a:cubicBezTo>
                    <a:pt x="2800" y="2006"/>
                    <a:pt x="2433" y="3469"/>
                    <a:pt x="1352" y="4550"/>
                  </a:cubicBezTo>
                  <a:cubicBezTo>
                    <a:pt x="1177" y="4722"/>
                    <a:pt x="991" y="4879"/>
                    <a:pt x="792" y="5017"/>
                  </a:cubicBezTo>
                  <a:cubicBezTo>
                    <a:pt x="566" y="5577"/>
                    <a:pt x="301" y="6119"/>
                    <a:pt x="0" y="6640"/>
                  </a:cubicBezTo>
                  <a:cubicBezTo>
                    <a:pt x="747" y="6429"/>
                    <a:pt x="1506" y="5993"/>
                    <a:pt x="2150" y="5348"/>
                  </a:cubicBezTo>
                  <a:cubicBezTo>
                    <a:pt x="3716" y="3782"/>
                    <a:pt x="4068" y="1678"/>
                    <a:pt x="2948" y="557"/>
                  </a:cubicBezTo>
                  <a:cubicBezTo>
                    <a:pt x="2656" y="268"/>
                    <a:pt x="2280" y="97"/>
                    <a:pt x="18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1" name="Google Shape;6135;p52">
              <a:extLst>
                <a:ext uri="{FF2B5EF4-FFF2-40B4-BE49-F238E27FC236}">
                  <a16:creationId xmlns:a16="http://schemas.microsoft.com/office/drawing/2014/main" id="{040A4CFE-8B79-4E5D-8AA7-6619E5B2F0FF}"/>
                </a:ext>
              </a:extLst>
            </p:cNvPr>
            <p:cNvSpPr/>
            <p:nvPr/>
          </p:nvSpPr>
          <p:spPr>
            <a:xfrm>
              <a:off x="4464775" y="3976800"/>
              <a:ext cx="395250" cy="225875"/>
            </a:xfrm>
            <a:custGeom>
              <a:avLst/>
              <a:gdLst/>
              <a:ahLst/>
              <a:cxnLst/>
              <a:rect l="l" t="t" r="r" b="b"/>
              <a:pathLst>
                <a:path w="15810" h="9035" extrusionOk="0">
                  <a:moveTo>
                    <a:pt x="564" y="1"/>
                  </a:moveTo>
                  <a:cubicBezTo>
                    <a:pt x="254" y="1"/>
                    <a:pt x="1" y="251"/>
                    <a:pt x="1" y="564"/>
                  </a:cubicBezTo>
                  <a:cubicBezTo>
                    <a:pt x="1" y="3930"/>
                    <a:pt x="1157" y="7026"/>
                    <a:pt x="3075" y="9035"/>
                  </a:cubicBezTo>
                  <a:lnTo>
                    <a:pt x="12735" y="9035"/>
                  </a:lnTo>
                  <a:cubicBezTo>
                    <a:pt x="14654" y="7026"/>
                    <a:pt x="15810" y="3930"/>
                    <a:pt x="15810" y="564"/>
                  </a:cubicBezTo>
                  <a:cubicBezTo>
                    <a:pt x="15810" y="251"/>
                    <a:pt x="15557" y="1"/>
                    <a:pt x="152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A42A279F-9CD5-4314-A084-433C5947EEE6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5314" y="1214075"/>
            <a:ext cx="6001159" cy="2748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9787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4"/>
          <p:cNvSpPr txBox="1">
            <a:spLocks noGrp="1"/>
          </p:cNvSpPr>
          <p:nvPr>
            <p:ph type="ctrTitle"/>
          </p:nvPr>
        </p:nvSpPr>
        <p:spPr>
          <a:xfrm>
            <a:off x="151761" y="1365844"/>
            <a:ext cx="1766403" cy="79694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 dirty="0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  <a:t>PENGKODEAN</a:t>
            </a:r>
            <a:br>
              <a:rPr lang="es" sz="2000" dirty="0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</a:br>
            <a:r>
              <a:rPr lang="es" sz="2000" dirty="0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  <a:t>SYSTEM</a:t>
            </a:r>
            <a:endParaRPr sz="2000" dirty="0">
              <a:solidFill>
                <a:srgbClr val="48FFD5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5" name="Google Shape;270;p24">
            <a:extLst>
              <a:ext uri="{FF2B5EF4-FFF2-40B4-BE49-F238E27FC236}">
                <a16:creationId xmlns:a16="http://schemas.microsoft.com/office/drawing/2014/main" id="{826F4B58-B400-4659-B4CE-1684508A8953}"/>
              </a:ext>
            </a:extLst>
          </p:cNvPr>
          <p:cNvSpPr txBox="1">
            <a:spLocks/>
          </p:cNvSpPr>
          <p:nvPr/>
        </p:nvSpPr>
        <p:spPr>
          <a:xfrm>
            <a:off x="1646193" y="4446317"/>
            <a:ext cx="6935189" cy="525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oboto Black"/>
              <a:buNone/>
              <a:defRPr sz="3600" b="0" i="0" u="none" strike="noStrike" cap="none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9pPr>
          </a:lstStyle>
          <a:p>
            <a:pPr algn="ctr"/>
            <a:r>
              <a:rPr lang="en-US" sz="2000" dirty="0" err="1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  <a:t>Tampilan</a:t>
            </a:r>
            <a:r>
              <a:rPr lang="en-US" sz="2000" dirty="0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  <a:t> Home</a:t>
            </a:r>
            <a:br>
              <a:rPr lang="en-US" sz="2000" dirty="0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</a:br>
            <a:r>
              <a:rPr lang="en-US" sz="2000" dirty="0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  <a:t>#pelayanan</a:t>
            </a:r>
          </a:p>
        </p:txBody>
      </p:sp>
      <p:grpSp>
        <p:nvGrpSpPr>
          <p:cNvPr id="30" name="Google Shape;6112;p52">
            <a:extLst>
              <a:ext uri="{FF2B5EF4-FFF2-40B4-BE49-F238E27FC236}">
                <a16:creationId xmlns:a16="http://schemas.microsoft.com/office/drawing/2014/main" id="{4242C9B3-416D-4F66-94F9-B3F98CC371D5}"/>
              </a:ext>
            </a:extLst>
          </p:cNvPr>
          <p:cNvGrpSpPr/>
          <p:nvPr/>
        </p:nvGrpSpPr>
        <p:grpSpPr>
          <a:xfrm>
            <a:off x="620986" y="968837"/>
            <a:ext cx="346347" cy="339623"/>
            <a:chOff x="1490050" y="3805975"/>
            <a:chExt cx="491900" cy="482350"/>
          </a:xfrm>
          <a:solidFill>
            <a:schemeClr val="accent6"/>
          </a:solidFill>
        </p:grpSpPr>
        <p:sp>
          <p:nvSpPr>
            <p:cNvPr id="31" name="Google Shape;6113;p52">
              <a:extLst>
                <a:ext uri="{FF2B5EF4-FFF2-40B4-BE49-F238E27FC236}">
                  <a16:creationId xmlns:a16="http://schemas.microsoft.com/office/drawing/2014/main" id="{11609D5E-D4DF-47AE-85C3-093C27A5AC44}"/>
                </a:ext>
              </a:extLst>
            </p:cNvPr>
            <p:cNvSpPr/>
            <p:nvPr/>
          </p:nvSpPr>
          <p:spPr>
            <a:xfrm>
              <a:off x="1541775" y="3877050"/>
              <a:ext cx="302500" cy="277225"/>
            </a:xfrm>
            <a:custGeom>
              <a:avLst/>
              <a:gdLst/>
              <a:ahLst/>
              <a:cxnLst/>
              <a:rect l="l" t="t" r="r" b="b"/>
              <a:pathLst>
                <a:path w="12100" h="11089" extrusionOk="0">
                  <a:moveTo>
                    <a:pt x="10512" y="1"/>
                  </a:moveTo>
                  <a:lnTo>
                    <a:pt x="0" y="10513"/>
                  </a:lnTo>
                  <a:cubicBezTo>
                    <a:pt x="207" y="10475"/>
                    <a:pt x="415" y="10456"/>
                    <a:pt x="622" y="10456"/>
                  </a:cubicBezTo>
                  <a:cubicBezTo>
                    <a:pt x="1327" y="10456"/>
                    <a:pt x="2020" y="10674"/>
                    <a:pt x="2602" y="11088"/>
                  </a:cubicBezTo>
                  <a:lnTo>
                    <a:pt x="12099" y="1588"/>
                  </a:lnTo>
                  <a:lnTo>
                    <a:pt x="105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2" name="Google Shape;6114;p52">
              <a:extLst>
                <a:ext uri="{FF2B5EF4-FFF2-40B4-BE49-F238E27FC236}">
                  <a16:creationId xmlns:a16="http://schemas.microsoft.com/office/drawing/2014/main" id="{59ED7026-E90B-4C60-BA0D-9CA344A6C55D}"/>
                </a:ext>
              </a:extLst>
            </p:cNvPr>
            <p:cNvSpPr/>
            <p:nvPr/>
          </p:nvSpPr>
          <p:spPr>
            <a:xfrm>
              <a:off x="1824450" y="3805975"/>
              <a:ext cx="157500" cy="150525"/>
            </a:xfrm>
            <a:custGeom>
              <a:avLst/>
              <a:gdLst/>
              <a:ahLst/>
              <a:cxnLst/>
              <a:rect l="l" t="t" r="r" b="b"/>
              <a:pathLst>
                <a:path w="6300" h="6021" extrusionOk="0">
                  <a:moveTo>
                    <a:pt x="3211" y="0"/>
                  </a:moveTo>
                  <a:cubicBezTo>
                    <a:pt x="2484" y="0"/>
                    <a:pt x="1758" y="281"/>
                    <a:pt x="1208" y="841"/>
                  </a:cubicBezTo>
                  <a:lnTo>
                    <a:pt x="0" y="2049"/>
                  </a:lnTo>
                  <a:lnTo>
                    <a:pt x="3972" y="6021"/>
                  </a:lnTo>
                  <a:lnTo>
                    <a:pt x="5180" y="4813"/>
                  </a:lnTo>
                  <a:cubicBezTo>
                    <a:pt x="6294" y="3717"/>
                    <a:pt x="6300" y="1925"/>
                    <a:pt x="5198" y="823"/>
                  </a:cubicBezTo>
                  <a:cubicBezTo>
                    <a:pt x="4649" y="274"/>
                    <a:pt x="3930" y="0"/>
                    <a:pt x="32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3" name="Google Shape;6115;p52">
              <a:extLst>
                <a:ext uri="{FF2B5EF4-FFF2-40B4-BE49-F238E27FC236}">
                  <a16:creationId xmlns:a16="http://schemas.microsoft.com/office/drawing/2014/main" id="{A35A982C-2D4F-4CB8-B29F-2E416F5AFF55}"/>
                </a:ext>
              </a:extLst>
            </p:cNvPr>
            <p:cNvSpPr/>
            <p:nvPr/>
          </p:nvSpPr>
          <p:spPr>
            <a:xfrm>
              <a:off x="1626675" y="3936600"/>
              <a:ext cx="277225" cy="302600"/>
            </a:xfrm>
            <a:custGeom>
              <a:avLst/>
              <a:gdLst/>
              <a:ahLst/>
              <a:cxnLst/>
              <a:rect l="l" t="t" r="r" b="b"/>
              <a:pathLst>
                <a:path w="11089" h="12104" extrusionOk="0">
                  <a:moveTo>
                    <a:pt x="9501" y="1"/>
                  </a:moveTo>
                  <a:lnTo>
                    <a:pt x="1" y="9501"/>
                  </a:lnTo>
                  <a:cubicBezTo>
                    <a:pt x="537" y="10254"/>
                    <a:pt x="745" y="11194"/>
                    <a:pt x="576" y="12103"/>
                  </a:cubicBezTo>
                  <a:lnTo>
                    <a:pt x="11088" y="1591"/>
                  </a:lnTo>
                  <a:lnTo>
                    <a:pt x="950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4" name="Google Shape;6116;p52">
              <a:extLst>
                <a:ext uri="{FF2B5EF4-FFF2-40B4-BE49-F238E27FC236}">
                  <a16:creationId xmlns:a16="http://schemas.microsoft.com/office/drawing/2014/main" id="{196F6B18-F506-4B4E-A071-E20ACFB5D390}"/>
                </a:ext>
              </a:extLst>
            </p:cNvPr>
            <p:cNvSpPr/>
            <p:nvPr/>
          </p:nvSpPr>
          <p:spPr>
            <a:xfrm>
              <a:off x="1490050" y="4166500"/>
              <a:ext cx="129950" cy="121825"/>
            </a:xfrm>
            <a:custGeom>
              <a:avLst/>
              <a:gdLst/>
              <a:ahLst/>
              <a:cxnLst/>
              <a:rect l="l" t="t" r="r" b="b"/>
              <a:pathLst>
                <a:path w="5198" h="4873" extrusionOk="0">
                  <a:moveTo>
                    <a:pt x="2693" y="0"/>
                  </a:moveTo>
                  <a:cubicBezTo>
                    <a:pt x="2243" y="0"/>
                    <a:pt x="1790" y="133"/>
                    <a:pt x="1398" y="405"/>
                  </a:cubicBezTo>
                  <a:lnTo>
                    <a:pt x="1398" y="402"/>
                  </a:lnTo>
                  <a:lnTo>
                    <a:pt x="741" y="2446"/>
                  </a:lnTo>
                  <a:lnTo>
                    <a:pt x="139" y="4118"/>
                  </a:lnTo>
                  <a:cubicBezTo>
                    <a:pt x="0" y="4500"/>
                    <a:pt x="295" y="4872"/>
                    <a:pt x="664" y="4872"/>
                  </a:cubicBezTo>
                  <a:cubicBezTo>
                    <a:pt x="727" y="4872"/>
                    <a:pt x="793" y="4861"/>
                    <a:pt x="859" y="4837"/>
                  </a:cubicBezTo>
                  <a:lnTo>
                    <a:pt x="2530" y="4235"/>
                  </a:lnTo>
                  <a:lnTo>
                    <a:pt x="4574" y="3579"/>
                  </a:lnTo>
                  <a:cubicBezTo>
                    <a:pt x="5198" y="2672"/>
                    <a:pt x="5086" y="1450"/>
                    <a:pt x="4306" y="670"/>
                  </a:cubicBezTo>
                  <a:cubicBezTo>
                    <a:pt x="3866" y="228"/>
                    <a:pt x="3282" y="0"/>
                    <a:pt x="269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35" name="Google Shape;6129;p52">
            <a:extLst>
              <a:ext uri="{FF2B5EF4-FFF2-40B4-BE49-F238E27FC236}">
                <a16:creationId xmlns:a16="http://schemas.microsoft.com/office/drawing/2014/main" id="{4E8D1AE9-D5D3-4153-AD8C-91034433756A}"/>
              </a:ext>
            </a:extLst>
          </p:cNvPr>
          <p:cNvGrpSpPr/>
          <p:nvPr/>
        </p:nvGrpSpPr>
        <p:grpSpPr>
          <a:xfrm>
            <a:off x="1150434" y="968824"/>
            <a:ext cx="336296" cy="339235"/>
            <a:chOff x="4464775" y="3806475"/>
            <a:chExt cx="477625" cy="481800"/>
          </a:xfrm>
          <a:solidFill>
            <a:schemeClr val="accent6"/>
          </a:solidFill>
        </p:grpSpPr>
        <p:sp>
          <p:nvSpPr>
            <p:cNvPr id="36" name="Google Shape;6130;p52">
              <a:extLst>
                <a:ext uri="{FF2B5EF4-FFF2-40B4-BE49-F238E27FC236}">
                  <a16:creationId xmlns:a16="http://schemas.microsoft.com/office/drawing/2014/main" id="{2AB43A0A-5026-4A23-834F-AF469F1DAD51}"/>
                </a:ext>
              </a:extLst>
            </p:cNvPr>
            <p:cNvSpPr/>
            <p:nvPr/>
          </p:nvSpPr>
          <p:spPr>
            <a:xfrm>
              <a:off x="4726375" y="3806475"/>
              <a:ext cx="56500" cy="141125"/>
            </a:xfrm>
            <a:custGeom>
              <a:avLst/>
              <a:gdLst/>
              <a:ahLst/>
              <a:cxnLst/>
              <a:rect l="l" t="t" r="r" b="b"/>
              <a:pathLst>
                <a:path w="2260" h="5645" extrusionOk="0">
                  <a:moveTo>
                    <a:pt x="1133" y="1"/>
                  </a:moveTo>
                  <a:cubicBezTo>
                    <a:pt x="978" y="1"/>
                    <a:pt x="823" y="64"/>
                    <a:pt x="712" y="189"/>
                  </a:cubicBezTo>
                  <a:cubicBezTo>
                    <a:pt x="504" y="421"/>
                    <a:pt x="522" y="776"/>
                    <a:pt x="754" y="984"/>
                  </a:cubicBezTo>
                  <a:cubicBezTo>
                    <a:pt x="832" y="1056"/>
                    <a:pt x="1130" y="1385"/>
                    <a:pt x="1130" y="1695"/>
                  </a:cubicBezTo>
                  <a:cubicBezTo>
                    <a:pt x="1130" y="1990"/>
                    <a:pt x="850" y="2315"/>
                    <a:pt x="754" y="2402"/>
                  </a:cubicBezTo>
                  <a:cubicBezTo>
                    <a:pt x="678" y="2472"/>
                    <a:pt x="1" y="3101"/>
                    <a:pt x="1" y="3953"/>
                  </a:cubicBezTo>
                  <a:cubicBezTo>
                    <a:pt x="1" y="4802"/>
                    <a:pt x="675" y="5432"/>
                    <a:pt x="754" y="5501"/>
                  </a:cubicBezTo>
                  <a:cubicBezTo>
                    <a:pt x="861" y="5597"/>
                    <a:pt x="995" y="5644"/>
                    <a:pt x="1128" y="5644"/>
                  </a:cubicBezTo>
                  <a:cubicBezTo>
                    <a:pt x="1283" y="5644"/>
                    <a:pt x="1437" y="5580"/>
                    <a:pt x="1549" y="5456"/>
                  </a:cubicBezTo>
                  <a:cubicBezTo>
                    <a:pt x="1757" y="5224"/>
                    <a:pt x="1735" y="4869"/>
                    <a:pt x="1507" y="4661"/>
                  </a:cubicBezTo>
                  <a:cubicBezTo>
                    <a:pt x="1428" y="4588"/>
                    <a:pt x="1130" y="4260"/>
                    <a:pt x="1130" y="3950"/>
                  </a:cubicBezTo>
                  <a:cubicBezTo>
                    <a:pt x="1130" y="3655"/>
                    <a:pt x="1410" y="3330"/>
                    <a:pt x="1507" y="3242"/>
                  </a:cubicBezTo>
                  <a:cubicBezTo>
                    <a:pt x="1585" y="3173"/>
                    <a:pt x="2259" y="2544"/>
                    <a:pt x="2259" y="1692"/>
                  </a:cubicBezTo>
                  <a:cubicBezTo>
                    <a:pt x="2259" y="842"/>
                    <a:pt x="1585" y="213"/>
                    <a:pt x="1507" y="144"/>
                  </a:cubicBezTo>
                  <a:cubicBezTo>
                    <a:pt x="1399" y="48"/>
                    <a:pt x="1266" y="1"/>
                    <a:pt x="11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7" name="Google Shape;6131;p52">
              <a:extLst>
                <a:ext uri="{FF2B5EF4-FFF2-40B4-BE49-F238E27FC236}">
                  <a16:creationId xmlns:a16="http://schemas.microsoft.com/office/drawing/2014/main" id="{DC1FA845-5EB4-4183-AC92-FE3D1DF03E84}"/>
                </a:ext>
              </a:extLst>
            </p:cNvPr>
            <p:cNvSpPr/>
            <p:nvPr/>
          </p:nvSpPr>
          <p:spPr>
            <a:xfrm>
              <a:off x="4641700" y="3806475"/>
              <a:ext cx="56475" cy="141125"/>
            </a:xfrm>
            <a:custGeom>
              <a:avLst/>
              <a:gdLst/>
              <a:ahLst/>
              <a:cxnLst/>
              <a:rect l="l" t="t" r="r" b="b"/>
              <a:pathLst>
                <a:path w="2259" h="5645" extrusionOk="0">
                  <a:moveTo>
                    <a:pt x="1132" y="1"/>
                  </a:moveTo>
                  <a:cubicBezTo>
                    <a:pt x="977" y="1"/>
                    <a:pt x="823" y="64"/>
                    <a:pt x="711" y="189"/>
                  </a:cubicBezTo>
                  <a:cubicBezTo>
                    <a:pt x="503" y="421"/>
                    <a:pt x="521" y="776"/>
                    <a:pt x="753" y="984"/>
                  </a:cubicBezTo>
                  <a:cubicBezTo>
                    <a:pt x="831" y="1056"/>
                    <a:pt x="1130" y="1385"/>
                    <a:pt x="1130" y="1695"/>
                  </a:cubicBezTo>
                  <a:cubicBezTo>
                    <a:pt x="1130" y="1990"/>
                    <a:pt x="849" y="2315"/>
                    <a:pt x="753" y="2402"/>
                  </a:cubicBezTo>
                  <a:cubicBezTo>
                    <a:pt x="678" y="2472"/>
                    <a:pt x="0" y="3101"/>
                    <a:pt x="0" y="3953"/>
                  </a:cubicBezTo>
                  <a:cubicBezTo>
                    <a:pt x="0" y="4802"/>
                    <a:pt x="675" y="5432"/>
                    <a:pt x="753" y="5501"/>
                  </a:cubicBezTo>
                  <a:cubicBezTo>
                    <a:pt x="860" y="5597"/>
                    <a:pt x="994" y="5644"/>
                    <a:pt x="1127" y="5644"/>
                  </a:cubicBezTo>
                  <a:cubicBezTo>
                    <a:pt x="1282" y="5644"/>
                    <a:pt x="1436" y="5580"/>
                    <a:pt x="1548" y="5456"/>
                  </a:cubicBezTo>
                  <a:cubicBezTo>
                    <a:pt x="1756" y="5224"/>
                    <a:pt x="1735" y="4869"/>
                    <a:pt x="1506" y="4661"/>
                  </a:cubicBezTo>
                  <a:cubicBezTo>
                    <a:pt x="1428" y="4588"/>
                    <a:pt x="1130" y="4260"/>
                    <a:pt x="1130" y="3950"/>
                  </a:cubicBezTo>
                  <a:cubicBezTo>
                    <a:pt x="1130" y="3655"/>
                    <a:pt x="1410" y="3330"/>
                    <a:pt x="1506" y="3242"/>
                  </a:cubicBezTo>
                  <a:cubicBezTo>
                    <a:pt x="1581" y="3173"/>
                    <a:pt x="2259" y="2544"/>
                    <a:pt x="2259" y="1692"/>
                  </a:cubicBezTo>
                  <a:cubicBezTo>
                    <a:pt x="2259" y="842"/>
                    <a:pt x="1581" y="213"/>
                    <a:pt x="1506" y="144"/>
                  </a:cubicBezTo>
                  <a:cubicBezTo>
                    <a:pt x="1399" y="48"/>
                    <a:pt x="1265" y="1"/>
                    <a:pt x="11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8" name="Google Shape;6132;p52">
              <a:extLst>
                <a:ext uri="{FF2B5EF4-FFF2-40B4-BE49-F238E27FC236}">
                  <a16:creationId xmlns:a16="http://schemas.microsoft.com/office/drawing/2014/main" id="{7E59AEB5-98E4-46AE-BC74-EEE2BE6432FD}"/>
                </a:ext>
              </a:extLst>
            </p:cNvPr>
            <p:cNvSpPr/>
            <p:nvPr/>
          </p:nvSpPr>
          <p:spPr>
            <a:xfrm>
              <a:off x="4557000" y="3806475"/>
              <a:ext cx="56500" cy="141125"/>
            </a:xfrm>
            <a:custGeom>
              <a:avLst/>
              <a:gdLst/>
              <a:ahLst/>
              <a:cxnLst/>
              <a:rect l="l" t="t" r="r" b="b"/>
              <a:pathLst>
                <a:path w="2260" h="5645" extrusionOk="0">
                  <a:moveTo>
                    <a:pt x="1132" y="1"/>
                  </a:moveTo>
                  <a:cubicBezTo>
                    <a:pt x="977" y="1"/>
                    <a:pt x="823" y="64"/>
                    <a:pt x="711" y="189"/>
                  </a:cubicBezTo>
                  <a:cubicBezTo>
                    <a:pt x="504" y="421"/>
                    <a:pt x="522" y="776"/>
                    <a:pt x="753" y="984"/>
                  </a:cubicBezTo>
                  <a:cubicBezTo>
                    <a:pt x="832" y="1056"/>
                    <a:pt x="1130" y="1385"/>
                    <a:pt x="1130" y="1695"/>
                  </a:cubicBezTo>
                  <a:cubicBezTo>
                    <a:pt x="1130" y="1990"/>
                    <a:pt x="850" y="2315"/>
                    <a:pt x="753" y="2402"/>
                  </a:cubicBezTo>
                  <a:cubicBezTo>
                    <a:pt x="678" y="2472"/>
                    <a:pt x="1" y="3101"/>
                    <a:pt x="1" y="3953"/>
                  </a:cubicBezTo>
                  <a:cubicBezTo>
                    <a:pt x="1" y="4802"/>
                    <a:pt x="675" y="5432"/>
                    <a:pt x="753" y="5501"/>
                  </a:cubicBezTo>
                  <a:cubicBezTo>
                    <a:pt x="861" y="5597"/>
                    <a:pt x="994" y="5644"/>
                    <a:pt x="1127" y="5644"/>
                  </a:cubicBezTo>
                  <a:cubicBezTo>
                    <a:pt x="1282" y="5644"/>
                    <a:pt x="1437" y="5580"/>
                    <a:pt x="1548" y="5456"/>
                  </a:cubicBezTo>
                  <a:cubicBezTo>
                    <a:pt x="1756" y="5224"/>
                    <a:pt x="1735" y="4869"/>
                    <a:pt x="1506" y="4661"/>
                  </a:cubicBezTo>
                  <a:cubicBezTo>
                    <a:pt x="1428" y="4588"/>
                    <a:pt x="1130" y="4260"/>
                    <a:pt x="1130" y="3950"/>
                  </a:cubicBezTo>
                  <a:cubicBezTo>
                    <a:pt x="1130" y="3655"/>
                    <a:pt x="1410" y="3330"/>
                    <a:pt x="1506" y="3242"/>
                  </a:cubicBezTo>
                  <a:cubicBezTo>
                    <a:pt x="1582" y="3173"/>
                    <a:pt x="2259" y="2544"/>
                    <a:pt x="2259" y="1692"/>
                  </a:cubicBezTo>
                  <a:cubicBezTo>
                    <a:pt x="2259" y="842"/>
                    <a:pt x="1582" y="213"/>
                    <a:pt x="1506" y="144"/>
                  </a:cubicBezTo>
                  <a:cubicBezTo>
                    <a:pt x="1399" y="48"/>
                    <a:pt x="1265" y="1"/>
                    <a:pt x="11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9" name="Google Shape;6133;p52">
              <a:extLst>
                <a:ext uri="{FF2B5EF4-FFF2-40B4-BE49-F238E27FC236}">
                  <a16:creationId xmlns:a16="http://schemas.microsoft.com/office/drawing/2014/main" id="{D05984B2-DD18-465C-A46E-2AF8768F5A6A}"/>
                </a:ext>
              </a:extLst>
            </p:cNvPr>
            <p:cNvSpPr/>
            <p:nvPr/>
          </p:nvSpPr>
          <p:spPr>
            <a:xfrm>
              <a:off x="4464775" y="4230875"/>
              <a:ext cx="395250" cy="57400"/>
            </a:xfrm>
            <a:custGeom>
              <a:avLst/>
              <a:gdLst/>
              <a:ahLst/>
              <a:cxnLst/>
              <a:rect l="l" t="t" r="r" b="b"/>
              <a:pathLst>
                <a:path w="15810" h="2296" extrusionOk="0">
                  <a:moveTo>
                    <a:pt x="567" y="1"/>
                  </a:moveTo>
                  <a:cubicBezTo>
                    <a:pt x="254" y="1"/>
                    <a:pt x="1" y="251"/>
                    <a:pt x="1" y="564"/>
                  </a:cubicBezTo>
                  <a:cubicBezTo>
                    <a:pt x="1" y="877"/>
                    <a:pt x="254" y="1130"/>
                    <a:pt x="567" y="1130"/>
                  </a:cubicBezTo>
                  <a:lnTo>
                    <a:pt x="1910" y="1130"/>
                  </a:lnTo>
                  <a:lnTo>
                    <a:pt x="2006" y="1359"/>
                  </a:lnTo>
                  <a:cubicBezTo>
                    <a:pt x="2291" y="1932"/>
                    <a:pt x="2875" y="2295"/>
                    <a:pt x="3516" y="2295"/>
                  </a:cubicBezTo>
                  <a:cubicBezTo>
                    <a:pt x="3519" y="2295"/>
                    <a:pt x="3521" y="2295"/>
                    <a:pt x="3524" y="2295"/>
                  </a:cubicBezTo>
                  <a:lnTo>
                    <a:pt x="12290" y="2295"/>
                  </a:lnTo>
                  <a:cubicBezTo>
                    <a:pt x="12292" y="2295"/>
                    <a:pt x="12295" y="2295"/>
                    <a:pt x="12298" y="2295"/>
                  </a:cubicBezTo>
                  <a:cubicBezTo>
                    <a:pt x="12936" y="2295"/>
                    <a:pt x="13520" y="1932"/>
                    <a:pt x="13804" y="1359"/>
                  </a:cubicBezTo>
                  <a:lnTo>
                    <a:pt x="13901" y="1130"/>
                  </a:lnTo>
                  <a:lnTo>
                    <a:pt x="15247" y="1130"/>
                  </a:lnTo>
                  <a:cubicBezTo>
                    <a:pt x="15557" y="1130"/>
                    <a:pt x="15810" y="877"/>
                    <a:pt x="15810" y="564"/>
                  </a:cubicBezTo>
                  <a:cubicBezTo>
                    <a:pt x="15810" y="251"/>
                    <a:pt x="15557" y="1"/>
                    <a:pt x="152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0" name="Google Shape;6134;p52">
              <a:extLst>
                <a:ext uri="{FF2B5EF4-FFF2-40B4-BE49-F238E27FC236}">
                  <a16:creationId xmlns:a16="http://schemas.microsoft.com/office/drawing/2014/main" id="{635B9F2C-E452-43B0-AF55-E18163A8BF12}"/>
                </a:ext>
              </a:extLst>
            </p:cNvPr>
            <p:cNvSpPr/>
            <p:nvPr/>
          </p:nvSpPr>
          <p:spPr>
            <a:xfrm>
              <a:off x="4840675" y="4007300"/>
              <a:ext cx="101725" cy="166025"/>
            </a:xfrm>
            <a:custGeom>
              <a:avLst/>
              <a:gdLst/>
              <a:ahLst/>
              <a:cxnLst/>
              <a:rect l="l" t="t" r="r" b="b"/>
              <a:pathLst>
                <a:path w="4069" h="6641" extrusionOk="0">
                  <a:moveTo>
                    <a:pt x="1870" y="0"/>
                  </a:moveTo>
                  <a:cubicBezTo>
                    <a:pt x="1852" y="380"/>
                    <a:pt x="1837" y="759"/>
                    <a:pt x="1795" y="1130"/>
                  </a:cubicBezTo>
                  <a:cubicBezTo>
                    <a:pt x="1927" y="1181"/>
                    <a:pt x="2048" y="1256"/>
                    <a:pt x="2150" y="1355"/>
                  </a:cubicBezTo>
                  <a:cubicBezTo>
                    <a:pt x="2800" y="2006"/>
                    <a:pt x="2433" y="3469"/>
                    <a:pt x="1352" y="4550"/>
                  </a:cubicBezTo>
                  <a:cubicBezTo>
                    <a:pt x="1177" y="4722"/>
                    <a:pt x="991" y="4879"/>
                    <a:pt x="792" y="5017"/>
                  </a:cubicBezTo>
                  <a:cubicBezTo>
                    <a:pt x="566" y="5577"/>
                    <a:pt x="301" y="6119"/>
                    <a:pt x="0" y="6640"/>
                  </a:cubicBezTo>
                  <a:cubicBezTo>
                    <a:pt x="747" y="6429"/>
                    <a:pt x="1506" y="5993"/>
                    <a:pt x="2150" y="5348"/>
                  </a:cubicBezTo>
                  <a:cubicBezTo>
                    <a:pt x="3716" y="3782"/>
                    <a:pt x="4068" y="1678"/>
                    <a:pt x="2948" y="557"/>
                  </a:cubicBezTo>
                  <a:cubicBezTo>
                    <a:pt x="2656" y="268"/>
                    <a:pt x="2280" y="97"/>
                    <a:pt x="18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1" name="Google Shape;6135;p52">
              <a:extLst>
                <a:ext uri="{FF2B5EF4-FFF2-40B4-BE49-F238E27FC236}">
                  <a16:creationId xmlns:a16="http://schemas.microsoft.com/office/drawing/2014/main" id="{040A4CFE-8B79-4E5D-8AA7-6619E5B2F0FF}"/>
                </a:ext>
              </a:extLst>
            </p:cNvPr>
            <p:cNvSpPr/>
            <p:nvPr/>
          </p:nvSpPr>
          <p:spPr>
            <a:xfrm>
              <a:off x="4464775" y="3976800"/>
              <a:ext cx="395250" cy="225875"/>
            </a:xfrm>
            <a:custGeom>
              <a:avLst/>
              <a:gdLst/>
              <a:ahLst/>
              <a:cxnLst/>
              <a:rect l="l" t="t" r="r" b="b"/>
              <a:pathLst>
                <a:path w="15810" h="9035" extrusionOk="0">
                  <a:moveTo>
                    <a:pt x="564" y="1"/>
                  </a:moveTo>
                  <a:cubicBezTo>
                    <a:pt x="254" y="1"/>
                    <a:pt x="1" y="251"/>
                    <a:pt x="1" y="564"/>
                  </a:cubicBezTo>
                  <a:cubicBezTo>
                    <a:pt x="1" y="3930"/>
                    <a:pt x="1157" y="7026"/>
                    <a:pt x="3075" y="9035"/>
                  </a:cubicBezTo>
                  <a:lnTo>
                    <a:pt x="12735" y="9035"/>
                  </a:lnTo>
                  <a:cubicBezTo>
                    <a:pt x="14654" y="7026"/>
                    <a:pt x="15810" y="3930"/>
                    <a:pt x="15810" y="564"/>
                  </a:cubicBezTo>
                  <a:cubicBezTo>
                    <a:pt x="15810" y="251"/>
                    <a:pt x="15557" y="1"/>
                    <a:pt x="152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649DECE5-5A0E-420A-B2BF-13263102A0CB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6680" y="896786"/>
            <a:ext cx="6290813" cy="3094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315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4"/>
          <p:cNvSpPr txBox="1">
            <a:spLocks noGrp="1"/>
          </p:cNvSpPr>
          <p:nvPr>
            <p:ph type="ctrTitle"/>
          </p:nvPr>
        </p:nvSpPr>
        <p:spPr>
          <a:xfrm>
            <a:off x="151761" y="1365844"/>
            <a:ext cx="1766403" cy="79694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 dirty="0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  <a:t>PENGKODEAN</a:t>
            </a:r>
            <a:br>
              <a:rPr lang="es" sz="2000" dirty="0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</a:br>
            <a:r>
              <a:rPr lang="es" sz="2000" dirty="0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  <a:t>SYSTEM</a:t>
            </a:r>
            <a:endParaRPr sz="2000" dirty="0">
              <a:solidFill>
                <a:srgbClr val="48FFD5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5" name="Google Shape;270;p24">
            <a:extLst>
              <a:ext uri="{FF2B5EF4-FFF2-40B4-BE49-F238E27FC236}">
                <a16:creationId xmlns:a16="http://schemas.microsoft.com/office/drawing/2014/main" id="{826F4B58-B400-4659-B4CE-1684508A8953}"/>
              </a:ext>
            </a:extLst>
          </p:cNvPr>
          <p:cNvSpPr txBox="1">
            <a:spLocks/>
          </p:cNvSpPr>
          <p:nvPr/>
        </p:nvSpPr>
        <p:spPr>
          <a:xfrm>
            <a:off x="1646193" y="4446317"/>
            <a:ext cx="6935189" cy="525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oboto Black"/>
              <a:buNone/>
              <a:defRPr sz="3600" b="0" i="0" u="none" strike="noStrike" cap="none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9pPr>
          </a:lstStyle>
          <a:p>
            <a:pPr algn="ctr"/>
            <a:r>
              <a:rPr lang="en-US" sz="2000" dirty="0" err="1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  <a:t>Tampilan</a:t>
            </a:r>
            <a:r>
              <a:rPr lang="en-US" sz="2000" dirty="0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  <a:t> Home</a:t>
            </a:r>
            <a:br>
              <a:rPr lang="en-US" sz="2000" dirty="0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</a:br>
            <a:r>
              <a:rPr lang="en-US" sz="2000" dirty="0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  <a:t>#faq</a:t>
            </a:r>
          </a:p>
        </p:txBody>
      </p:sp>
      <p:grpSp>
        <p:nvGrpSpPr>
          <p:cNvPr id="30" name="Google Shape;6112;p52">
            <a:extLst>
              <a:ext uri="{FF2B5EF4-FFF2-40B4-BE49-F238E27FC236}">
                <a16:creationId xmlns:a16="http://schemas.microsoft.com/office/drawing/2014/main" id="{4242C9B3-416D-4F66-94F9-B3F98CC371D5}"/>
              </a:ext>
            </a:extLst>
          </p:cNvPr>
          <p:cNvGrpSpPr/>
          <p:nvPr/>
        </p:nvGrpSpPr>
        <p:grpSpPr>
          <a:xfrm>
            <a:off x="620986" y="968837"/>
            <a:ext cx="346347" cy="339623"/>
            <a:chOff x="1490050" y="3805975"/>
            <a:chExt cx="491900" cy="482350"/>
          </a:xfrm>
          <a:solidFill>
            <a:schemeClr val="accent6"/>
          </a:solidFill>
        </p:grpSpPr>
        <p:sp>
          <p:nvSpPr>
            <p:cNvPr id="31" name="Google Shape;6113;p52">
              <a:extLst>
                <a:ext uri="{FF2B5EF4-FFF2-40B4-BE49-F238E27FC236}">
                  <a16:creationId xmlns:a16="http://schemas.microsoft.com/office/drawing/2014/main" id="{11609D5E-D4DF-47AE-85C3-093C27A5AC44}"/>
                </a:ext>
              </a:extLst>
            </p:cNvPr>
            <p:cNvSpPr/>
            <p:nvPr/>
          </p:nvSpPr>
          <p:spPr>
            <a:xfrm>
              <a:off x="1541775" y="3877050"/>
              <a:ext cx="302500" cy="277225"/>
            </a:xfrm>
            <a:custGeom>
              <a:avLst/>
              <a:gdLst/>
              <a:ahLst/>
              <a:cxnLst/>
              <a:rect l="l" t="t" r="r" b="b"/>
              <a:pathLst>
                <a:path w="12100" h="11089" extrusionOk="0">
                  <a:moveTo>
                    <a:pt x="10512" y="1"/>
                  </a:moveTo>
                  <a:lnTo>
                    <a:pt x="0" y="10513"/>
                  </a:lnTo>
                  <a:cubicBezTo>
                    <a:pt x="207" y="10475"/>
                    <a:pt x="415" y="10456"/>
                    <a:pt x="622" y="10456"/>
                  </a:cubicBezTo>
                  <a:cubicBezTo>
                    <a:pt x="1327" y="10456"/>
                    <a:pt x="2020" y="10674"/>
                    <a:pt x="2602" y="11088"/>
                  </a:cubicBezTo>
                  <a:lnTo>
                    <a:pt x="12099" y="1588"/>
                  </a:lnTo>
                  <a:lnTo>
                    <a:pt x="105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2" name="Google Shape;6114;p52">
              <a:extLst>
                <a:ext uri="{FF2B5EF4-FFF2-40B4-BE49-F238E27FC236}">
                  <a16:creationId xmlns:a16="http://schemas.microsoft.com/office/drawing/2014/main" id="{59ED7026-E90B-4C60-BA0D-9CA344A6C55D}"/>
                </a:ext>
              </a:extLst>
            </p:cNvPr>
            <p:cNvSpPr/>
            <p:nvPr/>
          </p:nvSpPr>
          <p:spPr>
            <a:xfrm>
              <a:off x="1824450" y="3805975"/>
              <a:ext cx="157500" cy="150525"/>
            </a:xfrm>
            <a:custGeom>
              <a:avLst/>
              <a:gdLst/>
              <a:ahLst/>
              <a:cxnLst/>
              <a:rect l="l" t="t" r="r" b="b"/>
              <a:pathLst>
                <a:path w="6300" h="6021" extrusionOk="0">
                  <a:moveTo>
                    <a:pt x="3211" y="0"/>
                  </a:moveTo>
                  <a:cubicBezTo>
                    <a:pt x="2484" y="0"/>
                    <a:pt x="1758" y="281"/>
                    <a:pt x="1208" y="841"/>
                  </a:cubicBezTo>
                  <a:lnTo>
                    <a:pt x="0" y="2049"/>
                  </a:lnTo>
                  <a:lnTo>
                    <a:pt x="3972" y="6021"/>
                  </a:lnTo>
                  <a:lnTo>
                    <a:pt x="5180" y="4813"/>
                  </a:lnTo>
                  <a:cubicBezTo>
                    <a:pt x="6294" y="3717"/>
                    <a:pt x="6300" y="1925"/>
                    <a:pt x="5198" y="823"/>
                  </a:cubicBezTo>
                  <a:cubicBezTo>
                    <a:pt x="4649" y="274"/>
                    <a:pt x="3930" y="0"/>
                    <a:pt x="32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3" name="Google Shape;6115;p52">
              <a:extLst>
                <a:ext uri="{FF2B5EF4-FFF2-40B4-BE49-F238E27FC236}">
                  <a16:creationId xmlns:a16="http://schemas.microsoft.com/office/drawing/2014/main" id="{A35A982C-2D4F-4CB8-B29F-2E416F5AFF55}"/>
                </a:ext>
              </a:extLst>
            </p:cNvPr>
            <p:cNvSpPr/>
            <p:nvPr/>
          </p:nvSpPr>
          <p:spPr>
            <a:xfrm>
              <a:off x="1626675" y="3936600"/>
              <a:ext cx="277225" cy="302600"/>
            </a:xfrm>
            <a:custGeom>
              <a:avLst/>
              <a:gdLst/>
              <a:ahLst/>
              <a:cxnLst/>
              <a:rect l="l" t="t" r="r" b="b"/>
              <a:pathLst>
                <a:path w="11089" h="12104" extrusionOk="0">
                  <a:moveTo>
                    <a:pt x="9501" y="1"/>
                  </a:moveTo>
                  <a:lnTo>
                    <a:pt x="1" y="9501"/>
                  </a:lnTo>
                  <a:cubicBezTo>
                    <a:pt x="537" y="10254"/>
                    <a:pt x="745" y="11194"/>
                    <a:pt x="576" y="12103"/>
                  </a:cubicBezTo>
                  <a:lnTo>
                    <a:pt x="11088" y="1591"/>
                  </a:lnTo>
                  <a:lnTo>
                    <a:pt x="950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4" name="Google Shape;6116;p52">
              <a:extLst>
                <a:ext uri="{FF2B5EF4-FFF2-40B4-BE49-F238E27FC236}">
                  <a16:creationId xmlns:a16="http://schemas.microsoft.com/office/drawing/2014/main" id="{196F6B18-F506-4B4E-A071-E20ACFB5D390}"/>
                </a:ext>
              </a:extLst>
            </p:cNvPr>
            <p:cNvSpPr/>
            <p:nvPr/>
          </p:nvSpPr>
          <p:spPr>
            <a:xfrm>
              <a:off x="1490050" y="4166500"/>
              <a:ext cx="129950" cy="121825"/>
            </a:xfrm>
            <a:custGeom>
              <a:avLst/>
              <a:gdLst/>
              <a:ahLst/>
              <a:cxnLst/>
              <a:rect l="l" t="t" r="r" b="b"/>
              <a:pathLst>
                <a:path w="5198" h="4873" extrusionOk="0">
                  <a:moveTo>
                    <a:pt x="2693" y="0"/>
                  </a:moveTo>
                  <a:cubicBezTo>
                    <a:pt x="2243" y="0"/>
                    <a:pt x="1790" y="133"/>
                    <a:pt x="1398" y="405"/>
                  </a:cubicBezTo>
                  <a:lnTo>
                    <a:pt x="1398" y="402"/>
                  </a:lnTo>
                  <a:lnTo>
                    <a:pt x="741" y="2446"/>
                  </a:lnTo>
                  <a:lnTo>
                    <a:pt x="139" y="4118"/>
                  </a:lnTo>
                  <a:cubicBezTo>
                    <a:pt x="0" y="4500"/>
                    <a:pt x="295" y="4872"/>
                    <a:pt x="664" y="4872"/>
                  </a:cubicBezTo>
                  <a:cubicBezTo>
                    <a:pt x="727" y="4872"/>
                    <a:pt x="793" y="4861"/>
                    <a:pt x="859" y="4837"/>
                  </a:cubicBezTo>
                  <a:lnTo>
                    <a:pt x="2530" y="4235"/>
                  </a:lnTo>
                  <a:lnTo>
                    <a:pt x="4574" y="3579"/>
                  </a:lnTo>
                  <a:cubicBezTo>
                    <a:pt x="5198" y="2672"/>
                    <a:pt x="5086" y="1450"/>
                    <a:pt x="4306" y="670"/>
                  </a:cubicBezTo>
                  <a:cubicBezTo>
                    <a:pt x="3866" y="228"/>
                    <a:pt x="3282" y="0"/>
                    <a:pt x="269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35" name="Google Shape;6129;p52">
            <a:extLst>
              <a:ext uri="{FF2B5EF4-FFF2-40B4-BE49-F238E27FC236}">
                <a16:creationId xmlns:a16="http://schemas.microsoft.com/office/drawing/2014/main" id="{4E8D1AE9-D5D3-4153-AD8C-91034433756A}"/>
              </a:ext>
            </a:extLst>
          </p:cNvPr>
          <p:cNvGrpSpPr/>
          <p:nvPr/>
        </p:nvGrpSpPr>
        <p:grpSpPr>
          <a:xfrm>
            <a:off x="1150434" y="968824"/>
            <a:ext cx="336296" cy="339235"/>
            <a:chOff x="4464775" y="3806475"/>
            <a:chExt cx="477625" cy="481800"/>
          </a:xfrm>
          <a:solidFill>
            <a:schemeClr val="accent6"/>
          </a:solidFill>
        </p:grpSpPr>
        <p:sp>
          <p:nvSpPr>
            <p:cNvPr id="36" name="Google Shape;6130;p52">
              <a:extLst>
                <a:ext uri="{FF2B5EF4-FFF2-40B4-BE49-F238E27FC236}">
                  <a16:creationId xmlns:a16="http://schemas.microsoft.com/office/drawing/2014/main" id="{2AB43A0A-5026-4A23-834F-AF469F1DAD51}"/>
                </a:ext>
              </a:extLst>
            </p:cNvPr>
            <p:cNvSpPr/>
            <p:nvPr/>
          </p:nvSpPr>
          <p:spPr>
            <a:xfrm>
              <a:off x="4726375" y="3806475"/>
              <a:ext cx="56500" cy="141125"/>
            </a:xfrm>
            <a:custGeom>
              <a:avLst/>
              <a:gdLst/>
              <a:ahLst/>
              <a:cxnLst/>
              <a:rect l="l" t="t" r="r" b="b"/>
              <a:pathLst>
                <a:path w="2260" h="5645" extrusionOk="0">
                  <a:moveTo>
                    <a:pt x="1133" y="1"/>
                  </a:moveTo>
                  <a:cubicBezTo>
                    <a:pt x="978" y="1"/>
                    <a:pt x="823" y="64"/>
                    <a:pt x="712" y="189"/>
                  </a:cubicBezTo>
                  <a:cubicBezTo>
                    <a:pt x="504" y="421"/>
                    <a:pt x="522" y="776"/>
                    <a:pt x="754" y="984"/>
                  </a:cubicBezTo>
                  <a:cubicBezTo>
                    <a:pt x="832" y="1056"/>
                    <a:pt x="1130" y="1385"/>
                    <a:pt x="1130" y="1695"/>
                  </a:cubicBezTo>
                  <a:cubicBezTo>
                    <a:pt x="1130" y="1990"/>
                    <a:pt x="850" y="2315"/>
                    <a:pt x="754" y="2402"/>
                  </a:cubicBezTo>
                  <a:cubicBezTo>
                    <a:pt x="678" y="2472"/>
                    <a:pt x="1" y="3101"/>
                    <a:pt x="1" y="3953"/>
                  </a:cubicBezTo>
                  <a:cubicBezTo>
                    <a:pt x="1" y="4802"/>
                    <a:pt x="675" y="5432"/>
                    <a:pt x="754" y="5501"/>
                  </a:cubicBezTo>
                  <a:cubicBezTo>
                    <a:pt x="861" y="5597"/>
                    <a:pt x="995" y="5644"/>
                    <a:pt x="1128" y="5644"/>
                  </a:cubicBezTo>
                  <a:cubicBezTo>
                    <a:pt x="1283" y="5644"/>
                    <a:pt x="1437" y="5580"/>
                    <a:pt x="1549" y="5456"/>
                  </a:cubicBezTo>
                  <a:cubicBezTo>
                    <a:pt x="1757" y="5224"/>
                    <a:pt x="1735" y="4869"/>
                    <a:pt x="1507" y="4661"/>
                  </a:cubicBezTo>
                  <a:cubicBezTo>
                    <a:pt x="1428" y="4588"/>
                    <a:pt x="1130" y="4260"/>
                    <a:pt x="1130" y="3950"/>
                  </a:cubicBezTo>
                  <a:cubicBezTo>
                    <a:pt x="1130" y="3655"/>
                    <a:pt x="1410" y="3330"/>
                    <a:pt x="1507" y="3242"/>
                  </a:cubicBezTo>
                  <a:cubicBezTo>
                    <a:pt x="1585" y="3173"/>
                    <a:pt x="2259" y="2544"/>
                    <a:pt x="2259" y="1692"/>
                  </a:cubicBezTo>
                  <a:cubicBezTo>
                    <a:pt x="2259" y="842"/>
                    <a:pt x="1585" y="213"/>
                    <a:pt x="1507" y="144"/>
                  </a:cubicBezTo>
                  <a:cubicBezTo>
                    <a:pt x="1399" y="48"/>
                    <a:pt x="1266" y="1"/>
                    <a:pt x="11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7" name="Google Shape;6131;p52">
              <a:extLst>
                <a:ext uri="{FF2B5EF4-FFF2-40B4-BE49-F238E27FC236}">
                  <a16:creationId xmlns:a16="http://schemas.microsoft.com/office/drawing/2014/main" id="{DC1FA845-5EB4-4183-AC92-FE3D1DF03E84}"/>
                </a:ext>
              </a:extLst>
            </p:cNvPr>
            <p:cNvSpPr/>
            <p:nvPr/>
          </p:nvSpPr>
          <p:spPr>
            <a:xfrm>
              <a:off x="4641700" y="3806475"/>
              <a:ext cx="56475" cy="141125"/>
            </a:xfrm>
            <a:custGeom>
              <a:avLst/>
              <a:gdLst/>
              <a:ahLst/>
              <a:cxnLst/>
              <a:rect l="l" t="t" r="r" b="b"/>
              <a:pathLst>
                <a:path w="2259" h="5645" extrusionOk="0">
                  <a:moveTo>
                    <a:pt x="1132" y="1"/>
                  </a:moveTo>
                  <a:cubicBezTo>
                    <a:pt x="977" y="1"/>
                    <a:pt x="823" y="64"/>
                    <a:pt x="711" y="189"/>
                  </a:cubicBezTo>
                  <a:cubicBezTo>
                    <a:pt x="503" y="421"/>
                    <a:pt x="521" y="776"/>
                    <a:pt x="753" y="984"/>
                  </a:cubicBezTo>
                  <a:cubicBezTo>
                    <a:pt x="831" y="1056"/>
                    <a:pt x="1130" y="1385"/>
                    <a:pt x="1130" y="1695"/>
                  </a:cubicBezTo>
                  <a:cubicBezTo>
                    <a:pt x="1130" y="1990"/>
                    <a:pt x="849" y="2315"/>
                    <a:pt x="753" y="2402"/>
                  </a:cubicBezTo>
                  <a:cubicBezTo>
                    <a:pt x="678" y="2472"/>
                    <a:pt x="0" y="3101"/>
                    <a:pt x="0" y="3953"/>
                  </a:cubicBezTo>
                  <a:cubicBezTo>
                    <a:pt x="0" y="4802"/>
                    <a:pt x="675" y="5432"/>
                    <a:pt x="753" y="5501"/>
                  </a:cubicBezTo>
                  <a:cubicBezTo>
                    <a:pt x="860" y="5597"/>
                    <a:pt x="994" y="5644"/>
                    <a:pt x="1127" y="5644"/>
                  </a:cubicBezTo>
                  <a:cubicBezTo>
                    <a:pt x="1282" y="5644"/>
                    <a:pt x="1436" y="5580"/>
                    <a:pt x="1548" y="5456"/>
                  </a:cubicBezTo>
                  <a:cubicBezTo>
                    <a:pt x="1756" y="5224"/>
                    <a:pt x="1735" y="4869"/>
                    <a:pt x="1506" y="4661"/>
                  </a:cubicBezTo>
                  <a:cubicBezTo>
                    <a:pt x="1428" y="4588"/>
                    <a:pt x="1130" y="4260"/>
                    <a:pt x="1130" y="3950"/>
                  </a:cubicBezTo>
                  <a:cubicBezTo>
                    <a:pt x="1130" y="3655"/>
                    <a:pt x="1410" y="3330"/>
                    <a:pt x="1506" y="3242"/>
                  </a:cubicBezTo>
                  <a:cubicBezTo>
                    <a:pt x="1581" y="3173"/>
                    <a:pt x="2259" y="2544"/>
                    <a:pt x="2259" y="1692"/>
                  </a:cubicBezTo>
                  <a:cubicBezTo>
                    <a:pt x="2259" y="842"/>
                    <a:pt x="1581" y="213"/>
                    <a:pt x="1506" y="144"/>
                  </a:cubicBezTo>
                  <a:cubicBezTo>
                    <a:pt x="1399" y="48"/>
                    <a:pt x="1265" y="1"/>
                    <a:pt x="11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8" name="Google Shape;6132;p52">
              <a:extLst>
                <a:ext uri="{FF2B5EF4-FFF2-40B4-BE49-F238E27FC236}">
                  <a16:creationId xmlns:a16="http://schemas.microsoft.com/office/drawing/2014/main" id="{7E59AEB5-98E4-46AE-BC74-EEE2BE6432FD}"/>
                </a:ext>
              </a:extLst>
            </p:cNvPr>
            <p:cNvSpPr/>
            <p:nvPr/>
          </p:nvSpPr>
          <p:spPr>
            <a:xfrm>
              <a:off x="4557000" y="3806475"/>
              <a:ext cx="56500" cy="141125"/>
            </a:xfrm>
            <a:custGeom>
              <a:avLst/>
              <a:gdLst/>
              <a:ahLst/>
              <a:cxnLst/>
              <a:rect l="l" t="t" r="r" b="b"/>
              <a:pathLst>
                <a:path w="2260" h="5645" extrusionOk="0">
                  <a:moveTo>
                    <a:pt x="1132" y="1"/>
                  </a:moveTo>
                  <a:cubicBezTo>
                    <a:pt x="977" y="1"/>
                    <a:pt x="823" y="64"/>
                    <a:pt x="711" y="189"/>
                  </a:cubicBezTo>
                  <a:cubicBezTo>
                    <a:pt x="504" y="421"/>
                    <a:pt x="522" y="776"/>
                    <a:pt x="753" y="984"/>
                  </a:cubicBezTo>
                  <a:cubicBezTo>
                    <a:pt x="832" y="1056"/>
                    <a:pt x="1130" y="1385"/>
                    <a:pt x="1130" y="1695"/>
                  </a:cubicBezTo>
                  <a:cubicBezTo>
                    <a:pt x="1130" y="1990"/>
                    <a:pt x="850" y="2315"/>
                    <a:pt x="753" y="2402"/>
                  </a:cubicBezTo>
                  <a:cubicBezTo>
                    <a:pt x="678" y="2472"/>
                    <a:pt x="1" y="3101"/>
                    <a:pt x="1" y="3953"/>
                  </a:cubicBezTo>
                  <a:cubicBezTo>
                    <a:pt x="1" y="4802"/>
                    <a:pt x="675" y="5432"/>
                    <a:pt x="753" y="5501"/>
                  </a:cubicBezTo>
                  <a:cubicBezTo>
                    <a:pt x="861" y="5597"/>
                    <a:pt x="994" y="5644"/>
                    <a:pt x="1127" y="5644"/>
                  </a:cubicBezTo>
                  <a:cubicBezTo>
                    <a:pt x="1282" y="5644"/>
                    <a:pt x="1437" y="5580"/>
                    <a:pt x="1548" y="5456"/>
                  </a:cubicBezTo>
                  <a:cubicBezTo>
                    <a:pt x="1756" y="5224"/>
                    <a:pt x="1735" y="4869"/>
                    <a:pt x="1506" y="4661"/>
                  </a:cubicBezTo>
                  <a:cubicBezTo>
                    <a:pt x="1428" y="4588"/>
                    <a:pt x="1130" y="4260"/>
                    <a:pt x="1130" y="3950"/>
                  </a:cubicBezTo>
                  <a:cubicBezTo>
                    <a:pt x="1130" y="3655"/>
                    <a:pt x="1410" y="3330"/>
                    <a:pt x="1506" y="3242"/>
                  </a:cubicBezTo>
                  <a:cubicBezTo>
                    <a:pt x="1582" y="3173"/>
                    <a:pt x="2259" y="2544"/>
                    <a:pt x="2259" y="1692"/>
                  </a:cubicBezTo>
                  <a:cubicBezTo>
                    <a:pt x="2259" y="842"/>
                    <a:pt x="1582" y="213"/>
                    <a:pt x="1506" y="144"/>
                  </a:cubicBezTo>
                  <a:cubicBezTo>
                    <a:pt x="1399" y="48"/>
                    <a:pt x="1265" y="1"/>
                    <a:pt x="11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9" name="Google Shape;6133;p52">
              <a:extLst>
                <a:ext uri="{FF2B5EF4-FFF2-40B4-BE49-F238E27FC236}">
                  <a16:creationId xmlns:a16="http://schemas.microsoft.com/office/drawing/2014/main" id="{D05984B2-DD18-465C-A46E-2AF8768F5A6A}"/>
                </a:ext>
              </a:extLst>
            </p:cNvPr>
            <p:cNvSpPr/>
            <p:nvPr/>
          </p:nvSpPr>
          <p:spPr>
            <a:xfrm>
              <a:off x="4464775" y="4230875"/>
              <a:ext cx="395250" cy="57400"/>
            </a:xfrm>
            <a:custGeom>
              <a:avLst/>
              <a:gdLst/>
              <a:ahLst/>
              <a:cxnLst/>
              <a:rect l="l" t="t" r="r" b="b"/>
              <a:pathLst>
                <a:path w="15810" h="2296" extrusionOk="0">
                  <a:moveTo>
                    <a:pt x="567" y="1"/>
                  </a:moveTo>
                  <a:cubicBezTo>
                    <a:pt x="254" y="1"/>
                    <a:pt x="1" y="251"/>
                    <a:pt x="1" y="564"/>
                  </a:cubicBezTo>
                  <a:cubicBezTo>
                    <a:pt x="1" y="877"/>
                    <a:pt x="254" y="1130"/>
                    <a:pt x="567" y="1130"/>
                  </a:cubicBezTo>
                  <a:lnTo>
                    <a:pt x="1910" y="1130"/>
                  </a:lnTo>
                  <a:lnTo>
                    <a:pt x="2006" y="1359"/>
                  </a:lnTo>
                  <a:cubicBezTo>
                    <a:pt x="2291" y="1932"/>
                    <a:pt x="2875" y="2295"/>
                    <a:pt x="3516" y="2295"/>
                  </a:cubicBezTo>
                  <a:cubicBezTo>
                    <a:pt x="3519" y="2295"/>
                    <a:pt x="3521" y="2295"/>
                    <a:pt x="3524" y="2295"/>
                  </a:cubicBezTo>
                  <a:lnTo>
                    <a:pt x="12290" y="2295"/>
                  </a:lnTo>
                  <a:cubicBezTo>
                    <a:pt x="12292" y="2295"/>
                    <a:pt x="12295" y="2295"/>
                    <a:pt x="12298" y="2295"/>
                  </a:cubicBezTo>
                  <a:cubicBezTo>
                    <a:pt x="12936" y="2295"/>
                    <a:pt x="13520" y="1932"/>
                    <a:pt x="13804" y="1359"/>
                  </a:cubicBezTo>
                  <a:lnTo>
                    <a:pt x="13901" y="1130"/>
                  </a:lnTo>
                  <a:lnTo>
                    <a:pt x="15247" y="1130"/>
                  </a:lnTo>
                  <a:cubicBezTo>
                    <a:pt x="15557" y="1130"/>
                    <a:pt x="15810" y="877"/>
                    <a:pt x="15810" y="564"/>
                  </a:cubicBezTo>
                  <a:cubicBezTo>
                    <a:pt x="15810" y="251"/>
                    <a:pt x="15557" y="1"/>
                    <a:pt x="152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0" name="Google Shape;6134;p52">
              <a:extLst>
                <a:ext uri="{FF2B5EF4-FFF2-40B4-BE49-F238E27FC236}">
                  <a16:creationId xmlns:a16="http://schemas.microsoft.com/office/drawing/2014/main" id="{635B9F2C-E452-43B0-AF55-E18163A8BF12}"/>
                </a:ext>
              </a:extLst>
            </p:cNvPr>
            <p:cNvSpPr/>
            <p:nvPr/>
          </p:nvSpPr>
          <p:spPr>
            <a:xfrm>
              <a:off x="4840675" y="4007300"/>
              <a:ext cx="101725" cy="166025"/>
            </a:xfrm>
            <a:custGeom>
              <a:avLst/>
              <a:gdLst/>
              <a:ahLst/>
              <a:cxnLst/>
              <a:rect l="l" t="t" r="r" b="b"/>
              <a:pathLst>
                <a:path w="4069" h="6641" extrusionOk="0">
                  <a:moveTo>
                    <a:pt x="1870" y="0"/>
                  </a:moveTo>
                  <a:cubicBezTo>
                    <a:pt x="1852" y="380"/>
                    <a:pt x="1837" y="759"/>
                    <a:pt x="1795" y="1130"/>
                  </a:cubicBezTo>
                  <a:cubicBezTo>
                    <a:pt x="1927" y="1181"/>
                    <a:pt x="2048" y="1256"/>
                    <a:pt x="2150" y="1355"/>
                  </a:cubicBezTo>
                  <a:cubicBezTo>
                    <a:pt x="2800" y="2006"/>
                    <a:pt x="2433" y="3469"/>
                    <a:pt x="1352" y="4550"/>
                  </a:cubicBezTo>
                  <a:cubicBezTo>
                    <a:pt x="1177" y="4722"/>
                    <a:pt x="991" y="4879"/>
                    <a:pt x="792" y="5017"/>
                  </a:cubicBezTo>
                  <a:cubicBezTo>
                    <a:pt x="566" y="5577"/>
                    <a:pt x="301" y="6119"/>
                    <a:pt x="0" y="6640"/>
                  </a:cubicBezTo>
                  <a:cubicBezTo>
                    <a:pt x="747" y="6429"/>
                    <a:pt x="1506" y="5993"/>
                    <a:pt x="2150" y="5348"/>
                  </a:cubicBezTo>
                  <a:cubicBezTo>
                    <a:pt x="3716" y="3782"/>
                    <a:pt x="4068" y="1678"/>
                    <a:pt x="2948" y="557"/>
                  </a:cubicBezTo>
                  <a:cubicBezTo>
                    <a:pt x="2656" y="268"/>
                    <a:pt x="2280" y="97"/>
                    <a:pt x="18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1" name="Google Shape;6135;p52">
              <a:extLst>
                <a:ext uri="{FF2B5EF4-FFF2-40B4-BE49-F238E27FC236}">
                  <a16:creationId xmlns:a16="http://schemas.microsoft.com/office/drawing/2014/main" id="{040A4CFE-8B79-4E5D-8AA7-6619E5B2F0FF}"/>
                </a:ext>
              </a:extLst>
            </p:cNvPr>
            <p:cNvSpPr/>
            <p:nvPr/>
          </p:nvSpPr>
          <p:spPr>
            <a:xfrm>
              <a:off x="4464775" y="3976800"/>
              <a:ext cx="395250" cy="225875"/>
            </a:xfrm>
            <a:custGeom>
              <a:avLst/>
              <a:gdLst/>
              <a:ahLst/>
              <a:cxnLst/>
              <a:rect l="l" t="t" r="r" b="b"/>
              <a:pathLst>
                <a:path w="15810" h="9035" extrusionOk="0">
                  <a:moveTo>
                    <a:pt x="564" y="1"/>
                  </a:moveTo>
                  <a:cubicBezTo>
                    <a:pt x="254" y="1"/>
                    <a:pt x="1" y="251"/>
                    <a:pt x="1" y="564"/>
                  </a:cubicBezTo>
                  <a:cubicBezTo>
                    <a:pt x="1" y="3930"/>
                    <a:pt x="1157" y="7026"/>
                    <a:pt x="3075" y="9035"/>
                  </a:cubicBezTo>
                  <a:lnTo>
                    <a:pt x="12735" y="9035"/>
                  </a:lnTo>
                  <a:cubicBezTo>
                    <a:pt x="14654" y="7026"/>
                    <a:pt x="15810" y="3930"/>
                    <a:pt x="15810" y="564"/>
                  </a:cubicBezTo>
                  <a:cubicBezTo>
                    <a:pt x="15810" y="251"/>
                    <a:pt x="15557" y="1"/>
                    <a:pt x="152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1533C3A8-7E76-4D03-89BA-89E1CAC8DCA5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0874" y="639412"/>
            <a:ext cx="6465046" cy="3515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19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4"/>
          <p:cNvSpPr txBox="1">
            <a:spLocks noGrp="1"/>
          </p:cNvSpPr>
          <p:nvPr>
            <p:ph type="ctrTitle"/>
          </p:nvPr>
        </p:nvSpPr>
        <p:spPr>
          <a:xfrm>
            <a:off x="151761" y="1365844"/>
            <a:ext cx="1766403" cy="79694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 dirty="0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  <a:t>PENGKODEAN</a:t>
            </a:r>
            <a:br>
              <a:rPr lang="es" sz="2000" dirty="0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</a:br>
            <a:r>
              <a:rPr lang="es" sz="2000" dirty="0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  <a:t>SYSTEM</a:t>
            </a:r>
            <a:endParaRPr sz="2000" dirty="0">
              <a:solidFill>
                <a:srgbClr val="48FFD5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5" name="Google Shape;270;p24">
            <a:extLst>
              <a:ext uri="{FF2B5EF4-FFF2-40B4-BE49-F238E27FC236}">
                <a16:creationId xmlns:a16="http://schemas.microsoft.com/office/drawing/2014/main" id="{826F4B58-B400-4659-B4CE-1684508A8953}"/>
              </a:ext>
            </a:extLst>
          </p:cNvPr>
          <p:cNvSpPr txBox="1">
            <a:spLocks/>
          </p:cNvSpPr>
          <p:nvPr/>
        </p:nvSpPr>
        <p:spPr>
          <a:xfrm>
            <a:off x="1646193" y="4446317"/>
            <a:ext cx="6935189" cy="525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oboto Black"/>
              <a:buNone/>
              <a:defRPr sz="3600" b="0" i="0" u="none" strike="noStrike" cap="none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9pPr>
          </a:lstStyle>
          <a:p>
            <a:pPr algn="ctr"/>
            <a:r>
              <a:rPr lang="en-US" sz="2000" dirty="0" err="1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  <a:t>Tampilan</a:t>
            </a:r>
            <a:r>
              <a:rPr lang="en-US" sz="2000" dirty="0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  <a:t> Home</a:t>
            </a:r>
            <a:br>
              <a:rPr lang="en-US" sz="2000" dirty="0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</a:br>
            <a:r>
              <a:rPr lang="en-US" sz="2000" dirty="0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  <a:t>#komtak</a:t>
            </a:r>
          </a:p>
        </p:txBody>
      </p:sp>
      <p:grpSp>
        <p:nvGrpSpPr>
          <p:cNvPr id="30" name="Google Shape;6112;p52">
            <a:extLst>
              <a:ext uri="{FF2B5EF4-FFF2-40B4-BE49-F238E27FC236}">
                <a16:creationId xmlns:a16="http://schemas.microsoft.com/office/drawing/2014/main" id="{4242C9B3-416D-4F66-94F9-B3F98CC371D5}"/>
              </a:ext>
            </a:extLst>
          </p:cNvPr>
          <p:cNvGrpSpPr/>
          <p:nvPr/>
        </p:nvGrpSpPr>
        <p:grpSpPr>
          <a:xfrm>
            <a:off x="620986" y="968837"/>
            <a:ext cx="346347" cy="339623"/>
            <a:chOff x="1490050" y="3805975"/>
            <a:chExt cx="491900" cy="482350"/>
          </a:xfrm>
          <a:solidFill>
            <a:schemeClr val="accent6"/>
          </a:solidFill>
        </p:grpSpPr>
        <p:sp>
          <p:nvSpPr>
            <p:cNvPr id="31" name="Google Shape;6113;p52">
              <a:extLst>
                <a:ext uri="{FF2B5EF4-FFF2-40B4-BE49-F238E27FC236}">
                  <a16:creationId xmlns:a16="http://schemas.microsoft.com/office/drawing/2014/main" id="{11609D5E-D4DF-47AE-85C3-093C27A5AC44}"/>
                </a:ext>
              </a:extLst>
            </p:cNvPr>
            <p:cNvSpPr/>
            <p:nvPr/>
          </p:nvSpPr>
          <p:spPr>
            <a:xfrm>
              <a:off x="1541775" y="3877050"/>
              <a:ext cx="302500" cy="277225"/>
            </a:xfrm>
            <a:custGeom>
              <a:avLst/>
              <a:gdLst/>
              <a:ahLst/>
              <a:cxnLst/>
              <a:rect l="l" t="t" r="r" b="b"/>
              <a:pathLst>
                <a:path w="12100" h="11089" extrusionOk="0">
                  <a:moveTo>
                    <a:pt x="10512" y="1"/>
                  </a:moveTo>
                  <a:lnTo>
                    <a:pt x="0" y="10513"/>
                  </a:lnTo>
                  <a:cubicBezTo>
                    <a:pt x="207" y="10475"/>
                    <a:pt x="415" y="10456"/>
                    <a:pt x="622" y="10456"/>
                  </a:cubicBezTo>
                  <a:cubicBezTo>
                    <a:pt x="1327" y="10456"/>
                    <a:pt x="2020" y="10674"/>
                    <a:pt x="2602" y="11088"/>
                  </a:cubicBezTo>
                  <a:lnTo>
                    <a:pt x="12099" y="1588"/>
                  </a:lnTo>
                  <a:lnTo>
                    <a:pt x="105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2" name="Google Shape;6114;p52">
              <a:extLst>
                <a:ext uri="{FF2B5EF4-FFF2-40B4-BE49-F238E27FC236}">
                  <a16:creationId xmlns:a16="http://schemas.microsoft.com/office/drawing/2014/main" id="{59ED7026-E90B-4C60-BA0D-9CA344A6C55D}"/>
                </a:ext>
              </a:extLst>
            </p:cNvPr>
            <p:cNvSpPr/>
            <p:nvPr/>
          </p:nvSpPr>
          <p:spPr>
            <a:xfrm>
              <a:off x="1824450" y="3805975"/>
              <a:ext cx="157500" cy="150525"/>
            </a:xfrm>
            <a:custGeom>
              <a:avLst/>
              <a:gdLst/>
              <a:ahLst/>
              <a:cxnLst/>
              <a:rect l="l" t="t" r="r" b="b"/>
              <a:pathLst>
                <a:path w="6300" h="6021" extrusionOk="0">
                  <a:moveTo>
                    <a:pt x="3211" y="0"/>
                  </a:moveTo>
                  <a:cubicBezTo>
                    <a:pt x="2484" y="0"/>
                    <a:pt x="1758" y="281"/>
                    <a:pt x="1208" y="841"/>
                  </a:cubicBezTo>
                  <a:lnTo>
                    <a:pt x="0" y="2049"/>
                  </a:lnTo>
                  <a:lnTo>
                    <a:pt x="3972" y="6021"/>
                  </a:lnTo>
                  <a:lnTo>
                    <a:pt x="5180" y="4813"/>
                  </a:lnTo>
                  <a:cubicBezTo>
                    <a:pt x="6294" y="3717"/>
                    <a:pt x="6300" y="1925"/>
                    <a:pt x="5198" y="823"/>
                  </a:cubicBezTo>
                  <a:cubicBezTo>
                    <a:pt x="4649" y="274"/>
                    <a:pt x="3930" y="0"/>
                    <a:pt x="32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3" name="Google Shape;6115;p52">
              <a:extLst>
                <a:ext uri="{FF2B5EF4-FFF2-40B4-BE49-F238E27FC236}">
                  <a16:creationId xmlns:a16="http://schemas.microsoft.com/office/drawing/2014/main" id="{A35A982C-2D4F-4CB8-B29F-2E416F5AFF55}"/>
                </a:ext>
              </a:extLst>
            </p:cNvPr>
            <p:cNvSpPr/>
            <p:nvPr/>
          </p:nvSpPr>
          <p:spPr>
            <a:xfrm>
              <a:off x="1626675" y="3936600"/>
              <a:ext cx="277225" cy="302600"/>
            </a:xfrm>
            <a:custGeom>
              <a:avLst/>
              <a:gdLst/>
              <a:ahLst/>
              <a:cxnLst/>
              <a:rect l="l" t="t" r="r" b="b"/>
              <a:pathLst>
                <a:path w="11089" h="12104" extrusionOk="0">
                  <a:moveTo>
                    <a:pt x="9501" y="1"/>
                  </a:moveTo>
                  <a:lnTo>
                    <a:pt x="1" y="9501"/>
                  </a:lnTo>
                  <a:cubicBezTo>
                    <a:pt x="537" y="10254"/>
                    <a:pt x="745" y="11194"/>
                    <a:pt x="576" y="12103"/>
                  </a:cubicBezTo>
                  <a:lnTo>
                    <a:pt x="11088" y="1591"/>
                  </a:lnTo>
                  <a:lnTo>
                    <a:pt x="950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4" name="Google Shape;6116;p52">
              <a:extLst>
                <a:ext uri="{FF2B5EF4-FFF2-40B4-BE49-F238E27FC236}">
                  <a16:creationId xmlns:a16="http://schemas.microsoft.com/office/drawing/2014/main" id="{196F6B18-F506-4B4E-A071-E20ACFB5D390}"/>
                </a:ext>
              </a:extLst>
            </p:cNvPr>
            <p:cNvSpPr/>
            <p:nvPr/>
          </p:nvSpPr>
          <p:spPr>
            <a:xfrm>
              <a:off x="1490050" y="4166500"/>
              <a:ext cx="129950" cy="121825"/>
            </a:xfrm>
            <a:custGeom>
              <a:avLst/>
              <a:gdLst/>
              <a:ahLst/>
              <a:cxnLst/>
              <a:rect l="l" t="t" r="r" b="b"/>
              <a:pathLst>
                <a:path w="5198" h="4873" extrusionOk="0">
                  <a:moveTo>
                    <a:pt x="2693" y="0"/>
                  </a:moveTo>
                  <a:cubicBezTo>
                    <a:pt x="2243" y="0"/>
                    <a:pt x="1790" y="133"/>
                    <a:pt x="1398" y="405"/>
                  </a:cubicBezTo>
                  <a:lnTo>
                    <a:pt x="1398" y="402"/>
                  </a:lnTo>
                  <a:lnTo>
                    <a:pt x="741" y="2446"/>
                  </a:lnTo>
                  <a:lnTo>
                    <a:pt x="139" y="4118"/>
                  </a:lnTo>
                  <a:cubicBezTo>
                    <a:pt x="0" y="4500"/>
                    <a:pt x="295" y="4872"/>
                    <a:pt x="664" y="4872"/>
                  </a:cubicBezTo>
                  <a:cubicBezTo>
                    <a:pt x="727" y="4872"/>
                    <a:pt x="793" y="4861"/>
                    <a:pt x="859" y="4837"/>
                  </a:cubicBezTo>
                  <a:lnTo>
                    <a:pt x="2530" y="4235"/>
                  </a:lnTo>
                  <a:lnTo>
                    <a:pt x="4574" y="3579"/>
                  </a:lnTo>
                  <a:cubicBezTo>
                    <a:pt x="5198" y="2672"/>
                    <a:pt x="5086" y="1450"/>
                    <a:pt x="4306" y="670"/>
                  </a:cubicBezTo>
                  <a:cubicBezTo>
                    <a:pt x="3866" y="228"/>
                    <a:pt x="3282" y="0"/>
                    <a:pt x="269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35" name="Google Shape;6129;p52">
            <a:extLst>
              <a:ext uri="{FF2B5EF4-FFF2-40B4-BE49-F238E27FC236}">
                <a16:creationId xmlns:a16="http://schemas.microsoft.com/office/drawing/2014/main" id="{4E8D1AE9-D5D3-4153-AD8C-91034433756A}"/>
              </a:ext>
            </a:extLst>
          </p:cNvPr>
          <p:cNvGrpSpPr/>
          <p:nvPr/>
        </p:nvGrpSpPr>
        <p:grpSpPr>
          <a:xfrm>
            <a:off x="1150434" y="968824"/>
            <a:ext cx="336296" cy="339235"/>
            <a:chOff x="4464775" y="3806475"/>
            <a:chExt cx="477625" cy="481800"/>
          </a:xfrm>
          <a:solidFill>
            <a:schemeClr val="accent6"/>
          </a:solidFill>
        </p:grpSpPr>
        <p:sp>
          <p:nvSpPr>
            <p:cNvPr id="36" name="Google Shape;6130;p52">
              <a:extLst>
                <a:ext uri="{FF2B5EF4-FFF2-40B4-BE49-F238E27FC236}">
                  <a16:creationId xmlns:a16="http://schemas.microsoft.com/office/drawing/2014/main" id="{2AB43A0A-5026-4A23-834F-AF469F1DAD51}"/>
                </a:ext>
              </a:extLst>
            </p:cNvPr>
            <p:cNvSpPr/>
            <p:nvPr/>
          </p:nvSpPr>
          <p:spPr>
            <a:xfrm>
              <a:off x="4726375" y="3806475"/>
              <a:ext cx="56500" cy="141125"/>
            </a:xfrm>
            <a:custGeom>
              <a:avLst/>
              <a:gdLst/>
              <a:ahLst/>
              <a:cxnLst/>
              <a:rect l="l" t="t" r="r" b="b"/>
              <a:pathLst>
                <a:path w="2260" h="5645" extrusionOk="0">
                  <a:moveTo>
                    <a:pt x="1133" y="1"/>
                  </a:moveTo>
                  <a:cubicBezTo>
                    <a:pt x="978" y="1"/>
                    <a:pt x="823" y="64"/>
                    <a:pt x="712" y="189"/>
                  </a:cubicBezTo>
                  <a:cubicBezTo>
                    <a:pt x="504" y="421"/>
                    <a:pt x="522" y="776"/>
                    <a:pt x="754" y="984"/>
                  </a:cubicBezTo>
                  <a:cubicBezTo>
                    <a:pt x="832" y="1056"/>
                    <a:pt x="1130" y="1385"/>
                    <a:pt x="1130" y="1695"/>
                  </a:cubicBezTo>
                  <a:cubicBezTo>
                    <a:pt x="1130" y="1990"/>
                    <a:pt x="850" y="2315"/>
                    <a:pt x="754" y="2402"/>
                  </a:cubicBezTo>
                  <a:cubicBezTo>
                    <a:pt x="678" y="2472"/>
                    <a:pt x="1" y="3101"/>
                    <a:pt x="1" y="3953"/>
                  </a:cubicBezTo>
                  <a:cubicBezTo>
                    <a:pt x="1" y="4802"/>
                    <a:pt x="675" y="5432"/>
                    <a:pt x="754" y="5501"/>
                  </a:cubicBezTo>
                  <a:cubicBezTo>
                    <a:pt x="861" y="5597"/>
                    <a:pt x="995" y="5644"/>
                    <a:pt x="1128" y="5644"/>
                  </a:cubicBezTo>
                  <a:cubicBezTo>
                    <a:pt x="1283" y="5644"/>
                    <a:pt x="1437" y="5580"/>
                    <a:pt x="1549" y="5456"/>
                  </a:cubicBezTo>
                  <a:cubicBezTo>
                    <a:pt x="1757" y="5224"/>
                    <a:pt x="1735" y="4869"/>
                    <a:pt x="1507" y="4661"/>
                  </a:cubicBezTo>
                  <a:cubicBezTo>
                    <a:pt x="1428" y="4588"/>
                    <a:pt x="1130" y="4260"/>
                    <a:pt x="1130" y="3950"/>
                  </a:cubicBezTo>
                  <a:cubicBezTo>
                    <a:pt x="1130" y="3655"/>
                    <a:pt x="1410" y="3330"/>
                    <a:pt x="1507" y="3242"/>
                  </a:cubicBezTo>
                  <a:cubicBezTo>
                    <a:pt x="1585" y="3173"/>
                    <a:pt x="2259" y="2544"/>
                    <a:pt x="2259" y="1692"/>
                  </a:cubicBezTo>
                  <a:cubicBezTo>
                    <a:pt x="2259" y="842"/>
                    <a:pt x="1585" y="213"/>
                    <a:pt x="1507" y="144"/>
                  </a:cubicBezTo>
                  <a:cubicBezTo>
                    <a:pt x="1399" y="48"/>
                    <a:pt x="1266" y="1"/>
                    <a:pt x="11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7" name="Google Shape;6131;p52">
              <a:extLst>
                <a:ext uri="{FF2B5EF4-FFF2-40B4-BE49-F238E27FC236}">
                  <a16:creationId xmlns:a16="http://schemas.microsoft.com/office/drawing/2014/main" id="{DC1FA845-5EB4-4183-AC92-FE3D1DF03E84}"/>
                </a:ext>
              </a:extLst>
            </p:cNvPr>
            <p:cNvSpPr/>
            <p:nvPr/>
          </p:nvSpPr>
          <p:spPr>
            <a:xfrm>
              <a:off x="4641700" y="3806475"/>
              <a:ext cx="56475" cy="141125"/>
            </a:xfrm>
            <a:custGeom>
              <a:avLst/>
              <a:gdLst/>
              <a:ahLst/>
              <a:cxnLst/>
              <a:rect l="l" t="t" r="r" b="b"/>
              <a:pathLst>
                <a:path w="2259" h="5645" extrusionOk="0">
                  <a:moveTo>
                    <a:pt x="1132" y="1"/>
                  </a:moveTo>
                  <a:cubicBezTo>
                    <a:pt x="977" y="1"/>
                    <a:pt x="823" y="64"/>
                    <a:pt x="711" y="189"/>
                  </a:cubicBezTo>
                  <a:cubicBezTo>
                    <a:pt x="503" y="421"/>
                    <a:pt x="521" y="776"/>
                    <a:pt x="753" y="984"/>
                  </a:cubicBezTo>
                  <a:cubicBezTo>
                    <a:pt x="831" y="1056"/>
                    <a:pt x="1130" y="1385"/>
                    <a:pt x="1130" y="1695"/>
                  </a:cubicBezTo>
                  <a:cubicBezTo>
                    <a:pt x="1130" y="1990"/>
                    <a:pt x="849" y="2315"/>
                    <a:pt x="753" y="2402"/>
                  </a:cubicBezTo>
                  <a:cubicBezTo>
                    <a:pt x="678" y="2472"/>
                    <a:pt x="0" y="3101"/>
                    <a:pt x="0" y="3953"/>
                  </a:cubicBezTo>
                  <a:cubicBezTo>
                    <a:pt x="0" y="4802"/>
                    <a:pt x="675" y="5432"/>
                    <a:pt x="753" y="5501"/>
                  </a:cubicBezTo>
                  <a:cubicBezTo>
                    <a:pt x="860" y="5597"/>
                    <a:pt x="994" y="5644"/>
                    <a:pt x="1127" y="5644"/>
                  </a:cubicBezTo>
                  <a:cubicBezTo>
                    <a:pt x="1282" y="5644"/>
                    <a:pt x="1436" y="5580"/>
                    <a:pt x="1548" y="5456"/>
                  </a:cubicBezTo>
                  <a:cubicBezTo>
                    <a:pt x="1756" y="5224"/>
                    <a:pt x="1735" y="4869"/>
                    <a:pt x="1506" y="4661"/>
                  </a:cubicBezTo>
                  <a:cubicBezTo>
                    <a:pt x="1428" y="4588"/>
                    <a:pt x="1130" y="4260"/>
                    <a:pt x="1130" y="3950"/>
                  </a:cubicBezTo>
                  <a:cubicBezTo>
                    <a:pt x="1130" y="3655"/>
                    <a:pt x="1410" y="3330"/>
                    <a:pt x="1506" y="3242"/>
                  </a:cubicBezTo>
                  <a:cubicBezTo>
                    <a:pt x="1581" y="3173"/>
                    <a:pt x="2259" y="2544"/>
                    <a:pt x="2259" y="1692"/>
                  </a:cubicBezTo>
                  <a:cubicBezTo>
                    <a:pt x="2259" y="842"/>
                    <a:pt x="1581" y="213"/>
                    <a:pt x="1506" y="144"/>
                  </a:cubicBezTo>
                  <a:cubicBezTo>
                    <a:pt x="1399" y="48"/>
                    <a:pt x="1265" y="1"/>
                    <a:pt x="11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8" name="Google Shape;6132;p52">
              <a:extLst>
                <a:ext uri="{FF2B5EF4-FFF2-40B4-BE49-F238E27FC236}">
                  <a16:creationId xmlns:a16="http://schemas.microsoft.com/office/drawing/2014/main" id="{7E59AEB5-98E4-46AE-BC74-EEE2BE6432FD}"/>
                </a:ext>
              </a:extLst>
            </p:cNvPr>
            <p:cNvSpPr/>
            <p:nvPr/>
          </p:nvSpPr>
          <p:spPr>
            <a:xfrm>
              <a:off x="4557000" y="3806475"/>
              <a:ext cx="56500" cy="141125"/>
            </a:xfrm>
            <a:custGeom>
              <a:avLst/>
              <a:gdLst/>
              <a:ahLst/>
              <a:cxnLst/>
              <a:rect l="l" t="t" r="r" b="b"/>
              <a:pathLst>
                <a:path w="2260" h="5645" extrusionOk="0">
                  <a:moveTo>
                    <a:pt x="1132" y="1"/>
                  </a:moveTo>
                  <a:cubicBezTo>
                    <a:pt x="977" y="1"/>
                    <a:pt x="823" y="64"/>
                    <a:pt x="711" y="189"/>
                  </a:cubicBezTo>
                  <a:cubicBezTo>
                    <a:pt x="504" y="421"/>
                    <a:pt x="522" y="776"/>
                    <a:pt x="753" y="984"/>
                  </a:cubicBezTo>
                  <a:cubicBezTo>
                    <a:pt x="832" y="1056"/>
                    <a:pt x="1130" y="1385"/>
                    <a:pt x="1130" y="1695"/>
                  </a:cubicBezTo>
                  <a:cubicBezTo>
                    <a:pt x="1130" y="1990"/>
                    <a:pt x="850" y="2315"/>
                    <a:pt x="753" y="2402"/>
                  </a:cubicBezTo>
                  <a:cubicBezTo>
                    <a:pt x="678" y="2472"/>
                    <a:pt x="1" y="3101"/>
                    <a:pt x="1" y="3953"/>
                  </a:cubicBezTo>
                  <a:cubicBezTo>
                    <a:pt x="1" y="4802"/>
                    <a:pt x="675" y="5432"/>
                    <a:pt x="753" y="5501"/>
                  </a:cubicBezTo>
                  <a:cubicBezTo>
                    <a:pt x="861" y="5597"/>
                    <a:pt x="994" y="5644"/>
                    <a:pt x="1127" y="5644"/>
                  </a:cubicBezTo>
                  <a:cubicBezTo>
                    <a:pt x="1282" y="5644"/>
                    <a:pt x="1437" y="5580"/>
                    <a:pt x="1548" y="5456"/>
                  </a:cubicBezTo>
                  <a:cubicBezTo>
                    <a:pt x="1756" y="5224"/>
                    <a:pt x="1735" y="4869"/>
                    <a:pt x="1506" y="4661"/>
                  </a:cubicBezTo>
                  <a:cubicBezTo>
                    <a:pt x="1428" y="4588"/>
                    <a:pt x="1130" y="4260"/>
                    <a:pt x="1130" y="3950"/>
                  </a:cubicBezTo>
                  <a:cubicBezTo>
                    <a:pt x="1130" y="3655"/>
                    <a:pt x="1410" y="3330"/>
                    <a:pt x="1506" y="3242"/>
                  </a:cubicBezTo>
                  <a:cubicBezTo>
                    <a:pt x="1582" y="3173"/>
                    <a:pt x="2259" y="2544"/>
                    <a:pt x="2259" y="1692"/>
                  </a:cubicBezTo>
                  <a:cubicBezTo>
                    <a:pt x="2259" y="842"/>
                    <a:pt x="1582" y="213"/>
                    <a:pt x="1506" y="144"/>
                  </a:cubicBezTo>
                  <a:cubicBezTo>
                    <a:pt x="1399" y="48"/>
                    <a:pt x="1265" y="1"/>
                    <a:pt x="11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9" name="Google Shape;6133;p52">
              <a:extLst>
                <a:ext uri="{FF2B5EF4-FFF2-40B4-BE49-F238E27FC236}">
                  <a16:creationId xmlns:a16="http://schemas.microsoft.com/office/drawing/2014/main" id="{D05984B2-DD18-465C-A46E-2AF8768F5A6A}"/>
                </a:ext>
              </a:extLst>
            </p:cNvPr>
            <p:cNvSpPr/>
            <p:nvPr/>
          </p:nvSpPr>
          <p:spPr>
            <a:xfrm>
              <a:off x="4464775" y="4230875"/>
              <a:ext cx="395250" cy="57400"/>
            </a:xfrm>
            <a:custGeom>
              <a:avLst/>
              <a:gdLst/>
              <a:ahLst/>
              <a:cxnLst/>
              <a:rect l="l" t="t" r="r" b="b"/>
              <a:pathLst>
                <a:path w="15810" h="2296" extrusionOk="0">
                  <a:moveTo>
                    <a:pt x="567" y="1"/>
                  </a:moveTo>
                  <a:cubicBezTo>
                    <a:pt x="254" y="1"/>
                    <a:pt x="1" y="251"/>
                    <a:pt x="1" y="564"/>
                  </a:cubicBezTo>
                  <a:cubicBezTo>
                    <a:pt x="1" y="877"/>
                    <a:pt x="254" y="1130"/>
                    <a:pt x="567" y="1130"/>
                  </a:cubicBezTo>
                  <a:lnTo>
                    <a:pt x="1910" y="1130"/>
                  </a:lnTo>
                  <a:lnTo>
                    <a:pt x="2006" y="1359"/>
                  </a:lnTo>
                  <a:cubicBezTo>
                    <a:pt x="2291" y="1932"/>
                    <a:pt x="2875" y="2295"/>
                    <a:pt x="3516" y="2295"/>
                  </a:cubicBezTo>
                  <a:cubicBezTo>
                    <a:pt x="3519" y="2295"/>
                    <a:pt x="3521" y="2295"/>
                    <a:pt x="3524" y="2295"/>
                  </a:cubicBezTo>
                  <a:lnTo>
                    <a:pt x="12290" y="2295"/>
                  </a:lnTo>
                  <a:cubicBezTo>
                    <a:pt x="12292" y="2295"/>
                    <a:pt x="12295" y="2295"/>
                    <a:pt x="12298" y="2295"/>
                  </a:cubicBezTo>
                  <a:cubicBezTo>
                    <a:pt x="12936" y="2295"/>
                    <a:pt x="13520" y="1932"/>
                    <a:pt x="13804" y="1359"/>
                  </a:cubicBezTo>
                  <a:lnTo>
                    <a:pt x="13901" y="1130"/>
                  </a:lnTo>
                  <a:lnTo>
                    <a:pt x="15247" y="1130"/>
                  </a:lnTo>
                  <a:cubicBezTo>
                    <a:pt x="15557" y="1130"/>
                    <a:pt x="15810" y="877"/>
                    <a:pt x="15810" y="564"/>
                  </a:cubicBezTo>
                  <a:cubicBezTo>
                    <a:pt x="15810" y="251"/>
                    <a:pt x="15557" y="1"/>
                    <a:pt x="152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0" name="Google Shape;6134;p52">
              <a:extLst>
                <a:ext uri="{FF2B5EF4-FFF2-40B4-BE49-F238E27FC236}">
                  <a16:creationId xmlns:a16="http://schemas.microsoft.com/office/drawing/2014/main" id="{635B9F2C-E452-43B0-AF55-E18163A8BF12}"/>
                </a:ext>
              </a:extLst>
            </p:cNvPr>
            <p:cNvSpPr/>
            <p:nvPr/>
          </p:nvSpPr>
          <p:spPr>
            <a:xfrm>
              <a:off x="4840675" y="4007300"/>
              <a:ext cx="101725" cy="166025"/>
            </a:xfrm>
            <a:custGeom>
              <a:avLst/>
              <a:gdLst/>
              <a:ahLst/>
              <a:cxnLst/>
              <a:rect l="l" t="t" r="r" b="b"/>
              <a:pathLst>
                <a:path w="4069" h="6641" extrusionOk="0">
                  <a:moveTo>
                    <a:pt x="1870" y="0"/>
                  </a:moveTo>
                  <a:cubicBezTo>
                    <a:pt x="1852" y="380"/>
                    <a:pt x="1837" y="759"/>
                    <a:pt x="1795" y="1130"/>
                  </a:cubicBezTo>
                  <a:cubicBezTo>
                    <a:pt x="1927" y="1181"/>
                    <a:pt x="2048" y="1256"/>
                    <a:pt x="2150" y="1355"/>
                  </a:cubicBezTo>
                  <a:cubicBezTo>
                    <a:pt x="2800" y="2006"/>
                    <a:pt x="2433" y="3469"/>
                    <a:pt x="1352" y="4550"/>
                  </a:cubicBezTo>
                  <a:cubicBezTo>
                    <a:pt x="1177" y="4722"/>
                    <a:pt x="991" y="4879"/>
                    <a:pt x="792" y="5017"/>
                  </a:cubicBezTo>
                  <a:cubicBezTo>
                    <a:pt x="566" y="5577"/>
                    <a:pt x="301" y="6119"/>
                    <a:pt x="0" y="6640"/>
                  </a:cubicBezTo>
                  <a:cubicBezTo>
                    <a:pt x="747" y="6429"/>
                    <a:pt x="1506" y="5993"/>
                    <a:pt x="2150" y="5348"/>
                  </a:cubicBezTo>
                  <a:cubicBezTo>
                    <a:pt x="3716" y="3782"/>
                    <a:pt x="4068" y="1678"/>
                    <a:pt x="2948" y="557"/>
                  </a:cubicBezTo>
                  <a:cubicBezTo>
                    <a:pt x="2656" y="268"/>
                    <a:pt x="2280" y="97"/>
                    <a:pt x="18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1" name="Google Shape;6135;p52">
              <a:extLst>
                <a:ext uri="{FF2B5EF4-FFF2-40B4-BE49-F238E27FC236}">
                  <a16:creationId xmlns:a16="http://schemas.microsoft.com/office/drawing/2014/main" id="{040A4CFE-8B79-4E5D-8AA7-6619E5B2F0FF}"/>
                </a:ext>
              </a:extLst>
            </p:cNvPr>
            <p:cNvSpPr/>
            <p:nvPr/>
          </p:nvSpPr>
          <p:spPr>
            <a:xfrm>
              <a:off x="4464775" y="3976800"/>
              <a:ext cx="395250" cy="225875"/>
            </a:xfrm>
            <a:custGeom>
              <a:avLst/>
              <a:gdLst/>
              <a:ahLst/>
              <a:cxnLst/>
              <a:rect l="l" t="t" r="r" b="b"/>
              <a:pathLst>
                <a:path w="15810" h="9035" extrusionOk="0">
                  <a:moveTo>
                    <a:pt x="564" y="1"/>
                  </a:moveTo>
                  <a:cubicBezTo>
                    <a:pt x="254" y="1"/>
                    <a:pt x="1" y="251"/>
                    <a:pt x="1" y="564"/>
                  </a:cubicBezTo>
                  <a:cubicBezTo>
                    <a:pt x="1" y="3930"/>
                    <a:pt x="1157" y="7026"/>
                    <a:pt x="3075" y="9035"/>
                  </a:cubicBezTo>
                  <a:lnTo>
                    <a:pt x="12735" y="9035"/>
                  </a:lnTo>
                  <a:cubicBezTo>
                    <a:pt x="14654" y="7026"/>
                    <a:pt x="15810" y="3930"/>
                    <a:pt x="15810" y="564"/>
                  </a:cubicBezTo>
                  <a:cubicBezTo>
                    <a:pt x="15810" y="251"/>
                    <a:pt x="15557" y="1"/>
                    <a:pt x="152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9F19CA28-1346-4759-B0C7-5F0C3BE8D1CE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5620" y="188416"/>
            <a:ext cx="6707394" cy="4067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206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4"/>
          <p:cNvSpPr txBox="1">
            <a:spLocks noGrp="1"/>
          </p:cNvSpPr>
          <p:nvPr>
            <p:ph type="ctrTitle"/>
          </p:nvPr>
        </p:nvSpPr>
        <p:spPr>
          <a:xfrm>
            <a:off x="151761" y="1365844"/>
            <a:ext cx="1766403" cy="79694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 dirty="0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  <a:t>PENGKODEAN</a:t>
            </a:r>
            <a:br>
              <a:rPr lang="es" sz="2000" dirty="0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</a:br>
            <a:r>
              <a:rPr lang="es" sz="2000" dirty="0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  <a:t>SYSTEM</a:t>
            </a:r>
            <a:endParaRPr sz="2000" dirty="0">
              <a:solidFill>
                <a:srgbClr val="48FFD5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5" name="Google Shape;270;p24">
            <a:extLst>
              <a:ext uri="{FF2B5EF4-FFF2-40B4-BE49-F238E27FC236}">
                <a16:creationId xmlns:a16="http://schemas.microsoft.com/office/drawing/2014/main" id="{826F4B58-B400-4659-B4CE-1684508A8953}"/>
              </a:ext>
            </a:extLst>
          </p:cNvPr>
          <p:cNvSpPr txBox="1">
            <a:spLocks/>
          </p:cNvSpPr>
          <p:nvPr/>
        </p:nvSpPr>
        <p:spPr>
          <a:xfrm>
            <a:off x="1646193" y="4446317"/>
            <a:ext cx="6935189" cy="525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oboto Black"/>
              <a:buNone/>
              <a:defRPr sz="3600" b="0" i="0" u="none" strike="noStrike" cap="none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9pPr>
          </a:lstStyle>
          <a:p>
            <a:pPr algn="ctr"/>
            <a:r>
              <a:rPr lang="en-US" sz="2000" dirty="0" err="1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  <a:t>Tampilan</a:t>
            </a:r>
            <a:r>
              <a:rPr lang="en-US" sz="2000" dirty="0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  <a:t> Home</a:t>
            </a:r>
            <a:br>
              <a:rPr lang="en-US" sz="2000" dirty="0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</a:br>
            <a:r>
              <a:rPr lang="en-US" sz="2000" dirty="0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  <a:t>#footer</a:t>
            </a:r>
          </a:p>
        </p:txBody>
      </p:sp>
      <p:grpSp>
        <p:nvGrpSpPr>
          <p:cNvPr id="30" name="Google Shape;6112;p52">
            <a:extLst>
              <a:ext uri="{FF2B5EF4-FFF2-40B4-BE49-F238E27FC236}">
                <a16:creationId xmlns:a16="http://schemas.microsoft.com/office/drawing/2014/main" id="{4242C9B3-416D-4F66-94F9-B3F98CC371D5}"/>
              </a:ext>
            </a:extLst>
          </p:cNvPr>
          <p:cNvGrpSpPr/>
          <p:nvPr/>
        </p:nvGrpSpPr>
        <p:grpSpPr>
          <a:xfrm>
            <a:off x="620986" y="968837"/>
            <a:ext cx="346347" cy="339623"/>
            <a:chOff x="1490050" y="3805975"/>
            <a:chExt cx="491900" cy="482350"/>
          </a:xfrm>
          <a:solidFill>
            <a:schemeClr val="accent6"/>
          </a:solidFill>
        </p:grpSpPr>
        <p:sp>
          <p:nvSpPr>
            <p:cNvPr id="31" name="Google Shape;6113;p52">
              <a:extLst>
                <a:ext uri="{FF2B5EF4-FFF2-40B4-BE49-F238E27FC236}">
                  <a16:creationId xmlns:a16="http://schemas.microsoft.com/office/drawing/2014/main" id="{11609D5E-D4DF-47AE-85C3-093C27A5AC44}"/>
                </a:ext>
              </a:extLst>
            </p:cNvPr>
            <p:cNvSpPr/>
            <p:nvPr/>
          </p:nvSpPr>
          <p:spPr>
            <a:xfrm>
              <a:off x="1541775" y="3877050"/>
              <a:ext cx="302500" cy="277225"/>
            </a:xfrm>
            <a:custGeom>
              <a:avLst/>
              <a:gdLst/>
              <a:ahLst/>
              <a:cxnLst/>
              <a:rect l="l" t="t" r="r" b="b"/>
              <a:pathLst>
                <a:path w="12100" h="11089" extrusionOk="0">
                  <a:moveTo>
                    <a:pt x="10512" y="1"/>
                  </a:moveTo>
                  <a:lnTo>
                    <a:pt x="0" y="10513"/>
                  </a:lnTo>
                  <a:cubicBezTo>
                    <a:pt x="207" y="10475"/>
                    <a:pt x="415" y="10456"/>
                    <a:pt x="622" y="10456"/>
                  </a:cubicBezTo>
                  <a:cubicBezTo>
                    <a:pt x="1327" y="10456"/>
                    <a:pt x="2020" y="10674"/>
                    <a:pt x="2602" y="11088"/>
                  </a:cubicBezTo>
                  <a:lnTo>
                    <a:pt x="12099" y="1588"/>
                  </a:lnTo>
                  <a:lnTo>
                    <a:pt x="105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2" name="Google Shape;6114;p52">
              <a:extLst>
                <a:ext uri="{FF2B5EF4-FFF2-40B4-BE49-F238E27FC236}">
                  <a16:creationId xmlns:a16="http://schemas.microsoft.com/office/drawing/2014/main" id="{59ED7026-E90B-4C60-BA0D-9CA344A6C55D}"/>
                </a:ext>
              </a:extLst>
            </p:cNvPr>
            <p:cNvSpPr/>
            <p:nvPr/>
          </p:nvSpPr>
          <p:spPr>
            <a:xfrm>
              <a:off x="1824450" y="3805975"/>
              <a:ext cx="157500" cy="150525"/>
            </a:xfrm>
            <a:custGeom>
              <a:avLst/>
              <a:gdLst/>
              <a:ahLst/>
              <a:cxnLst/>
              <a:rect l="l" t="t" r="r" b="b"/>
              <a:pathLst>
                <a:path w="6300" h="6021" extrusionOk="0">
                  <a:moveTo>
                    <a:pt x="3211" y="0"/>
                  </a:moveTo>
                  <a:cubicBezTo>
                    <a:pt x="2484" y="0"/>
                    <a:pt x="1758" y="281"/>
                    <a:pt x="1208" y="841"/>
                  </a:cubicBezTo>
                  <a:lnTo>
                    <a:pt x="0" y="2049"/>
                  </a:lnTo>
                  <a:lnTo>
                    <a:pt x="3972" y="6021"/>
                  </a:lnTo>
                  <a:lnTo>
                    <a:pt x="5180" y="4813"/>
                  </a:lnTo>
                  <a:cubicBezTo>
                    <a:pt x="6294" y="3717"/>
                    <a:pt x="6300" y="1925"/>
                    <a:pt x="5198" y="823"/>
                  </a:cubicBezTo>
                  <a:cubicBezTo>
                    <a:pt x="4649" y="274"/>
                    <a:pt x="3930" y="0"/>
                    <a:pt x="32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3" name="Google Shape;6115;p52">
              <a:extLst>
                <a:ext uri="{FF2B5EF4-FFF2-40B4-BE49-F238E27FC236}">
                  <a16:creationId xmlns:a16="http://schemas.microsoft.com/office/drawing/2014/main" id="{A35A982C-2D4F-4CB8-B29F-2E416F5AFF55}"/>
                </a:ext>
              </a:extLst>
            </p:cNvPr>
            <p:cNvSpPr/>
            <p:nvPr/>
          </p:nvSpPr>
          <p:spPr>
            <a:xfrm>
              <a:off x="1626675" y="3936600"/>
              <a:ext cx="277225" cy="302600"/>
            </a:xfrm>
            <a:custGeom>
              <a:avLst/>
              <a:gdLst/>
              <a:ahLst/>
              <a:cxnLst/>
              <a:rect l="l" t="t" r="r" b="b"/>
              <a:pathLst>
                <a:path w="11089" h="12104" extrusionOk="0">
                  <a:moveTo>
                    <a:pt x="9501" y="1"/>
                  </a:moveTo>
                  <a:lnTo>
                    <a:pt x="1" y="9501"/>
                  </a:lnTo>
                  <a:cubicBezTo>
                    <a:pt x="537" y="10254"/>
                    <a:pt x="745" y="11194"/>
                    <a:pt x="576" y="12103"/>
                  </a:cubicBezTo>
                  <a:lnTo>
                    <a:pt x="11088" y="1591"/>
                  </a:lnTo>
                  <a:lnTo>
                    <a:pt x="950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4" name="Google Shape;6116;p52">
              <a:extLst>
                <a:ext uri="{FF2B5EF4-FFF2-40B4-BE49-F238E27FC236}">
                  <a16:creationId xmlns:a16="http://schemas.microsoft.com/office/drawing/2014/main" id="{196F6B18-F506-4B4E-A071-E20ACFB5D390}"/>
                </a:ext>
              </a:extLst>
            </p:cNvPr>
            <p:cNvSpPr/>
            <p:nvPr/>
          </p:nvSpPr>
          <p:spPr>
            <a:xfrm>
              <a:off x="1490050" y="4166500"/>
              <a:ext cx="129950" cy="121825"/>
            </a:xfrm>
            <a:custGeom>
              <a:avLst/>
              <a:gdLst/>
              <a:ahLst/>
              <a:cxnLst/>
              <a:rect l="l" t="t" r="r" b="b"/>
              <a:pathLst>
                <a:path w="5198" h="4873" extrusionOk="0">
                  <a:moveTo>
                    <a:pt x="2693" y="0"/>
                  </a:moveTo>
                  <a:cubicBezTo>
                    <a:pt x="2243" y="0"/>
                    <a:pt x="1790" y="133"/>
                    <a:pt x="1398" y="405"/>
                  </a:cubicBezTo>
                  <a:lnTo>
                    <a:pt x="1398" y="402"/>
                  </a:lnTo>
                  <a:lnTo>
                    <a:pt x="741" y="2446"/>
                  </a:lnTo>
                  <a:lnTo>
                    <a:pt x="139" y="4118"/>
                  </a:lnTo>
                  <a:cubicBezTo>
                    <a:pt x="0" y="4500"/>
                    <a:pt x="295" y="4872"/>
                    <a:pt x="664" y="4872"/>
                  </a:cubicBezTo>
                  <a:cubicBezTo>
                    <a:pt x="727" y="4872"/>
                    <a:pt x="793" y="4861"/>
                    <a:pt x="859" y="4837"/>
                  </a:cubicBezTo>
                  <a:lnTo>
                    <a:pt x="2530" y="4235"/>
                  </a:lnTo>
                  <a:lnTo>
                    <a:pt x="4574" y="3579"/>
                  </a:lnTo>
                  <a:cubicBezTo>
                    <a:pt x="5198" y="2672"/>
                    <a:pt x="5086" y="1450"/>
                    <a:pt x="4306" y="670"/>
                  </a:cubicBezTo>
                  <a:cubicBezTo>
                    <a:pt x="3866" y="228"/>
                    <a:pt x="3282" y="0"/>
                    <a:pt x="269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35" name="Google Shape;6129;p52">
            <a:extLst>
              <a:ext uri="{FF2B5EF4-FFF2-40B4-BE49-F238E27FC236}">
                <a16:creationId xmlns:a16="http://schemas.microsoft.com/office/drawing/2014/main" id="{4E8D1AE9-D5D3-4153-AD8C-91034433756A}"/>
              </a:ext>
            </a:extLst>
          </p:cNvPr>
          <p:cNvGrpSpPr/>
          <p:nvPr/>
        </p:nvGrpSpPr>
        <p:grpSpPr>
          <a:xfrm>
            <a:off x="1150434" y="968824"/>
            <a:ext cx="336296" cy="339235"/>
            <a:chOff x="4464775" y="3806475"/>
            <a:chExt cx="477625" cy="481800"/>
          </a:xfrm>
          <a:solidFill>
            <a:schemeClr val="accent6"/>
          </a:solidFill>
        </p:grpSpPr>
        <p:sp>
          <p:nvSpPr>
            <p:cNvPr id="36" name="Google Shape;6130;p52">
              <a:extLst>
                <a:ext uri="{FF2B5EF4-FFF2-40B4-BE49-F238E27FC236}">
                  <a16:creationId xmlns:a16="http://schemas.microsoft.com/office/drawing/2014/main" id="{2AB43A0A-5026-4A23-834F-AF469F1DAD51}"/>
                </a:ext>
              </a:extLst>
            </p:cNvPr>
            <p:cNvSpPr/>
            <p:nvPr/>
          </p:nvSpPr>
          <p:spPr>
            <a:xfrm>
              <a:off x="4726375" y="3806475"/>
              <a:ext cx="56500" cy="141125"/>
            </a:xfrm>
            <a:custGeom>
              <a:avLst/>
              <a:gdLst/>
              <a:ahLst/>
              <a:cxnLst/>
              <a:rect l="l" t="t" r="r" b="b"/>
              <a:pathLst>
                <a:path w="2260" h="5645" extrusionOk="0">
                  <a:moveTo>
                    <a:pt x="1133" y="1"/>
                  </a:moveTo>
                  <a:cubicBezTo>
                    <a:pt x="978" y="1"/>
                    <a:pt x="823" y="64"/>
                    <a:pt x="712" y="189"/>
                  </a:cubicBezTo>
                  <a:cubicBezTo>
                    <a:pt x="504" y="421"/>
                    <a:pt x="522" y="776"/>
                    <a:pt x="754" y="984"/>
                  </a:cubicBezTo>
                  <a:cubicBezTo>
                    <a:pt x="832" y="1056"/>
                    <a:pt x="1130" y="1385"/>
                    <a:pt x="1130" y="1695"/>
                  </a:cubicBezTo>
                  <a:cubicBezTo>
                    <a:pt x="1130" y="1990"/>
                    <a:pt x="850" y="2315"/>
                    <a:pt x="754" y="2402"/>
                  </a:cubicBezTo>
                  <a:cubicBezTo>
                    <a:pt x="678" y="2472"/>
                    <a:pt x="1" y="3101"/>
                    <a:pt x="1" y="3953"/>
                  </a:cubicBezTo>
                  <a:cubicBezTo>
                    <a:pt x="1" y="4802"/>
                    <a:pt x="675" y="5432"/>
                    <a:pt x="754" y="5501"/>
                  </a:cubicBezTo>
                  <a:cubicBezTo>
                    <a:pt x="861" y="5597"/>
                    <a:pt x="995" y="5644"/>
                    <a:pt x="1128" y="5644"/>
                  </a:cubicBezTo>
                  <a:cubicBezTo>
                    <a:pt x="1283" y="5644"/>
                    <a:pt x="1437" y="5580"/>
                    <a:pt x="1549" y="5456"/>
                  </a:cubicBezTo>
                  <a:cubicBezTo>
                    <a:pt x="1757" y="5224"/>
                    <a:pt x="1735" y="4869"/>
                    <a:pt x="1507" y="4661"/>
                  </a:cubicBezTo>
                  <a:cubicBezTo>
                    <a:pt x="1428" y="4588"/>
                    <a:pt x="1130" y="4260"/>
                    <a:pt x="1130" y="3950"/>
                  </a:cubicBezTo>
                  <a:cubicBezTo>
                    <a:pt x="1130" y="3655"/>
                    <a:pt x="1410" y="3330"/>
                    <a:pt x="1507" y="3242"/>
                  </a:cubicBezTo>
                  <a:cubicBezTo>
                    <a:pt x="1585" y="3173"/>
                    <a:pt x="2259" y="2544"/>
                    <a:pt x="2259" y="1692"/>
                  </a:cubicBezTo>
                  <a:cubicBezTo>
                    <a:pt x="2259" y="842"/>
                    <a:pt x="1585" y="213"/>
                    <a:pt x="1507" y="144"/>
                  </a:cubicBezTo>
                  <a:cubicBezTo>
                    <a:pt x="1399" y="48"/>
                    <a:pt x="1266" y="1"/>
                    <a:pt x="11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7" name="Google Shape;6131;p52">
              <a:extLst>
                <a:ext uri="{FF2B5EF4-FFF2-40B4-BE49-F238E27FC236}">
                  <a16:creationId xmlns:a16="http://schemas.microsoft.com/office/drawing/2014/main" id="{DC1FA845-5EB4-4183-AC92-FE3D1DF03E84}"/>
                </a:ext>
              </a:extLst>
            </p:cNvPr>
            <p:cNvSpPr/>
            <p:nvPr/>
          </p:nvSpPr>
          <p:spPr>
            <a:xfrm>
              <a:off x="4641700" y="3806475"/>
              <a:ext cx="56475" cy="141125"/>
            </a:xfrm>
            <a:custGeom>
              <a:avLst/>
              <a:gdLst/>
              <a:ahLst/>
              <a:cxnLst/>
              <a:rect l="l" t="t" r="r" b="b"/>
              <a:pathLst>
                <a:path w="2259" h="5645" extrusionOk="0">
                  <a:moveTo>
                    <a:pt x="1132" y="1"/>
                  </a:moveTo>
                  <a:cubicBezTo>
                    <a:pt x="977" y="1"/>
                    <a:pt x="823" y="64"/>
                    <a:pt x="711" y="189"/>
                  </a:cubicBezTo>
                  <a:cubicBezTo>
                    <a:pt x="503" y="421"/>
                    <a:pt x="521" y="776"/>
                    <a:pt x="753" y="984"/>
                  </a:cubicBezTo>
                  <a:cubicBezTo>
                    <a:pt x="831" y="1056"/>
                    <a:pt x="1130" y="1385"/>
                    <a:pt x="1130" y="1695"/>
                  </a:cubicBezTo>
                  <a:cubicBezTo>
                    <a:pt x="1130" y="1990"/>
                    <a:pt x="849" y="2315"/>
                    <a:pt x="753" y="2402"/>
                  </a:cubicBezTo>
                  <a:cubicBezTo>
                    <a:pt x="678" y="2472"/>
                    <a:pt x="0" y="3101"/>
                    <a:pt x="0" y="3953"/>
                  </a:cubicBezTo>
                  <a:cubicBezTo>
                    <a:pt x="0" y="4802"/>
                    <a:pt x="675" y="5432"/>
                    <a:pt x="753" y="5501"/>
                  </a:cubicBezTo>
                  <a:cubicBezTo>
                    <a:pt x="860" y="5597"/>
                    <a:pt x="994" y="5644"/>
                    <a:pt x="1127" y="5644"/>
                  </a:cubicBezTo>
                  <a:cubicBezTo>
                    <a:pt x="1282" y="5644"/>
                    <a:pt x="1436" y="5580"/>
                    <a:pt x="1548" y="5456"/>
                  </a:cubicBezTo>
                  <a:cubicBezTo>
                    <a:pt x="1756" y="5224"/>
                    <a:pt x="1735" y="4869"/>
                    <a:pt x="1506" y="4661"/>
                  </a:cubicBezTo>
                  <a:cubicBezTo>
                    <a:pt x="1428" y="4588"/>
                    <a:pt x="1130" y="4260"/>
                    <a:pt x="1130" y="3950"/>
                  </a:cubicBezTo>
                  <a:cubicBezTo>
                    <a:pt x="1130" y="3655"/>
                    <a:pt x="1410" y="3330"/>
                    <a:pt x="1506" y="3242"/>
                  </a:cubicBezTo>
                  <a:cubicBezTo>
                    <a:pt x="1581" y="3173"/>
                    <a:pt x="2259" y="2544"/>
                    <a:pt x="2259" y="1692"/>
                  </a:cubicBezTo>
                  <a:cubicBezTo>
                    <a:pt x="2259" y="842"/>
                    <a:pt x="1581" y="213"/>
                    <a:pt x="1506" y="144"/>
                  </a:cubicBezTo>
                  <a:cubicBezTo>
                    <a:pt x="1399" y="48"/>
                    <a:pt x="1265" y="1"/>
                    <a:pt x="11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8" name="Google Shape;6132;p52">
              <a:extLst>
                <a:ext uri="{FF2B5EF4-FFF2-40B4-BE49-F238E27FC236}">
                  <a16:creationId xmlns:a16="http://schemas.microsoft.com/office/drawing/2014/main" id="{7E59AEB5-98E4-46AE-BC74-EEE2BE6432FD}"/>
                </a:ext>
              </a:extLst>
            </p:cNvPr>
            <p:cNvSpPr/>
            <p:nvPr/>
          </p:nvSpPr>
          <p:spPr>
            <a:xfrm>
              <a:off x="4557000" y="3806475"/>
              <a:ext cx="56500" cy="141125"/>
            </a:xfrm>
            <a:custGeom>
              <a:avLst/>
              <a:gdLst/>
              <a:ahLst/>
              <a:cxnLst/>
              <a:rect l="l" t="t" r="r" b="b"/>
              <a:pathLst>
                <a:path w="2260" h="5645" extrusionOk="0">
                  <a:moveTo>
                    <a:pt x="1132" y="1"/>
                  </a:moveTo>
                  <a:cubicBezTo>
                    <a:pt x="977" y="1"/>
                    <a:pt x="823" y="64"/>
                    <a:pt x="711" y="189"/>
                  </a:cubicBezTo>
                  <a:cubicBezTo>
                    <a:pt x="504" y="421"/>
                    <a:pt x="522" y="776"/>
                    <a:pt x="753" y="984"/>
                  </a:cubicBezTo>
                  <a:cubicBezTo>
                    <a:pt x="832" y="1056"/>
                    <a:pt x="1130" y="1385"/>
                    <a:pt x="1130" y="1695"/>
                  </a:cubicBezTo>
                  <a:cubicBezTo>
                    <a:pt x="1130" y="1990"/>
                    <a:pt x="850" y="2315"/>
                    <a:pt x="753" y="2402"/>
                  </a:cubicBezTo>
                  <a:cubicBezTo>
                    <a:pt x="678" y="2472"/>
                    <a:pt x="1" y="3101"/>
                    <a:pt x="1" y="3953"/>
                  </a:cubicBezTo>
                  <a:cubicBezTo>
                    <a:pt x="1" y="4802"/>
                    <a:pt x="675" y="5432"/>
                    <a:pt x="753" y="5501"/>
                  </a:cubicBezTo>
                  <a:cubicBezTo>
                    <a:pt x="861" y="5597"/>
                    <a:pt x="994" y="5644"/>
                    <a:pt x="1127" y="5644"/>
                  </a:cubicBezTo>
                  <a:cubicBezTo>
                    <a:pt x="1282" y="5644"/>
                    <a:pt x="1437" y="5580"/>
                    <a:pt x="1548" y="5456"/>
                  </a:cubicBezTo>
                  <a:cubicBezTo>
                    <a:pt x="1756" y="5224"/>
                    <a:pt x="1735" y="4869"/>
                    <a:pt x="1506" y="4661"/>
                  </a:cubicBezTo>
                  <a:cubicBezTo>
                    <a:pt x="1428" y="4588"/>
                    <a:pt x="1130" y="4260"/>
                    <a:pt x="1130" y="3950"/>
                  </a:cubicBezTo>
                  <a:cubicBezTo>
                    <a:pt x="1130" y="3655"/>
                    <a:pt x="1410" y="3330"/>
                    <a:pt x="1506" y="3242"/>
                  </a:cubicBezTo>
                  <a:cubicBezTo>
                    <a:pt x="1582" y="3173"/>
                    <a:pt x="2259" y="2544"/>
                    <a:pt x="2259" y="1692"/>
                  </a:cubicBezTo>
                  <a:cubicBezTo>
                    <a:pt x="2259" y="842"/>
                    <a:pt x="1582" y="213"/>
                    <a:pt x="1506" y="144"/>
                  </a:cubicBezTo>
                  <a:cubicBezTo>
                    <a:pt x="1399" y="48"/>
                    <a:pt x="1265" y="1"/>
                    <a:pt x="11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9" name="Google Shape;6133;p52">
              <a:extLst>
                <a:ext uri="{FF2B5EF4-FFF2-40B4-BE49-F238E27FC236}">
                  <a16:creationId xmlns:a16="http://schemas.microsoft.com/office/drawing/2014/main" id="{D05984B2-DD18-465C-A46E-2AF8768F5A6A}"/>
                </a:ext>
              </a:extLst>
            </p:cNvPr>
            <p:cNvSpPr/>
            <p:nvPr/>
          </p:nvSpPr>
          <p:spPr>
            <a:xfrm>
              <a:off x="4464775" y="4230875"/>
              <a:ext cx="395250" cy="57400"/>
            </a:xfrm>
            <a:custGeom>
              <a:avLst/>
              <a:gdLst/>
              <a:ahLst/>
              <a:cxnLst/>
              <a:rect l="l" t="t" r="r" b="b"/>
              <a:pathLst>
                <a:path w="15810" h="2296" extrusionOk="0">
                  <a:moveTo>
                    <a:pt x="567" y="1"/>
                  </a:moveTo>
                  <a:cubicBezTo>
                    <a:pt x="254" y="1"/>
                    <a:pt x="1" y="251"/>
                    <a:pt x="1" y="564"/>
                  </a:cubicBezTo>
                  <a:cubicBezTo>
                    <a:pt x="1" y="877"/>
                    <a:pt x="254" y="1130"/>
                    <a:pt x="567" y="1130"/>
                  </a:cubicBezTo>
                  <a:lnTo>
                    <a:pt x="1910" y="1130"/>
                  </a:lnTo>
                  <a:lnTo>
                    <a:pt x="2006" y="1359"/>
                  </a:lnTo>
                  <a:cubicBezTo>
                    <a:pt x="2291" y="1932"/>
                    <a:pt x="2875" y="2295"/>
                    <a:pt x="3516" y="2295"/>
                  </a:cubicBezTo>
                  <a:cubicBezTo>
                    <a:pt x="3519" y="2295"/>
                    <a:pt x="3521" y="2295"/>
                    <a:pt x="3524" y="2295"/>
                  </a:cubicBezTo>
                  <a:lnTo>
                    <a:pt x="12290" y="2295"/>
                  </a:lnTo>
                  <a:cubicBezTo>
                    <a:pt x="12292" y="2295"/>
                    <a:pt x="12295" y="2295"/>
                    <a:pt x="12298" y="2295"/>
                  </a:cubicBezTo>
                  <a:cubicBezTo>
                    <a:pt x="12936" y="2295"/>
                    <a:pt x="13520" y="1932"/>
                    <a:pt x="13804" y="1359"/>
                  </a:cubicBezTo>
                  <a:lnTo>
                    <a:pt x="13901" y="1130"/>
                  </a:lnTo>
                  <a:lnTo>
                    <a:pt x="15247" y="1130"/>
                  </a:lnTo>
                  <a:cubicBezTo>
                    <a:pt x="15557" y="1130"/>
                    <a:pt x="15810" y="877"/>
                    <a:pt x="15810" y="564"/>
                  </a:cubicBezTo>
                  <a:cubicBezTo>
                    <a:pt x="15810" y="251"/>
                    <a:pt x="15557" y="1"/>
                    <a:pt x="152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0" name="Google Shape;6134;p52">
              <a:extLst>
                <a:ext uri="{FF2B5EF4-FFF2-40B4-BE49-F238E27FC236}">
                  <a16:creationId xmlns:a16="http://schemas.microsoft.com/office/drawing/2014/main" id="{635B9F2C-E452-43B0-AF55-E18163A8BF12}"/>
                </a:ext>
              </a:extLst>
            </p:cNvPr>
            <p:cNvSpPr/>
            <p:nvPr/>
          </p:nvSpPr>
          <p:spPr>
            <a:xfrm>
              <a:off x="4840675" y="4007300"/>
              <a:ext cx="101725" cy="166025"/>
            </a:xfrm>
            <a:custGeom>
              <a:avLst/>
              <a:gdLst/>
              <a:ahLst/>
              <a:cxnLst/>
              <a:rect l="l" t="t" r="r" b="b"/>
              <a:pathLst>
                <a:path w="4069" h="6641" extrusionOk="0">
                  <a:moveTo>
                    <a:pt x="1870" y="0"/>
                  </a:moveTo>
                  <a:cubicBezTo>
                    <a:pt x="1852" y="380"/>
                    <a:pt x="1837" y="759"/>
                    <a:pt x="1795" y="1130"/>
                  </a:cubicBezTo>
                  <a:cubicBezTo>
                    <a:pt x="1927" y="1181"/>
                    <a:pt x="2048" y="1256"/>
                    <a:pt x="2150" y="1355"/>
                  </a:cubicBezTo>
                  <a:cubicBezTo>
                    <a:pt x="2800" y="2006"/>
                    <a:pt x="2433" y="3469"/>
                    <a:pt x="1352" y="4550"/>
                  </a:cubicBezTo>
                  <a:cubicBezTo>
                    <a:pt x="1177" y="4722"/>
                    <a:pt x="991" y="4879"/>
                    <a:pt x="792" y="5017"/>
                  </a:cubicBezTo>
                  <a:cubicBezTo>
                    <a:pt x="566" y="5577"/>
                    <a:pt x="301" y="6119"/>
                    <a:pt x="0" y="6640"/>
                  </a:cubicBezTo>
                  <a:cubicBezTo>
                    <a:pt x="747" y="6429"/>
                    <a:pt x="1506" y="5993"/>
                    <a:pt x="2150" y="5348"/>
                  </a:cubicBezTo>
                  <a:cubicBezTo>
                    <a:pt x="3716" y="3782"/>
                    <a:pt x="4068" y="1678"/>
                    <a:pt x="2948" y="557"/>
                  </a:cubicBezTo>
                  <a:cubicBezTo>
                    <a:pt x="2656" y="268"/>
                    <a:pt x="2280" y="97"/>
                    <a:pt x="18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1" name="Google Shape;6135;p52">
              <a:extLst>
                <a:ext uri="{FF2B5EF4-FFF2-40B4-BE49-F238E27FC236}">
                  <a16:creationId xmlns:a16="http://schemas.microsoft.com/office/drawing/2014/main" id="{040A4CFE-8B79-4E5D-8AA7-6619E5B2F0FF}"/>
                </a:ext>
              </a:extLst>
            </p:cNvPr>
            <p:cNvSpPr/>
            <p:nvPr/>
          </p:nvSpPr>
          <p:spPr>
            <a:xfrm>
              <a:off x="4464775" y="3976800"/>
              <a:ext cx="395250" cy="225875"/>
            </a:xfrm>
            <a:custGeom>
              <a:avLst/>
              <a:gdLst/>
              <a:ahLst/>
              <a:cxnLst/>
              <a:rect l="l" t="t" r="r" b="b"/>
              <a:pathLst>
                <a:path w="15810" h="9035" extrusionOk="0">
                  <a:moveTo>
                    <a:pt x="564" y="1"/>
                  </a:moveTo>
                  <a:cubicBezTo>
                    <a:pt x="254" y="1"/>
                    <a:pt x="1" y="251"/>
                    <a:pt x="1" y="564"/>
                  </a:cubicBezTo>
                  <a:cubicBezTo>
                    <a:pt x="1" y="3930"/>
                    <a:pt x="1157" y="7026"/>
                    <a:pt x="3075" y="9035"/>
                  </a:cubicBezTo>
                  <a:lnTo>
                    <a:pt x="12735" y="9035"/>
                  </a:lnTo>
                  <a:cubicBezTo>
                    <a:pt x="14654" y="7026"/>
                    <a:pt x="15810" y="3930"/>
                    <a:pt x="15810" y="564"/>
                  </a:cubicBezTo>
                  <a:cubicBezTo>
                    <a:pt x="15810" y="251"/>
                    <a:pt x="15557" y="1"/>
                    <a:pt x="152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EADD6015-4950-4190-9F97-90ADFBA685FF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6193" y="2065023"/>
            <a:ext cx="6875455" cy="1831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421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4"/>
          <p:cNvSpPr txBox="1">
            <a:spLocks noGrp="1"/>
          </p:cNvSpPr>
          <p:nvPr>
            <p:ph type="ctrTitle"/>
          </p:nvPr>
        </p:nvSpPr>
        <p:spPr>
          <a:xfrm>
            <a:off x="151761" y="1365844"/>
            <a:ext cx="1766403" cy="79694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 dirty="0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  <a:t>PENGKODEAN</a:t>
            </a:r>
            <a:br>
              <a:rPr lang="es" sz="2000" dirty="0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</a:br>
            <a:r>
              <a:rPr lang="es" sz="2000" dirty="0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  <a:t>SYSTEM</a:t>
            </a:r>
            <a:endParaRPr sz="2000" dirty="0">
              <a:solidFill>
                <a:srgbClr val="48FFD5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5" name="Google Shape;270;p24">
            <a:extLst>
              <a:ext uri="{FF2B5EF4-FFF2-40B4-BE49-F238E27FC236}">
                <a16:creationId xmlns:a16="http://schemas.microsoft.com/office/drawing/2014/main" id="{826F4B58-B400-4659-B4CE-1684508A8953}"/>
              </a:ext>
            </a:extLst>
          </p:cNvPr>
          <p:cNvSpPr txBox="1">
            <a:spLocks/>
          </p:cNvSpPr>
          <p:nvPr/>
        </p:nvSpPr>
        <p:spPr>
          <a:xfrm>
            <a:off x="1646193" y="4446317"/>
            <a:ext cx="6935189" cy="525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oboto Black"/>
              <a:buNone/>
              <a:defRPr sz="3600" b="0" i="0" u="none" strike="noStrike" cap="none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9pPr>
          </a:lstStyle>
          <a:p>
            <a:pPr algn="ctr"/>
            <a:r>
              <a:rPr lang="en-US" sz="2000" dirty="0" err="1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  <a:t>Tampilan</a:t>
            </a:r>
            <a:r>
              <a:rPr lang="en-US" sz="2000" dirty="0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  <a:t> </a:t>
            </a:r>
            <a:r>
              <a:rPr lang="en-US" sz="2000" dirty="0" err="1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  <a:t>Pencarian</a:t>
            </a:r>
            <a:r>
              <a:rPr lang="en-US" sz="2000" dirty="0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  <a:t> </a:t>
            </a:r>
            <a:r>
              <a:rPr lang="en-US" sz="2000" dirty="0" err="1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  <a:t>Pengaduan</a:t>
            </a:r>
            <a:endParaRPr lang="en-US" sz="2000" dirty="0">
              <a:solidFill>
                <a:schemeClr val="accent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grpSp>
        <p:nvGrpSpPr>
          <p:cNvPr id="30" name="Google Shape;6112;p52">
            <a:extLst>
              <a:ext uri="{FF2B5EF4-FFF2-40B4-BE49-F238E27FC236}">
                <a16:creationId xmlns:a16="http://schemas.microsoft.com/office/drawing/2014/main" id="{4242C9B3-416D-4F66-94F9-B3F98CC371D5}"/>
              </a:ext>
            </a:extLst>
          </p:cNvPr>
          <p:cNvGrpSpPr/>
          <p:nvPr/>
        </p:nvGrpSpPr>
        <p:grpSpPr>
          <a:xfrm>
            <a:off x="620986" y="968837"/>
            <a:ext cx="346347" cy="339623"/>
            <a:chOff x="1490050" y="3805975"/>
            <a:chExt cx="491900" cy="482350"/>
          </a:xfrm>
          <a:solidFill>
            <a:schemeClr val="accent6"/>
          </a:solidFill>
        </p:grpSpPr>
        <p:sp>
          <p:nvSpPr>
            <p:cNvPr id="31" name="Google Shape;6113;p52">
              <a:extLst>
                <a:ext uri="{FF2B5EF4-FFF2-40B4-BE49-F238E27FC236}">
                  <a16:creationId xmlns:a16="http://schemas.microsoft.com/office/drawing/2014/main" id="{11609D5E-D4DF-47AE-85C3-093C27A5AC44}"/>
                </a:ext>
              </a:extLst>
            </p:cNvPr>
            <p:cNvSpPr/>
            <p:nvPr/>
          </p:nvSpPr>
          <p:spPr>
            <a:xfrm>
              <a:off x="1541775" y="3877050"/>
              <a:ext cx="302500" cy="277225"/>
            </a:xfrm>
            <a:custGeom>
              <a:avLst/>
              <a:gdLst/>
              <a:ahLst/>
              <a:cxnLst/>
              <a:rect l="l" t="t" r="r" b="b"/>
              <a:pathLst>
                <a:path w="12100" h="11089" extrusionOk="0">
                  <a:moveTo>
                    <a:pt x="10512" y="1"/>
                  </a:moveTo>
                  <a:lnTo>
                    <a:pt x="0" y="10513"/>
                  </a:lnTo>
                  <a:cubicBezTo>
                    <a:pt x="207" y="10475"/>
                    <a:pt x="415" y="10456"/>
                    <a:pt x="622" y="10456"/>
                  </a:cubicBezTo>
                  <a:cubicBezTo>
                    <a:pt x="1327" y="10456"/>
                    <a:pt x="2020" y="10674"/>
                    <a:pt x="2602" y="11088"/>
                  </a:cubicBezTo>
                  <a:lnTo>
                    <a:pt x="12099" y="1588"/>
                  </a:lnTo>
                  <a:lnTo>
                    <a:pt x="105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2" name="Google Shape;6114;p52">
              <a:extLst>
                <a:ext uri="{FF2B5EF4-FFF2-40B4-BE49-F238E27FC236}">
                  <a16:creationId xmlns:a16="http://schemas.microsoft.com/office/drawing/2014/main" id="{59ED7026-E90B-4C60-BA0D-9CA344A6C55D}"/>
                </a:ext>
              </a:extLst>
            </p:cNvPr>
            <p:cNvSpPr/>
            <p:nvPr/>
          </p:nvSpPr>
          <p:spPr>
            <a:xfrm>
              <a:off x="1824450" y="3805975"/>
              <a:ext cx="157500" cy="150525"/>
            </a:xfrm>
            <a:custGeom>
              <a:avLst/>
              <a:gdLst/>
              <a:ahLst/>
              <a:cxnLst/>
              <a:rect l="l" t="t" r="r" b="b"/>
              <a:pathLst>
                <a:path w="6300" h="6021" extrusionOk="0">
                  <a:moveTo>
                    <a:pt x="3211" y="0"/>
                  </a:moveTo>
                  <a:cubicBezTo>
                    <a:pt x="2484" y="0"/>
                    <a:pt x="1758" y="281"/>
                    <a:pt x="1208" y="841"/>
                  </a:cubicBezTo>
                  <a:lnTo>
                    <a:pt x="0" y="2049"/>
                  </a:lnTo>
                  <a:lnTo>
                    <a:pt x="3972" y="6021"/>
                  </a:lnTo>
                  <a:lnTo>
                    <a:pt x="5180" y="4813"/>
                  </a:lnTo>
                  <a:cubicBezTo>
                    <a:pt x="6294" y="3717"/>
                    <a:pt x="6300" y="1925"/>
                    <a:pt x="5198" y="823"/>
                  </a:cubicBezTo>
                  <a:cubicBezTo>
                    <a:pt x="4649" y="274"/>
                    <a:pt x="3930" y="0"/>
                    <a:pt x="32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3" name="Google Shape;6115;p52">
              <a:extLst>
                <a:ext uri="{FF2B5EF4-FFF2-40B4-BE49-F238E27FC236}">
                  <a16:creationId xmlns:a16="http://schemas.microsoft.com/office/drawing/2014/main" id="{A35A982C-2D4F-4CB8-B29F-2E416F5AFF55}"/>
                </a:ext>
              </a:extLst>
            </p:cNvPr>
            <p:cNvSpPr/>
            <p:nvPr/>
          </p:nvSpPr>
          <p:spPr>
            <a:xfrm>
              <a:off x="1626675" y="3936600"/>
              <a:ext cx="277225" cy="302600"/>
            </a:xfrm>
            <a:custGeom>
              <a:avLst/>
              <a:gdLst/>
              <a:ahLst/>
              <a:cxnLst/>
              <a:rect l="l" t="t" r="r" b="b"/>
              <a:pathLst>
                <a:path w="11089" h="12104" extrusionOk="0">
                  <a:moveTo>
                    <a:pt x="9501" y="1"/>
                  </a:moveTo>
                  <a:lnTo>
                    <a:pt x="1" y="9501"/>
                  </a:lnTo>
                  <a:cubicBezTo>
                    <a:pt x="537" y="10254"/>
                    <a:pt x="745" y="11194"/>
                    <a:pt x="576" y="12103"/>
                  </a:cubicBezTo>
                  <a:lnTo>
                    <a:pt x="11088" y="1591"/>
                  </a:lnTo>
                  <a:lnTo>
                    <a:pt x="950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4" name="Google Shape;6116;p52">
              <a:extLst>
                <a:ext uri="{FF2B5EF4-FFF2-40B4-BE49-F238E27FC236}">
                  <a16:creationId xmlns:a16="http://schemas.microsoft.com/office/drawing/2014/main" id="{196F6B18-F506-4B4E-A071-E20ACFB5D390}"/>
                </a:ext>
              </a:extLst>
            </p:cNvPr>
            <p:cNvSpPr/>
            <p:nvPr/>
          </p:nvSpPr>
          <p:spPr>
            <a:xfrm>
              <a:off x="1490050" y="4166500"/>
              <a:ext cx="129950" cy="121825"/>
            </a:xfrm>
            <a:custGeom>
              <a:avLst/>
              <a:gdLst/>
              <a:ahLst/>
              <a:cxnLst/>
              <a:rect l="l" t="t" r="r" b="b"/>
              <a:pathLst>
                <a:path w="5198" h="4873" extrusionOk="0">
                  <a:moveTo>
                    <a:pt x="2693" y="0"/>
                  </a:moveTo>
                  <a:cubicBezTo>
                    <a:pt x="2243" y="0"/>
                    <a:pt x="1790" y="133"/>
                    <a:pt x="1398" y="405"/>
                  </a:cubicBezTo>
                  <a:lnTo>
                    <a:pt x="1398" y="402"/>
                  </a:lnTo>
                  <a:lnTo>
                    <a:pt x="741" y="2446"/>
                  </a:lnTo>
                  <a:lnTo>
                    <a:pt x="139" y="4118"/>
                  </a:lnTo>
                  <a:cubicBezTo>
                    <a:pt x="0" y="4500"/>
                    <a:pt x="295" y="4872"/>
                    <a:pt x="664" y="4872"/>
                  </a:cubicBezTo>
                  <a:cubicBezTo>
                    <a:pt x="727" y="4872"/>
                    <a:pt x="793" y="4861"/>
                    <a:pt x="859" y="4837"/>
                  </a:cubicBezTo>
                  <a:lnTo>
                    <a:pt x="2530" y="4235"/>
                  </a:lnTo>
                  <a:lnTo>
                    <a:pt x="4574" y="3579"/>
                  </a:lnTo>
                  <a:cubicBezTo>
                    <a:pt x="5198" y="2672"/>
                    <a:pt x="5086" y="1450"/>
                    <a:pt x="4306" y="670"/>
                  </a:cubicBezTo>
                  <a:cubicBezTo>
                    <a:pt x="3866" y="228"/>
                    <a:pt x="3282" y="0"/>
                    <a:pt x="269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35" name="Google Shape;6129;p52">
            <a:extLst>
              <a:ext uri="{FF2B5EF4-FFF2-40B4-BE49-F238E27FC236}">
                <a16:creationId xmlns:a16="http://schemas.microsoft.com/office/drawing/2014/main" id="{4E8D1AE9-D5D3-4153-AD8C-91034433756A}"/>
              </a:ext>
            </a:extLst>
          </p:cNvPr>
          <p:cNvGrpSpPr/>
          <p:nvPr/>
        </p:nvGrpSpPr>
        <p:grpSpPr>
          <a:xfrm>
            <a:off x="1150434" y="968824"/>
            <a:ext cx="336296" cy="339235"/>
            <a:chOff x="4464775" y="3806475"/>
            <a:chExt cx="477625" cy="481800"/>
          </a:xfrm>
          <a:solidFill>
            <a:schemeClr val="accent6"/>
          </a:solidFill>
        </p:grpSpPr>
        <p:sp>
          <p:nvSpPr>
            <p:cNvPr id="36" name="Google Shape;6130;p52">
              <a:extLst>
                <a:ext uri="{FF2B5EF4-FFF2-40B4-BE49-F238E27FC236}">
                  <a16:creationId xmlns:a16="http://schemas.microsoft.com/office/drawing/2014/main" id="{2AB43A0A-5026-4A23-834F-AF469F1DAD51}"/>
                </a:ext>
              </a:extLst>
            </p:cNvPr>
            <p:cNvSpPr/>
            <p:nvPr/>
          </p:nvSpPr>
          <p:spPr>
            <a:xfrm>
              <a:off x="4726375" y="3806475"/>
              <a:ext cx="56500" cy="141125"/>
            </a:xfrm>
            <a:custGeom>
              <a:avLst/>
              <a:gdLst/>
              <a:ahLst/>
              <a:cxnLst/>
              <a:rect l="l" t="t" r="r" b="b"/>
              <a:pathLst>
                <a:path w="2260" h="5645" extrusionOk="0">
                  <a:moveTo>
                    <a:pt x="1133" y="1"/>
                  </a:moveTo>
                  <a:cubicBezTo>
                    <a:pt x="978" y="1"/>
                    <a:pt x="823" y="64"/>
                    <a:pt x="712" y="189"/>
                  </a:cubicBezTo>
                  <a:cubicBezTo>
                    <a:pt x="504" y="421"/>
                    <a:pt x="522" y="776"/>
                    <a:pt x="754" y="984"/>
                  </a:cubicBezTo>
                  <a:cubicBezTo>
                    <a:pt x="832" y="1056"/>
                    <a:pt x="1130" y="1385"/>
                    <a:pt x="1130" y="1695"/>
                  </a:cubicBezTo>
                  <a:cubicBezTo>
                    <a:pt x="1130" y="1990"/>
                    <a:pt x="850" y="2315"/>
                    <a:pt x="754" y="2402"/>
                  </a:cubicBezTo>
                  <a:cubicBezTo>
                    <a:pt x="678" y="2472"/>
                    <a:pt x="1" y="3101"/>
                    <a:pt x="1" y="3953"/>
                  </a:cubicBezTo>
                  <a:cubicBezTo>
                    <a:pt x="1" y="4802"/>
                    <a:pt x="675" y="5432"/>
                    <a:pt x="754" y="5501"/>
                  </a:cubicBezTo>
                  <a:cubicBezTo>
                    <a:pt x="861" y="5597"/>
                    <a:pt x="995" y="5644"/>
                    <a:pt x="1128" y="5644"/>
                  </a:cubicBezTo>
                  <a:cubicBezTo>
                    <a:pt x="1283" y="5644"/>
                    <a:pt x="1437" y="5580"/>
                    <a:pt x="1549" y="5456"/>
                  </a:cubicBezTo>
                  <a:cubicBezTo>
                    <a:pt x="1757" y="5224"/>
                    <a:pt x="1735" y="4869"/>
                    <a:pt x="1507" y="4661"/>
                  </a:cubicBezTo>
                  <a:cubicBezTo>
                    <a:pt x="1428" y="4588"/>
                    <a:pt x="1130" y="4260"/>
                    <a:pt x="1130" y="3950"/>
                  </a:cubicBezTo>
                  <a:cubicBezTo>
                    <a:pt x="1130" y="3655"/>
                    <a:pt x="1410" y="3330"/>
                    <a:pt x="1507" y="3242"/>
                  </a:cubicBezTo>
                  <a:cubicBezTo>
                    <a:pt x="1585" y="3173"/>
                    <a:pt x="2259" y="2544"/>
                    <a:pt x="2259" y="1692"/>
                  </a:cubicBezTo>
                  <a:cubicBezTo>
                    <a:pt x="2259" y="842"/>
                    <a:pt x="1585" y="213"/>
                    <a:pt x="1507" y="144"/>
                  </a:cubicBezTo>
                  <a:cubicBezTo>
                    <a:pt x="1399" y="48"/>
                    <a:pt x="1266" y="1"/>
                    <a:pt x="11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7" name="Google Shape;6131;p52">
              <a:extLst>
                <a:ext uri="{FF2B5EF4-FFF2-40B4-BE49-F238E27FC236}">
                  <a16:creationId xmlns:a16="http://schemas.microsoft.com/office/drawing/2014/main" id="{DC1FA845-5EB4-4183-AC92-FE3D1DF03E84}"/>
                </a:ext>
              </a:extLst>
            </p:cNvPr>
            <p:cNvSpPr/>
            <p:nvPr/>
          </p:nvSpPr>
          <p:spPr>
            <a:xfrm>
              <a:off x="4641700" y="3806475"/>
              <a:ext cx="56475" cy="141125"/>
            </a:xfrm>
            <a:custGeom>
              <a:avLst/>
              <a:gdLst/>
              <a:ahLst/>
              <a:cxnLst/>
              <a:rect l="l" t="t" r="r" b="b"/>
              <a:pathLst>
                <a:path w="2259" h="5645" extrusionOk="0">
                  <a:moveTo>
                    <a:pt x="1132" y="1"/>
                  </a:moveTo>
                  <a:cubicBezTo>
                    <a:pt x="977" y="1"/>
                    <a:pt x="823" y="64"/>
                    <a:pt x="711" y="189"/>
                  </a:cubicBezTo>
                  <a:cubicBezTo>
                    <a:pt x="503" y="421"/>
                    <a:pt x="521" y="776"/>
                    <a:pt x="753" y="984"/>
                  </a:cubicBezTo>
                  <a:cubicBezTo>
                    <a:pt x="831" y="1056"/>
                    <a:pt x="1130" y="1385"/>
                    <a:pt x="1130" y="1695"/>
                  </a:cubicBezTo>
                  <a:cubicBezTo>
                    <a:pt x="1130" y="1990"/>
                    <a:pt x="849" y="2315"/>
                    <a:pt x="753" y="2402"/>
                  </a:cubicBezTo>
                  <a:cubicBezTo>
                    <a:pt x="678" y="2472"/>
                    <a:pt x="0" y="3101"/>
                    <a:pt x="0" y="3953"/>
                  </a:cubicBezTo>
                  <a:cubicBezTo>
                    <a:pt x="0" y="4802"/>
                    <a:pt x="675" y="5432"/>
                    <a:pt x="753" y="5501"/>
                  </a:cubicBezTo>
                  <a:cubicBezTo>
                    <a:pt x="860" y="5597"/>
                    <a:pt x="994" y="5644"/>
                    <a:pt x="1127" y="5644"/>
                  </a:cubicBezTo>
                  <a:cubicBezTo>
                    <a:pt x="1282" y="5644"/>
                    <a:pt x="1436" y="5580"/>
                    <a:pt x="1548" y="5456"/>
                  </a:cubicBezTo>
                  <a:cubicBezTo>
                    <a:pt x="1756" y="5224"/>
                    <a:pt x="1735" y="4869"/>
                    <a:pt x="1506" y="4661"/>
                  </a:cubicBezTo>
                  <a:cubicBezTo>
                    <a:pt x="1428" y="4588"/>
                    <a:pt x="1130" y="4260"/>
                    <a:pt x="1130" y="3950"/>
                  </a:cubicBezTo>
                  <a:cubicBezTo>
                    <a:pt x="1130" y="3655"/>
                    <a:pt x="1410" y="3330"/>
                    <a:pt x="1506" y="3242"/>
                  </a:cubicBezTo>
                  <a:cubicBezTo>
                    <a:pt x="1581" y="3173"/>
                    <a:pt x="2259" y="2544"/>
                    <a:pt x="2259" y="1692"/>
                  </a:cubicBezTo>
                  <a:cubicBezTo>
                    <a:pt x="2259" y="842"/>
                    <a:pt x="1581" y="213"/>
                    <a:pt x="1506" y="144"/>
                  </a:cubicBezTo>
                  <a:cubicBezTo>
                    <a:pt x="1399" y="48"/>
                    <a:pt x="1265" y="1"/>
                    <a:pt x="11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8" name="Google Shape;6132;p52">
              <a:extLst>
                <a:ext uri="{FF2B5EF4-FFF2-40B4-BE49-F238E27FC236}">
                  <a16:creationId xmlns:a16="http://schemas.microsoft.com/office/drawing/2014/main" id="{7E59AEB5-98E4-46AE-BC74-EEE2BE6432FD}"/>
                </a:ext>
              </a:extLst>
            </p:cNvPr>
            <p:cNvSpPr/>
            <p:nvPr/>
          </p:nvSpPr>
          <p:spPr>
            <a:xfrm>
              <a:off x="4557000" y="3806475"/>
              <a:ext cx="56500" cy="141125"/>
            </a:xfrm>
            <a:custGeom>
              <a:avLst/>
              <a:gdLst/>
              <a:ahLst/>
              <a:cxnLst/>
              <a:rect l="l" t="t" r="r" b="b"/>
              <a:pathLst>
                <a:path w="2260" h="5645" extrusionOk="0">
                  <a:moveTo>
                    <a:pt x="1132" y="1"/>
                  </a:moveTo>
                  <a:cubicBezTo>
                    <a:pt x="977" y="1"/>
                    <a:pt x="823" y="64"/>
                    <a:pt x="711" y="189"/>
                  </a:cubicBezTo>
                  <a:cubicBezTo>
                    <a:pt x="504" y="421"/>
                    <a:pt x="522" y="776"/>
                    <a:pt x="753" y="984"/>
                  </a:cubicBezTo>
                  <a:cubicBezTo>
                    <a:pt x="832" y="1056"/>
                    <a:pt x="1130" y="1385"/>
                    <a:pt x="1130" y="1695"/>
                  </a:cubicBezTo>
                  <a:cubicBezTo>
                    <a:pt x="1130" y="1990"/>
                    <a:pt x="850" y="2315"/>
                    <a:pt x="753" y="2402"/>
                  </a:cubicBezTo>
                  <a:cubicBezTo>
                    <a:pt x="678" y="2472"/>
                    <a:pt x="1" y="3101"/>
                    <a:pt x="1" y="3953"/>
                  </a:cubicBezTo>
                  <a:cubicBezTo>
                    <a:pt x="1" y="4802"/>
                    <a:pt x="675" y="5432"/>
                    <a:pt x="753" y="5501"/>
                  </a:cubicBezTo>
                  <a:cubicBezTo>
                    <a:pt x="861" y="5597"/>
                    <a:pt x="994" y="5644"/>
                    <a:pt x="1127" y="5644"/>
                  </a:cubicBezTo>
                  <a:cubicBezTo>
                    <a:pt x="1282" y="5644"/>
                    <a:pt x="1437" y="5580"/>
                    <a:pt x="1548" y="5456"/>
                  </a:cubicBezTo>
                  <a:cubicBezTo>
                    <a:pt x="1756" y="5224"/>
                    <a:pt x="1735" y="4869"/>
                    <a:pt x="1506" y="4661"/>
                  </a:cubicBezTo>
                  <a:cubicBezTo>
                    <a:pt x="1428" y="4588"/>
                    <a:pt x="1130" y="4260"/>
                    <a:pt x="1130" y="3950"/>
                  </a:cubicBezTo>
                  <a:cubicBezTo>
                    <a:pt x="1130" y="3655"/>
                    <a:pt x="1410" y="3330"/>
                    <a:pt x="1506" y="3242"/>
                  </a:cubicBezTo>
                  <a:cubicBezTo>
                    <a:pt x="1582" y="3173"/>
                    <a:pt x="2259" y="2544"/>
                    <a:pt x="2259" y="1692"/>
                  </a:cubicBezTo>
                  <a:cubicBezTo>
                    <a:pt x="2259" y="842"/>
                    <a:pt x="1582" y="213"/>
                    <a:pt x="1506" y="144"/>
                  </a:cubicBezTo>
                  <a:cubicBezTo>
                    <a:pt x="1399" y="48"/>
                    <a:pt x="1265" y="1"/>
                    <a:pt x="11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9" name="Google Shape;6133;p52">
              <a:extLst>
                <a:ext uri="{FF2B5EF4-FFF2-40B4-BE49-F238E27FC236}">
                  <a16:creationId xmlns:a16="http://schemas.microsoft.com/office/drawing/2014/main" id="{D05984B2-DD18-465C-A46E-2AF8768F5A6A}"/>
                </a:ext>
              </a:extLst>
            </p:cNvPr>
            <p:cNvSpPr/>
            <p:nvPr/>
          </p:nvSpPr>
          <p:spPr>
            <a:xfrm>
              <a:off x="4464775" y="4230875"/>
              <a:ext cx="395250" cy="57400"/>
            </a:xfrm>
            <a:custGeom>
              <a:avLst/>
              <a:gdLst/>
              <a:ahLst/>
              <a:cxnLst/>
              <a:rect l="l" t="t" r="r" b="b"/>
              <a:pathLst>
                <a:path w="15810" h="2296" extrusionOk="0">
                  <a:moveTo>
                    <a:pt x="567" y="1"/>
                  </a:moveTo>
                  <a:cubicBezTo>
                    <a:pt x="254" y="1"/>
                    <a:pt x="1" y="251"/>
                    <a:pt x="1" y="564"/>
                  </a:cubicBezTo>
                  <a:cubicBezTo>
                    <a:pt x="1" y="877"/>
                    <a:pt x="254" y="1130"/>
                    <a:pt x="567" y="1130"/>
                  </a:cubicBezTo>
                  <a:lnTo>
                    <a:pt x="1910" y="1130"/>
                  </a:lnTo>
                  <a:lnTo>
                    <a:pt x="2006" y="1359"/>
                  </a:lnTo>
                  <a:cubicBezTo>
                    <a:pt x="2291" y="1932"/>
                    <a:pt x="2875" y="2295"/>
                    <a:pt x="3516" y="2295"/>
                  </a:cubicBezTo>
                  <a:cubicBezTo>
                    <a:pt x="3519" y="2295"/>
                    <a:pt x="3521" y="2295"/>
                    <a:pt x="3524" y="2295"/>
                  </a:cubicBezTo>
                  <a:lnTo>
                    <a:pt x="12290" y="2295"/>
                  </a:lnTo>
                  <a:cubicBezTo>
                    <a:pt x="12292" y="2295"/>
                    <a:pt x="12295" y="2295"/>
                    <a:pt x="12298" y="2295"/>
                  </a:cubicBezTo>
                  <a:cubicBezTo>
                    <a:pt x="12936" y="2295"/>
                    <a:pt x="13520" y="1932"/>
                    <a:pt x="13804" y="1359"/>
                  </a:cubicBezTo>
                  <a:lnTo>
                    <a:pt x="13901" y="1130"/>
                  </a:lnTo>
                  <a:lnTo>
                    <a:pt x="15247" y="1130"/>
                  </a:lnTo>
                  <a:cubicBezTo>
                    <a:pt x="15557" y="1130"/>
                    <a:pt x="15810" y="877"/>
                    <a:pt x="15810" y="564"/>
                  </a:cubicBezTo>
                  <a:cubicBezTo>
                    <a:pt x="15810" y="251"/>
                    <a:pt x="15557" y="1"/>
                    <a:pt x="152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0" name="Google Shape;6134;p52">
              <a:extLst>
                <a:ext uri="{FF2B5EF4-FFF2-40B4-BE49-F238E27FC236}">
                  <a16:creationId xmlns:a16="http://schemas.microsoft.com/office/drawing/2014/main" id="{635B9F2C-E452-43B0-AF55-E18163A8BF12}"/>
                </a:ext>
              </a:extLst>
            </p:cNvPr>
            <p:cNvSpPr/>
            <p:nvPr/>
          </p:nvSpPr>
          <p:spPr>
            <a:xfrm>
              <a:off x="4840675" y="4007300"/>
              <a:ext cx="101725" cy="166025"/>
            </a:xfrm>
            <a:custGeom>
              <a:avLst/>
              <a:gdLst/>
              <a:ahLst/>
              <a:cxnLst/>
              <a:rect l="l" t="t" r="r" b="b"/>
              <a:pathLst>
                <a:path w="4069" h="6641" extrusionOk="0">
                  <a:moveTo>
                    <a:pt x="1870" y="0"/>
                  </a:moveTo>
                  <a:cubicBezTo>
                    <a:pt x="1852" y="380"/>
                    <a:pt x="1837" y="759"/>
                    <a:pt x="1795" y="1130"/>
                  </a:cubicBezTo>
                  <a:cubicBezTo>
                    <a:pt x="1927" y="1181"/>
                    <a:pt x="2048" y="1256"/>
                    <a:pt x="2150" y="1355"/>
                  </a:cubicBezTo>
                  <a:cubicBezTo>
                    <a:pt x="2800" y="2006"/>
                    <a:pt x="2433" y="3469"/>
                    <a:pt x="1352" y="4550"/>
                  </a:cubicBezTo>
                  <a:cubicBezTo>
                    <a:pt x="1177" y="4722"/>
                    <a:pt x="991" y="4879"/>
                    <a:pt x="792" y="5017"/>
                  </a:cubicBezTo>
                  <a:cubicBezTo>
                    <a:pt x="566" y="5577"/>
                    <a:pt x="301" y="6119"/>
                    <a:pt x="0" y="6640"/>
                  </a:cubicBezTo>
                  <a:cubicBezTo>
                    <a:pt x="747" y="6429"/>
                    <a:pt x="1506" y="5993"/>
                    <a:pt x="2150" y="5348"/>
                  </a:cubicBezTo>
                  <a:cubicBezTo>
                    <a:pt x="3716" y="3782"/>
                    <a:pt x="4068" y="1678"/>
                    <a:pt x="2948" y="557"/>
                  </a:cubicBezTo>
                  <a:cubicBezTo>
                    <a:pt x="2656" y="268"/>
                    <a:pt x="2280" y="97"/>
                    <a:pt x="18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1" name="Google Shape;6135;p52">
              <a:extLst>
                <a:ext uri="{FF2B5EF4-FFF2-40B4-BE49-F238E27FC236}">
                  <a16:creationId xmlns:a16="http://schemas.microsoft.com/office/drawing/2014/main" id="{040A4CFE-8B79-4E5D-8AA7-6619E5B2F0FF}"/>
                </a:ext>
              </a:extLst>
            </p:cNvPr>
            <p:cNvSpPr/>
            <p:nvPr/>
          </p:nvSpPr>
          <p:spPr>
            <a:xfrm>
              <a:off x="4464775" y="3976800"/>
              <a:ext cx="395250" cy="225875"/>
            </a:xfrm>
            <a:custGeom>
              <a:avLst/>
              <a:gdLst/>
              <a:ahLst/>
              <a:cxnLst/>
              <a:rect l="l" t="t" r="r" b="b"/>
              <a:pathLst>
                <a:path w="15810" h="9035" extrusionOk="0">
                  <a:moveTo>
                    <a:pt x="564" y="1"/>
                  </a:moveTo>
                  <a:cubicBezTo>
                    <a:pt x="254" y="1"/>
                    <a:pt x="1" y="251"/>
                    <a:pt x="1" y="564"/>
                  </a:cubicBezTo>
                  <a:cubicBezTo>
                    <a:pt x="1" y="3930"/>
                    <a:pt x="1157" y="7026"/>
                    <a:pt x="3075" y="9035"/>
                  </a:cubicBezTo>
                  <a:lnTo>
                    <a:pt x="12735" y="9035"/>
                  </a:lnTo>
                  <a:cubicBezTo>
                    <a:pt x="14654" y="7026"/>
                    <a:pt x="15810" y="3930"/>
                    <a:pt x="15810" y="564"/>
                  </a:cubicBezTo>
                  <a:cubicBezTo>
                    <a:pt x="15810" y="251"/>
                    <a:pt x="15557" y="1"/>
                    <a:pt x="152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E29CD75D-7963-43A9-B6D4-4D50AF48B880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7942" y="1197512"/>
            <a:ext cx="6085805" cy="3248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7864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4"/>
          <p:cNvSpPr txBox="1">
            <a:spLocks noGrp="1"/>
          </p:cNvSpPr>
          <p:nvPr>
            <p:ph type="ctrTitle"/>
          </p:nvPr>
        </p:nvSpPr>
        <p:spPr>
          <a:xfrm>
            <a:off x="151761" y="1365844"/>
            <a:ext cx="1766403" cy="79694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 dirty="0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  <a:t>PENGKODEAN</a:t>
            </a:r>
            <a:br>
              <a:rPr lang="es" sz="2000" dirty="0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</a:br>
            <a:r>
              <a:rPr lang="es" sz="2000" dirty="0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  <a:t>SYSTEM</a:t>
            </a:r>
            <a:endParaRPr sz="2000" dirty="0">
              <a:solidFill>
                <a:srgbClr val="48FFD5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5" name="Google Shape;270;p24">
            <a:extLst>
              <a:ext uri="{FF2B5EF4-FFF2-40B4-BE49-F238E27FC236}">
                <a16:creationId xmlns:a16="http://schemas.microsoft.com/office/drawing/2014/main" id="{826F4B58-B400-4659-B4CE-1684508A8953}"/>
              </a:ext>
            </a:extLst>
          </p:cNvPr>
          <p:cNvSpPr txBox="1">
            <a:spLocks/>
          </p:cNvSpPr>
          <p:nvPr/>
        </p:nvSpPr>
        <p:spPr>
          <a:xfrm>
            <a:off x="1646193" y="4446317"/>
            <a:ext cx="6935189" cy="525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oboto Black"/>
              <a:buNone/>
              <a:defRPr sz="3600" b="0" i="0" u="none" strike="noStrike" cap="none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9pPr>
          </a:lstStyle>
          <a:p>
            <a:pPr algn="ctr"/>
            <a:r>
              <a:rPr lang="en-US" sz="2000" dirty="0" err="1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  <a:t>Tampilan</a:t>
            </a:r>
            <a:r>
              <a:rPr lang="en-US" sz="2000" dirty="0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  <a:t> </a:t>
            </a:r>
            <a:r>
              <a:rPr lang="en-US" sz="2000" dirty="0" err="1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  <a:t>Membuat</a:t>
            </a:r>
            <a:r>
              <a:rPr lang="en-US" sz="2000" dirty="0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  <a:t> </a:t>
            </a:r>
            <a:r>
              <a:rPr lang="en-US" sz="2000" dirty="0" err="1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  <a:t>Pengaduan</a:t>
            </a:r>
            <a:endParaRPr lang="en-US" sz="2000" dirty="0">
              <a:solidFill>
                <a:schemeClr val="accent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grpSp>
        <p:nvGrpSpPr>
          <p:cNvPr id="30" name="Google Shape;6112;p52">
            <a:extLst>
              <a:ext uri="{FF2B5EF4-FFF2-40B4-BE49-F238E27FC236}">
                <a16:creationId xmlns:a16="http://schemas.microsoft.com/office/drawing/2014/main" id="{4242C9B3-416D-4F66-94F9-B3F98CC371D5}"/>
              </a:ext>
            </a:extLst>
          </p:cNvPr>
          <p:cNvGrpSpPr/>
          <p:nvPr/>
        </p:nvGrpSpPr>
        <p:grpSpPr>
          <a:xfrm>
            <a:off x="620986" y="968837"/>
            <a:ext cx="346347" cy="339623"/>
            <a:chOff x="1490050" y="3805975"/>
            <a:chExt cx="491900" cy="482350"/>
          </a:xfrm>
          <a:solidFill>
            <a:schemeClr val="accent6"/>
          </a:solidFill>
        </p:grpSpPr>
        <p:sp>
          <p:nvSpPr>
            <p:cNvPr id="31" name="Google Shape;6113;p52">
              <a:extLst>
                <a:ext uri="{FF2B5EF4-FFF2-40B4-BE49-F238E27FC236}">
                  <a16:creationId xmlns:a16="http://schemas.microsoft.com/office/drawing/2014/main" id="{11609D5E-D4DF-47AE-85C3-093C27A5AC44}"/>
                </a:ext>
              </a:extLst>
            </p:cNvPr>
            <p:cNvSpPr/>
            <p:nvPr/>
          </p:nvSpPr>
          <p:spPr>
            <a:xfrm>
              <a:off x="1541775" y="3877050"/>
              <a:ext cx="302500" cy="277225"/>
            </a:xfrm>
            <a:custGeom>
              <a:avLst/>
              <a:gdLst/>
              <a:ahLst/>
              <a:cxnLst/>
              <a:rect l="l" t="t" r="r" b="b"/>
              <a:pathLst>
                <a:path w="12100" h="11089" extrusionOk="0">
                  <a:moveTo>
                    <a:pt x="10512" y="1"/>
                  </a:moveTo>
                  <a:lnTo>
                    <a:pt x="0" y="10513"/>
                  </a:lnTo>
                  <a:cubicBezTo>
                    <a:pt x="207" y="10475"/>
                    <a:pt x="415" y="10456"/>
                    <a:pt x="622" y="10456"/>
                  </a:cubicBezTo>
                  <a:cubicBezTo>
                    <a:pt x="1327" y="10456"/>
                    <a:pt x="2020" y="10674"/>
                    <a:pt x="2602" y="11088"/>
                  </a:cubicBezTo>
                  <a:lnTo>
                    <a:pt x="12099" y="1588"/>
                  </a:lnTo>
                  <a:lnTo>
                    <a:pt x="105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2" name="Google Shape;6114;p52">
              <a:extLst>
                <a:ext uri="{FF2B5EF4-FFF2-40B4-BE49-F238E27FC236}">
                  <a16:creationId xmlns:a16="http://schemas.microsoft.com/office/drawing/2014/main" id="{59ED7026-E90B-4C60-BA0D-9CA344A6C55D}"/>
                </a:ext>
              </a:extLst>
            </p:cNvPr>
            <p:cNvSpPr/>
            <p:nvPr/>
          </p:nvSpPr>
          <p:spPr>
            <a:xfrm>
              <a:off x="1824450" y="3805975"/>
              <a:ext cx="157500" cy="150525"/>
            </a:xfrm>
            <a:custGeom>
              <a:avLst/>
              <a:gdLst/>
              <a:ahLst/>
              <a:cxnLst/>
              <a:rect l="l" t="t" r="r" b="b"/>
              <a:pathLst>
                <a:path w="6300" h="6021" extrusionOk="0">
                  <a:moveTo>
                    <a:pt x="3211" y="0"/>
                  </a:moveTo>
                  <a:cubicBezTo>
                    <a:pt x="2484" y="0"/>
                    <a:pt x="1758" y="281"/>
                    <a:pt x="1208" y="841"/>
                  </a:cubicBezTo>
                  <a:lnTo>
                    <a:pt x="0" y="2049"/>
                  </a:lnTo>
                  <a:lnTo>
                    <a:pt x="3972" y="6021"/>
                  </a:lnTo>
                  <a:lnTo>
                    <a:pt x="5180" y="4813"/>
                  </a:lnTo>
                  <a:cubicBezTo>
                    <a:pt x="6294" y="3717"/>
                    <a:pt x="6300" y="1925"/>
                    <a:pt x="5198" y="823"/>
                  </a:cubicBezTo>
                  <a:cubicBezTo>
                    <a:pt x="4649" y="274"/>
                    <a:pt x="3930" y="0"/>
                    <a:pt x="32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3" name="Google Shape;6115;p52">
              <a:extLst>
                <a:ext uri="{FF2B5EF4-FFF2-40B4-BE49-F238E27FC236}">
                  <a16:creationId xmlns:a16="http://schemas.microsoft.com/office/drawing/2014/main" id="{A35A982C-2D4F-4CB8-B29F-2E416F5AFF55}"/>
                </a:ext>
              </a:extLst>
            </p:cNvPr>
            <p:cNvSpPr/>
            <p:nvPr/>
          </p:nvSpPr>
          <p:spPr>
            <a:xfrm>
              <a:off x="1626675" y="3936600"/>
              <a:ext cx="277225" cy="302600"/>
            </a:xfrm>
            <a:custGeom>
              <a:avLst/>
              <a:gdLst/>
              <a:ahLst/>
              <a:cxnLst/>
              <a:rect l="l" t="t" r="r" b="b"/>
              <a:pathLst>
                <a:path w="11089" h="12104" extrusionOk="0">
                  <a:moveTo>
                    <a:pt x="9501" y="1"/>
                  </a:moveTo>
                  <a:lnTo>
                    <a:pt x="1" y="9501"/>
                  </a:lnTo>
                  <a:cubicBezTo>
                    <a:pt x="537" y="10254"/>
                    <a:pt x="745" y="11194"/>
                    <a:pt x="576" y="12103"/>
                  </a:cubicBezTo>
                  <a:lnTo>
                    <a:pt x="11088" y="1591"/>
                  </a:lnTo>
                  <a:lnTo>
                    <a:pt x="950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4" name="Google Shape;6116;p52">
              <a:extLst>
                <a:ext uri="{FF2B5EF4-FFF2-40B4-BE49-F238E27FC236}">
                  <a16:creationId xmlns:a16="http://schemas.microsoft.com/office/drawing/2014/main" id="{196F6B18-F506-4B4E-A071-E20ACFB5D390}"/>
                </a:ext>
              </a:extLst>
            </p:cNvPr>
            <p:cNvSpPr/>
            <p:nvPr/>
          </p:nvSpPr>
          <p:spPr>
            <a:xfrm>
              <a:off x="1490050" y="4166500"/>
              <a:ext cx="129950" cy="121825"/>
            </a:xfrm>
            <a:custGeom>
              <a:avLst/>
              <a:gdLst/>
              <a:ahLst/>
              <a:cxnLst/>
              <a:rect l="l" t="t" r="r" b="b"/>
              <a:pathLst>
                <a:path w="5198" h="4873" extrusionOk="0">
                  <a:moveTo>
                    <a:pt x="2693" y="0"/>
                  </a:moveTo>
                  <a:cubicBezTo>
                    <a:pt x="2243" y="0"/>
                    <a:pt x="1790" y="133"/>
                    <a:pt x="1398" y="405"/>
                  </a:cubicBezTo>
                  <a:lnTo>
                    <a:pt x="1398" y="402"/>
                  </a:lnTo>
                  <a:lnTo>
                    <a:pt x="741" y="2446"/>
                  </a:lnTo>
                  <a:lnTo>
                    <a:pt x="139" y="4118"/>
                  </a:lnTo>
                  <a:cubicBezTo>
                    <a:pt x="0" y="4500"/>
                    <a:pt x="295" y="4872"/>
                    <a:pt x="664" y="4872"/>
                  </a:cubicBezTo>
                  <a:cubicBezTo>
                    <a:pt x="727" y="4872"/>
                    <a:pt x="793" y="4861"/>
                    <a:pt x="859" y="4837"/>
                  </a:cubicBezTo>
                  <a:lnTo>
                    <a:pt x="2530" y="4235"/>
                  </a:lnTo>
                  <a:lnTo>
                    <a:pt x="4574" y="3579"/>
                  </a:lnTo>
                  <a:cubicBezTo>
                    <a:pt x="5198" y="2672"/>
                    <a:pt x="5086" y="1450"/>
                    <a:pt x="4306" y="670"/>
                  </a:cubicBezTo>
                  <a:cubicBezTo>
                    <a:pt x="3866" y="228"/>
                    <a:pt x="3282" y="0"/>
                    <a:pt x="269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35" name="Google Shape;6129;p52">
            <a:extLst>
              <a:ext uri="{FF2B5EF4-FFF2-40B4-BE49-F238E27FC236}">
                <a16:creationId xmlns:a16="http://schemas.microsoft.com/office/drawing/2014/main" id="{4E8D1AE9-D5D3-4153-AD8C-91034433756A}"/>
              </a:ext>
            </a:extLst>
          </p:cNvPr>
          <p:cNvGrpSpPr/>
          <p:nvPr/>
        </p:nvGrpSpPr>
        <p:grpSpPr>
          <a:xfrm>
            <a:off x="1150434" y="968824"/>
            <a:ext cx="336296" cy="339235"/>
            <a:chOff x="4464775" y="3806475"/>
            <a:chExt cx="477625" cy="481800"/>
          </a:xfrm>
          <a:solidFill>
            <a:schemeClr val="accent6"/>
          </a:solidFill>
        </p:grpSpPr>
        <p:sp>
          <p:nvSpPr>
            <p:cNvPr id="36" name="Google Shape;6130;p52">
              <a:extLst>
                <a:ext uri="{FF2B5EF4-FFF2-40B4-BE49-F238E27FC236}">
                  <a16:creationId xmlns:a16="http://schemas.microsoft.com/office/drawing/2014/main" id="{2AB43A0A-5026-4A23-834F-AF469F1DAD51}"/>
                </a:ext>
              </a:extLst>
            </p:cNvPr>
            <p:cNvSpPr/>
            <p:nvPr/>
          </p:nvSpPr>
          <p:spPr>
            <a:xfrm>
              <a:off x="4726375" y="3806475"/>
              <a:ext cx="56500" cy="141125"/>
            </a:xfrm>
            <a:custGeom>
              <a:avLst/>
              <a:gdLst/>
              <a:ahLst/>
              <a:cxnLst/>
              <a:rect l="l" t="t" r="r" b="b"/>
              <a:pathLst>
                <a:path w="2260" h="5645" extrusionOk="0">
                  <a:moveTo>
                    <a:pt x="1133" y="1"/>
                  </a:moveTo>
                  <a:cubicBezTo>
                    <a:pt x="978" y="1"/>
                    <a:pt x="823" y="64"/>
                    <a:pt x="712" y="189"/>
                  </a:cubicBezTo>
                  <a:cubicBezTo>
                    <a:pt x="504" y="421"/>
                    <a:pt x="522" y="776"/>
                    <a:pt x="754" y="984"/>
                  </a:cubicBezTo>
                  <a:cubicBezTo>
                    <a:pt x="832" y="1056"/>
                    <a:pt x="1130" y="1385"/>
                    <a:pt x="1130" y="1695"/>
                  </a:cubicBezTo>
                  <a:cubicBezTo>
                    <a:pt x="1130" y="1990"/>
                    <a:pt x="850" y="2315"/>
                    <a:pt x="754" y="2402"/>
                  </a:cubicBezTo>
                  <a:cubicBezTo>
                    <a:pt x="678" y="2472"/>
                    <a:pt x="1" y="3101"/>
                    <a:pt x="1" y="3953"/>
                  </a:cubicBezTo>
                  <a:cubicBezTo>
                    <a:pt x="1" y="4802"/>
                    <a:pt x="675" y="5432"/>
                    <a:pt x="754" y="5501"/>
                  </a:cubicBezTo>
                  <a:cubicBezTo>
                    <a:pt x="861" y="5597"/>
                    <a:pt x="995" y="5644"/>
                    <a:pt x="1128" y="5644"/>
                  </a:cubicBezTo>
                  <a:cubicBezTo>
                    <a:pt x="1283" y="5644"/>
                    <a:pt x="1437" y="5580"/>
                    <a:pt x="1549" y="5456"/>
                  </a:cubicBezTo>
                  <a:cubicBezTo>
                    <a:pt x="1757" y="5224"/>
                    <a:pt x="1735" y="4869"/>
                    <a:pt x="1507" y="4661"/>
                  </a:cubicBezTo>
                  <a:cubicBezTo>
                    <a:pt x="1428" y="4588"/>
                    <a:pt x="1130" y="4260"/>
                    <a:pt x="1130" y="3950"/>
                  </a:cubicBezTo>
                  <a:cubicBezTo>
                    <a:pt x="1130" y="3655"/>
                    <a:pt x="1410" y="3330"/>
                    <a:pt x="1507" y="3242"/>
                  </a:cubicBezTo>
                  <a:cubicBezTo>
                    <a:pt x="1585" y="3173"/>
                    <a:pt x="2259" y="2544"/>
                    <a:pt x="2259" y="1692"/>
                  </a:cubicBezTo>
                  <a:cubicBezTo>
                    <a:pt x="2259" y="842"/>
                    <a:pt x="1585" y="213"/>
                    <a:pt x="1507" y="144"/>
                  </a:cubicBezTo>
                  <a:cubicBezTo>
                    <a:pt x="1399" y="48"/>
                    <a:pt x="1266" y="1"/>
                    <a:pt x="11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7" name="Google Shape;6131;p52">
              <a:extLst>
                <a:ext uri="{FF2B5EF4-FFF2-40B4-BE49-F238E27FC236}">
                  <a16:creationId xmlns:a16="http://schemas.microsoft.com/office/drawing/2014/main" id="{DC1FA845-5EB4-4183-AC92-FE3D1DF03E84}"/>
                </a:ext>
              </a:extLst>
            </p:cNvPr>
            <p:cNvSpPr/>
            <p:nvPr/>
          </p:nvSpPr>
          <p:spPr>
            <a:xfrm>
              <a:off x="4641700" y="3806475"/>
              <a:ext cx="56475" cy="141125"/>
            </a:xfrm>
            <a:custGeom>
              <a:avLst/>
              <a:gdLst/>
              <a:ahLst/>
              <a:cxnLst/>
              <a:rect l="l" t="t" r="r" b="b"/>
              <a:pathLst>
                <a:path w="2259" h="5645" extrusionOk="0">
                  <a:moveTo>
                    <a:pt x="1132" y="1"/>
                  </a:moveTo>
                  <a:cubicBezTo>
                    <a:pt x="977" y="1"/>
                    <a:pt x="823" y="64"/>
                    <a:pt x="711" y="189"/>
                  </a:cubicBezTo>
                  <a:cubicBezTo>
                    <a:pt x="503" y="421"/>
                    <a:pt x="521" y="776"/>
                    <a:pt x="753" y="984"/>
                  </a:cubicBezTo>
                  <a:cubicBezTo>
                    <a:pt x="831" y="1056"/>
                    <a:pt x="1130" y="1385"/>
                    <a:pt x="1130" y="1695"/>
                  </a:cubicBezTo>
                  <a:cubicBezTo>
                    <a:pt x="1130" y="1990"/>
                    <a:pt x="849" y="2315"/>
                    <a:pt x="753" y="2402"/>
                  </a:cubicBezTo>
                  <a:cubicBezTo>
                    <a:pt x="678" y="2472"/>
                    <a:pt x="0" y="3101"/>
                    <a:pt x="0" y="3953"/>
                  </a:cubicBezTo>
                  <a:cubicBezTo>
                    <a:pt x="0" y="4802"/>
                    <a:pt x="675" y="5432"/>
                    <a:pt x="753" y="5501"/>
                  </a:cubicBezTo>
                  <a:cubicBezTo>
                    <a:pt x="860" y="5597"/>
                    <a:pt x="994" y="5644"/>
                    <a:pt x="1127" y="5644"/>
                  </a:cubicBezTo>
                  <a:cubicBezTo>
                    <a:pt x="1282" y="5644"/>
                    <a:pt x="1436" y="5580"/>
                    <a:pt x="1548" y="5456"/>
                  </a:cubicBezTo>
                  <a:cubicBezTo>
                    <a:pt x="1756" y="5224"/>
                    <a:pt x="1735" y="4869"/>
                    <a:pt x="1506" y="4661"/>
                  </a:cubicBezTo>
                  <a:cubicBezTo>
                    <a:pt x="1428" y="4588"/>
                    <a:pt x="1130" y="4260"/>
                    <a:pt x="1130" y="3950"/>
                  </a:cubicBezTo>
                  <a:cubicBezTo>
                    <a:pt x="1130" y="3655"/>
                    <a:pt x="1410" y="3330"/>
                    <a:pt x="1506" y="3242"/>
                  </a:cubicBezTo>
                  <a:cubicBezTo>
                    <a:pt x="1581" y="3173"/>
                    <a:pt x="2259" y="2544"/>
                    <a:pt x="2259" y="1692"/>
                  </a:cubicBezTo>
                  <a:cubicBezTo>
                    <a:pt x="2259" y="842"/>
                    <a:pt x="1581" y="213"/>
                    <a:pt x="1506" y="144"/>
                  </a:cubicBezTo>
                  <a:cubicBezTo>
                    <a:pt x="1399" y="48"/>
                    <a:pt x="1265" y="1"/>
                    <a:pt x="11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8" name="Google Shape;6132;p52">
              <a:extLst>
                <a:ext uri="{FF2B5EF4-FFF2-40B4-BE49-F238E27FC236}">
                  <a16:creationId xmlns:a16="http://schemas.microsoft.com/office/drawing/2014/main" id="{7E59AEB5-98E4-46AE-BC74-EEE2BE6432FD}"/>
                </a:ext>
              </a:extLst>
            </p:cNvPr>
            <p:cNvSpPr/>
            <p:nvPr/>
          </p:nvSpPr>
          <p:spPr>
            <a:xfrm>
              <a:off x="4557000" y="3806475"/>
              <a:ext cx="56500" cy="141125"/>
            </a:xfrm>
            <a:custGeom>
              <a:avLst/>
              <a:gdLst/>
              <a:ahLst/>
              <a:cxnLst/>
              <a:rect l="l" t="t" r="r" b="b"/>
              <a:pathLst>
                <a:path w="2260" h="5645" extrusionOk="0">
                  <a:moveTo>
                    <a:pt x="1132" y="1"/>
                  </a:moveTo>
                  <a:cubicBezTo>
                    <a:pt x="977" y="1"/>
                    <a:pt x="823" y="64"/>
                    <a:pt x="711" y="189"/>
                  </a:cubicBezTo>
                  <a:cubicBezTo>
                    <a:pt x="504" y="421"/>
                    <a:pt x="522" y="776"/>
                    <a:pt x="753" y="984"/>
                  </a:cubicBezTo>
                  <a:cubicBezTo>
                    <a:pt x="832" y="1056"/>
                    <a:pt x="1130" y="1385"/>
                    <a:pt x="1130" y="1695"/>
                  </a:cubicBezTo>
                  <a:cubicBezTo>
                    <a:pt x="1130" y="1990"/>
                    <a:pt x="850" y="2315"/>
                    <a:pt x="753" y="2402"/>
                  </a:cubicBezTo>
                  <a:cubicBezTo>
                    <a:pt x="678" y="2472"/>
                    <a:pt x="1" y="3101"/>
                    <a:pt x="1" y="3953"/>
                  </a:cubicBezTo>
                  <a:cubicBezTo>
                    <a:pt x="1" y="4802"/>
                    <a:pt x="675" y="5432"/>
                    <a:pt x="753" y="5501"/>
                  </a:cubicBezTo>
                  <a:cubicBezTo>
                    <a:pt x="861" y="5597"/>
                    <a:pt x="994" y="5644"/>
                    <a:pt x="1127" y="5644"/>
                  </a:cubicBezTo>
                  <a:cubicBezTo>
                    <a:pt x="1282" y="5644"/>
                    <a:pt x="1437" y="5580"/>
                    <a:pt x="1548" y="5456"/>
                  </a:cubicBezTo>
                  <a:cubicBezTo>
                    <a:pt x="1756" y="5224"/>
                    <a:pt x="1735" y="4869"/>
                    <a:pt x="1506" y="4661"/>
                  </a:cubicBezTo>
                  <a:cubicBezTo>
                    <a:pt x="1428" y="4588"/>
                    <a:pt x="1130" y="4260"/>
                    <a:pt x="1130" y="3950"/>
                  </a:cubicBezTo>
                  <a:cubicBezTo>
                    <a:pt x="1130" y="3655"/>
                    <a:pt x="1410" y="3330"/>
                    <a:pt x="1506" y="3242"/>
                  </a:cubicBezTo>
                  <a:cubicBezTo>
                    <a:pt x="1582" y="3173"/>
                    <a:pt x="2259" y="2544"/>
                    <a:pt x="2259" y="1692"/>
                  </a:cubicBezTo>
                  <a:cubicBezTo>
                    <a:pt x="2259" y="842"/>
                    <a:pt x="1582" y="213"/>
                    <a:pt x="1506" y="144"/>
                  </a:cubicBezTo>
                  <a:cubicBezTo>
                    <a:pt x="1399" y="48"/>
                    <a:pt x="1265" y="1"/>
                    <a:pt x="11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9" name="Google Shape;6133;p52">
              <a:extLst>
                <a:ext uri="{FF2B5EF4-FFF2-40B4-BE49-F238E27FC236}">
                  <a16:creationId xmlns:a16="http://schemas.microsoft.com/office/drawing/2014/main" id="{D05984B2-DD18-465C-A46E-2AF8768F5A6A}"/>
                </a:ext>
              </a:extLst>
            </p:cNvPr>
            <p:cNvSpPr/>
            <p:nvPr/>
          </p:nvSpPr>
          <p:spPr>
            <a:xfrm>
              <a:off x="4464775" y="4230875"/>
              <a:ext cx="395250" cy="57400"/>
            </a:xfrm>
            <a:custGeom>
              <a:avLst/>
              <a:gdLst/>
              <a:ahLst/>
              <a:cxnLst/>
              <a:rect l="l" t="t" r="r" b="b"/>
              <a:pathLst>
                <a:path w="15810" h="2296" extrusionOk="0">
                  <a:moveTo>
                    <a:pt x="567" y="1"/>
                  </a:moveTo>
                  <a:cubicBezTo>
                    <a:pt x="254" y="1"/>
                    <a:pt x="1" y="251"/>
                    <a:pt x="1" y="564"/>
                  </a:cubicBezTo>
                  <a:cubicBezTo>
                    <a:pt x="1" y="877"/>
                    <a:pt x="254" y="1130"/>
                    <a:pt x="567" y="1130"/>
                  </a:cubicBezTo>
                  <a:lnTo>
                    <a:pt x="1910" y="1130"/>
                  </a:lnTo>
                  <a:lnTo>
                    <a:pt x="2006" y="1359"/>
                  </a:lnTo>
                  <a:cubicBezTo>
                    <a:pt x="2291" y="1932"/>
                    <a:pt x="2875" y="2295"/>
                    <a:pt x="3516" y="2295"/>
                  </a:cubicBezTo>
                  <a:cubicBezTo>
                    <a:pt x="3519" y="2295"/>
                    <a:pt x="3521" y="2295"/>
                    <a:pt x="3524" y="2295"/>
                  </a:cubicBezTo>
                  <a:lnTo>
                    <a:pt x="12290" y="2295"/>
                  </a:lnTo>
                  <a:cubicBezTo>
                    <a:pt x="12292" y="2295"/>
                    <a:pt x="12295" y="2295"/>
                    <a:pt x="12298" y="2295"/>
                  </a:cubicBezTo>
                  <a:cubicBezTo>
                    <a:pt x="12936" y="2295"/>
                    <a:pt x="13520" y="1932"/>
                    <a:pt x="13804" y="1359"/>
                  </a:cubicBezTo>
                  <a:lnTo>
                    <a:pt x="13901" y="1130"/>
                  </a:lnTo>
                  <a:lnTo>
                    <a:pt x="15247" y="1130"/>
                  </a:lnTo>
                  <a:cubicBezTo>
                    <a:pt x="15557" y="1130"/>
                    <a:pt x="15810" y="877"/>
                    <a:pt x="15810" y="564"/>
                  </a:cubicBezTo>
                  <a:cubicBezTo>
                    <a:pt x="15810" y="251"/>
                    <a:pt x="15557" y="1"/>
                    <a:pt x="152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0" name="Google Shape;6134;p52">
              <a:extLst>
                <a:ext uri="{FF2B5EF4-FFF2-40B4-BE49-F238E27FC236}">
                  <a16:creationId xmlns:a16="http://schemas.microsoft.com/office/drawing/2014/main" id="{635B9F2C-E452-43B0-AF55-E18163A8BF12}"/>
                </a:ext>
              </a:extLst>
            </p:cNvPr>
            <p:cNvSpPr/>
            <p:nvPr/>
          </p:nvSpPr>
          <p:spPr>
            <a:xfrm>
              <a:off x="4840675" y="4007300"/>
              <a:ext cx="101725" cy="166025"/>
            </a:xfrm>
            <a:custGeom>
              <a:avLst/>
              <a:gdLst/>
              <a:ahLst/>
              <a:cxnLst/>
              <a:rect l="l" t="t" r="r" b="b"/>
              <a:pathLst>
                <a:path w="4069" h="6641" extrusionOk="0">
                  <a:moveTo>
                    <a:pt x="1870" y="0"/>
                  </a:moveTo>
                  <a:cubicBezTo>
                    <a:pt x="1852" y="380"/>
                    <a:pt x="1837" y="759"/>
                    <a:pt x="1795" y="1130"/>
                  </a:cubicBezTo>
                  <a:cubicBezTo>
                    <a:pt x="1927" y="1181"/>
                    <a:pt x="2048" y="1256"/>
                    <a:pt x="2150" y="1355"/>
                  </a:cubicBezTo>
                  <a:cubicBezTo>
                    <a:pt x="2800" y="2006"/>
                    <a:pt x="2433" y="3469"/>
                    <a:pt x="1352" y="4550"/>
                  </a:cubicBezTo>
                  <a:cubicBezTo>
                    <a:pt x="1177" y="4722"/>
                    <a:pt x="991" y="4879"/>
                    <a:pt x="792" y="5017"/>
                  </a:cubicBezTo>
                  <a:cubicBezTo>
                    <a:pt x="566" y="5577"/>
                    <a:pt x="301" y="6119"/>
                    <a:pt x="0" y="6640"/>
                  </a:cubicBezTo>
                  <a:cubicBezTo>
                    <a:pt x="747" y="6429"/>
                    <a:pt x="1506" y="5993"/>
                    <a:pt x="2150" y="5348"/>
                  </a:cubicBezTo>
                  <a:cubicBezTo>
                    <a:pt x="3716" y="3782"/>
                    <a:pt x="4068" y="1678"/>
                    <a:pt x="2948" y="557"/>
                  </a:cubicBezTo>
                  <a:cubicBezTo>
                    <a:pt x="2656" y="268"/>
                    <a:pt x="2280" y="97"/>
                    <a:pt x="18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1" name="Google Shape;6135;p52">
              <a:extLst>
                <a:ext uri="{FF2B5EF4-FFF2-40B4-BE49-F238E27FC236}">
                  <a16:creationId xmlns:a16="http://schemas.microsoft.com/office/drawing/2014/main" id="{040A4CFE-8B79-4E5D-8AA7-6619E5B2F0FF}"/>
                </a:ext>
              </a:extLst>
            </p:cNvPr>
            <p:cNvSpPr/>
            <p:nvPr/>
          </p:nvSpPr>
          <p:spPr>
            <a:xfrm>
              <a:off x="4464775" y="3976800"/>
              <a:ext cx="395250" cy="225875"/>
            </a:xfrm>
            <a:custGeom>
              <a:avLst/>
              <a:gdLst/>
              <a:ahLst/>
              <a:cxnLst/>
              <a:rect l="l" t="t" r="r" b="b"/>
              <a:pathLst>
                <a:path w="15810" h="9035" extrusionOk="0">
                  <a:moveTo>
                    <a:pt x="564" y="1"/>
                  </a:moveTo>
                  <a:cubicBezTo>
                    <a:pt x="254" y="1"/>
                    <a:pt x="1" y="251"/>
                    <a:pt x="1" y="564"/>
                  </a:cubicBezTo>
                  <a:cubicBezTo>
                    <a:pt x="1" y="3930"/>
                    <a:pt x="1157" y="7026"/>
                    <a:pt x="3075" y="9035"/>
                  </a:cubicBezTo>
                  <a:lnTo>
                    <a:pt x="12735" y="9035"/>
                  </a:lnTo>
                  <a:cubicBezTo>
                    <a:pt x="14654" y="7026"/>
                    <a:pt x="15810" y="3930"/>
                    <a:pt x="15810" y="564"/>
                  </a:cubicBezTo>
                  <a:cubicBezTo>
                    <a:pt x="15810" y="251"/>
                    <a:pt x="15557" y="1"/>
                    <a:pt x="152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2D491D06-7D93-48AA-9206-6F5526A38BB4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6680" y="611317"/>
            <a:ext cx="6855625" cy="38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2795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4"/>
          <p:cNvSpPr txBox="1">
            <a:spLocks noGrp="1"/>
          </p:cNvSpPr>
          <p:nvPr>
            <p:ph type="ctrTitle"/>
          </p:nvPr>
        </p:nvSpPr>
        <p:spPr>
          <a:xfrm>
            <a:off x="151761" y="1365844"/>
            <a:ext cx="1766403" cy="79694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 dirty="0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  <a:t>PENGKODEAN</a:t>
            </a:r>
            <a:br>
              <a:rPr lang="es" sz="2000" dirty="0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</a:br>
            <a:r>
              <a:rPr lang="es" sz="2000" dirty="0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  <a:t>SYSTEM</a:t>
            </a:r>
            <a:endParaRPr sz="2000" dirty="0">
              <a:solidFill>
                <a:srgbClr val="48FFD5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5" name="Google Shape;270;p24">
            <a:extLst>
              <a:ext uri="{FF2B5EF4-FFF2-40B4-BE49-F238E27FC236}">
                <a16:creationId xmlns:a16="http://schemas.microsoft.com/office/drawing/2014/main" id="{826F4B58-B400-4659-B4CE-1684508A8953}"/>
              </a:ext>
            </a:extLst>
          </p:cNvPr>
          <p:cNvSpPr txBox="1">
            <a:spLocks/>
          </p:cNvSpPr>
          <p:nvPr/>
        </p:nvSpPr>
        <p:spPr>
          <a:xfrm>
            <a:off x="1646193" y="4446317"/>
            <a:ext cx="6935189" cy="525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oboto Black"/>
              <a:buNone/>
              <a:defRPr sz="3600" b="0" i="0" u="none" strike="noStrike" cap="none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9pPr>
          </a:lstStyle>
          <a:p>
            <a:pPr algn="ctr"/>
            <a:r>
              <a:rPr lang="en-US" sz="2000" dirty="0" err="1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  <a:t>Tampilan</a:t>
            </a:r>
            <a:r>
              <a:rPr lang="en-US" sz="2000" dirty="0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  <a:t> Detail </a:t>
            </a:r>
            <a:r>
              <a:rPr lang="en-US" sz="2000" dirty="0" err="1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  <a:t>dari</a:t>
            </a:r>
            <a:r>
              <a:rPr lang="en-US" sz="2000" dirty="0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  <a:t> user</a:t>
            </a:r>
          </a:p>
        </p:txBody>
      </p:sp>
      <p:grpSp>
        <p:nvGrpSpPr>
          <p:cNvPr id="30" name="Google Shape;6112;p52">
            <a:extLst>
              <a:ext uri="{FF2B5EF4-FFF2-40B4-BE49-F238E27FC236}">
                <a16:creationId xmlns:a16="http://schemas.microsoft.com/office/drawing/2014/main" id="{4242C9B3-416D-4F66-94F9-B3F98CC371D5}"/>
              </a:ext>
            </a:extLst>
          </p:cNvPr>
          <p:cNvGrpSpPr/>
          <p:nvPr/>
        </p:nvGrpSpPr>
        <p:grpSpPr>
          <a:xfrm>
            <a:off x="620986" y="968837"/>
            <a:ext cx="346347" cy="339623"/>
            <a:chOff x="1490050" y="3805975"/>
            <a:chExt cx="491900" cy="482350"/>
          </a:xfrm>
          <a:solidFill>
            <a:schemeClr val="accent6"/>
          </a:solidFill>
        </p:grpSpPr>
        <p:sp>
          <p:nvSpPr>
            <p:cNvPr id="31" name="Google Shape;6113;p52">
              <a:extLst>
                <a:ext uri="{FF2B5EF4-FFF2-40B4-BE49-F238E27FC236}">
                  <a16:creationId xmlns:a16="http://schemas.microsoft.com/office/drawing/2014/main" id="{11609D5E-D4DF-47AE-85C3-093C27A5AC44}"/>
                </a:ext>
              </a:extLst>
            </p:cNvPr>
            <p:cNvSpPr/>
            <p:nvPr/>
          </p:nvSpPr>
          <p:spPr>
            <a:xfrm>
              <a:off x="1541775" y="3877050"/>
              <a:ext cx="302500" cy="277225"/>
            </a:xfrm>
            <a:custGeom>
              <a:avLst/>
              <a:gdLst/>
              <a:ahLst/>
              <a:cxnLst/>
              <a:rect l="l" t="t" r="r" b="b"/>
              <a:pathLst>
                <a:path w="12100" h="11089" extrusionOk="0">
                  <a:moveTo>
                    <a:pt x="10512" y="1"/>
                  </a:moveTo>
                  <a:lnTo>
                    <a:pt x="0" y="10513"/>
                  </a:lnTo>
                  <a:cubicBezTo>
                    <a:pt x="207" y="10475"/>
                    <a:pt x="415" y="10456"/>
                    <a:pt x="622" y="10456"/>
                  </a:cubicBezTo>
                  <a:cubicBezTo>
                    <a:pt x="1327" y="10456"/>
                    <a:pt x="2020" y="10674"/>
                    <a:pt x="2602" y="11088"/>
                  </a:cubicBezTo>
                  <a:lnTo>
                    <a:pt x="12099" y="1588"/>
                  </a:lnTo>
                  <a:lnTo>
                    <a:pt x="105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2" name="Google Shape;6114;p52">
              <a:extLst>
                <a:ext uri="{FF2B5EF4-FFF2-40B4-BE49-F238E27FC236}">
                  <a16:creationId xmlns:a16="http://schemas.microsoft.com/office/drawing/2014/main" id="{59ED7026-E90B-4C60-BA0D-9CA344A6C55D}"/>
                </a:ext>
              </a:extLst>
            </p:cNvPr>
            <p:cNvSpPr/>
            <p:nvPr/>
          </p:nvSpPr>
          <p:spPr>
            <a:xfrm>
              <a:off x="1824450" y="3805975"/>
              <a:ext cx="157500" cy="150525"/>
            </a:xfrm>
            <a:custGeom>
              <a:avLst/>
              <a:gdLst/>
              <a:ahLst/>
              <a:cxnLst/>
              <a:rect l="l" t="t" r="r" b="b"/>
              <a:pathLst>
                <a:path w="6300" h="6021" extrusionOk="0">
                  <a:moveTo>
                    <a:pt x="3211" y="0"/>
                  </a:moveTo>
                  <a:cubicBezTo>
                    <a:pt x="2484" y="0"/>
                    <a:pt x="1758" y="281"/>
                    <a:pt x="1208" y="841"/>
                  </a:cubicBezTo>
                  <a:lnTo>
                    <a:pt x="0" y="2049"/>
                  </a:lnTo>
                  <a:lnTo>
                    <a:pt x="3972" y="6021"/>
                  </a:lnTo>
                  <a:lnTo>
                    <a:pt x="5180" y="4813"/>
                  </a:lnTo>
                  <a:cubicBezTo>
                    <a:pt x="6294" y="3717"/>
                    <a:pt x="6300" y="1925"/>
                    <a:pt x="5198" y="823"/>
                  </a:cubicBezTo>
                  <a:cubicBezTo>
                    <a:pt x="4649" y="274"/>
                    <a:pt x="3930" y="0"/>
                    <a:pt x="32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3" name="Google Shape;6115;p52">
              <a:extLst>
                <a:ext uri="{FF2B5EF4-FFF2-40B4-BE49-F238E27FC236}">
                  <a16:creationId xmlns:a16="http://schemas.microsoft.com/office/drawing/2014/main" id="{A35A982C-2D4F-4CB8-B29F-2E416F5AFF55}"/>
                </a:ext>
              </a:extLst>
            </p:cNvPr>
            <p:cNvSpPr/>
            <p:nvPr/>
          </p:nvSpPr>
          <p:spPr>
            <a:xfrm>
              <a:off x="1626675" y="3936600"/>
              <a:ext cx="277225" cy="302600"/>
            </a:xfrm>
            <a:custGeom>
              <a:avLst/>
              <a:gdLst/>
              <a:ahLst/>
              <a:cxnLst/>
              <a:rect l="l" t="t" r="r" b="b"/>
              <a:pathLst>
                <a:path w="11089" h="12104" extrusionOk="0">
                  <a:moveTo>
                    <a:pt x="9501" y="1"/>
                  </a:moveTo>
                  <a:lnTo>
                    <a:pt x="1" y="9501"/>
                  </a:lnTo>
                  <a:cubicBezTo>
                    <a:pt x="537" y="10254"/>
                    <a:pt x="745" y="11194"/>
                    <a:pt x="576" y="12103"/>
                  </a:cubicBezTo>
                  <a:lnTo>
                    <a:pt x="11088" y="1591"/>
                  </a:lnTo>
                  <a:lnTo>
                    <a:pt x="950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4" name="Google Shape;6116;p52">
              <a:extLst>
                <a:ext uri="{FF2B5EF4-FFF2-40B4-BE49-F238E27FC236}">
                  <a16:creationId xmlns:a16="http://schemas.microsoft.com/office/drawing/2014/main" id="{196F6B18-F506-4B4E-A071-E20ACFB5D390}"/>
                </a:ext>
              </a:extLst>
            </p:cNvPr>
            <p:cNvSpPr/>
            <p:nvPr/>
          </p:nvSpPr>
          <p:spPr>
            <a:xfrm>
              <a:off x="1490050" y="4166500"/>
              <a:ext cx="129950" cy="121825"/>
            </a:xfrm>
            <a:custGeom>
              <a:avLst/>
              <a:gdLst/>
              <a:ahLst/>
              <a:cxnLst/>
              <a:rect l="l" t="t" r="r" b="b"/>
              <a:pathLst>
                <a:path w="5198" h="4873" extrusionOk="0">
                  <a:moveTo>
                    <a:pt x="2693" y="0"/>
                  </a:moveTo>
                  <a:cubicBezTo>
                    <a:pt x="2243" y="0"/>
                    <a:pt x="1790" y="133"/>
                    <a:pt x="1398" y="405"/>
                  </a:cubicBezTo>
                  <a:lnTo>
                    <a:pt x="1398" y="402"/>
                  </a:lnTo>
                  <a:lnTo>
                    <a:pt x="741" y="2446"/>
                  </a:lnTo>
                  <a:lnTo>
                    <a:pt x="139" y="4118"/>
                  </a:lnTo>
                  <a:cubicBezTo>
                    <a:pt x="0" y="4500"/>
                    <a:pt x="295" y="4872"/>
                    <a:pt x="664" y="4872"/>
                  </a:cubicBezTo>
                  <a:cubicBezTo>
                    <a:pt x="727" y="4872"/>
                    <a:pt x="793" y="4861"/>
                    <a:pt x="859" y="4837"/>
                  </a:cubicBezTo>
                  <a:lnTo>
                    <a:pt x="2530" y="4235"/>
                  </a:lnTo>
                  <a:lnTo>
                    <a:pt x="4574" y="3579"/>
                  </a:lnTo>
                  <a:cubicBezTo>
                    <a:pt x="5198" y="2672"/>
                    <a:pt x="5086" y="1450"/>
                    <a:pt x="4306" y="670"/>
                  </a:cubicBezTo>
                  <a:cubicBezTo>
                    <a:pt x="3866" y="228"/>
                    <a:pt x="3282" y="0"/>
                    <a:pt x="269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35" name="Google Shape;6129;p52">
            <a:extLst>
              <a:ext uri="{FF2B5EF4-FFF2-40B4-BE49-F238E27FC236}">
                <a16:creationId xmlns:a16="http://schemas.microsoft.com/office/drawing/2014/main" id="{4E8D1AE9-D5D3-4153-AD8C-91034433756A}"/>
              </a:ext>
            </a:extLst>
          </p:cNvPr>
          <p:cNvGrpSpPr/>
          <p:nvPr/>
        </p:nvGrpSpPr>
        <p:grpSpPr>
          <a:xfrm>
            <a:off x="1150434" y="968824"/>
            <a:ext cx="336296" cy="339235"/>
            <a:chOff x="4464775" y="3806475"/>
            <a:chExt cx="477625" cy="481800"/>
          </a:xfrm>
          <a:solidFill>
            <a:schemeClr val="accent6"/>
          </a:solidFill>
        </p:grpSpPr>
        <p:sp>
          <p:nvSpPr>
            <p:cNvPr id="36" name="Google Shape;6130;p52">
              <a:extLst>
                <a:ext uri="{FF2B5EF4-FFF2-40B4-BE49-F238E27FC236}">
                  <a16:creationId xmlns:a16="http://schemas.microsoft.com/office/drawing/2014/main" id="{2AB43A0A-5026-4A23-834F-AF469F1DAD51}"/>
                </a:ext>
              </a:extLst>
            </p:cNvPr>
            <p:cNvSpPr/>
            <p:nvPr/>
          </p:nvSpPr>
          <p:spPr>
            <a:xfrm>
              <a:off x="4726375" y="3806475"/>
              <a:ext cx="56500" cy="141125"/>
            </a:xfrm>
            <a:custGeom>
              <a:avLst/>
              <a:gdLst/>
              <a:ahLst/>
              <a:cxnLst/>
              <a:rect l="l" t="t" r="r" b="b"/>
              <a:pathLst>
                <a:path w="2260" h="5645" extrusionOk="0">
                  <a:moveTo>
                    <a:pt x="1133" y="1"/>
                  </a:moveTo>
                  <a:cubicBezTo>
                    <a:pt x="978" y="1"/>
                    <a:pt x="823" y="64"/>
                    <a:pt x="712" y="189"/>
                  </a:cubicBezTo>
                  <a:cubicBezTo>
                    <a:pt x="504" y="421"/>
                    <a:pt x="522" y="776"/>
                    <a:pt x="754" y="984"/>
                  </a:cubicBezTo>
                  <a:cubicBezTo>
                    <a:pt x="832" y="1056"/>
                    <a:pt x="1130" y="1385"/>
                    <a:pt x="1130" y="1695"/>
                  </a:cubicBezTo>
                  <a:cubicBezTo>
                    <a:pt x="1130" y="1990"/>
                    <a:pt x="850" y="2315"/>
                    <a:pt x="754" y="2402"/>
                  </a:cubicBezTo>
                  <a:cubicBezTo>
                    <a:pt x="678" y="2472"/>
                    <a:pt x="1" y="3101"/>
                    <a:pt x="1" y="3953"/>
                  </a:cubicBezTo>
                  <a:cubicBezTo>
                    <a:pt x="1" y="4802"/>
                    <a:pt x="675" y="5432"/>
                    <a:pt x="754" y="5501"/>
                  </a:cubicBezTo>
                  <a:cubicBezTo>
                    <a:pt x="861" y="5597"/>
                    <a:pt x="995" y="5644"/>
                    <a:pt x="1128" y="5644"/>
                  </a:cubicBezTo>
                  <a:cubicBezTo>
                    <a:pt x="1283" y="5644"/>
                    <a:pt x="1437" y="5580"/>
                    <a:pt x="1549" y="5456"/>
                  </a:cubicBezTo>
                  <a:cubicBezTo>
                    <a:pt x="1757" y="5224"/>
                    <a:pt x="1735" y="4869"/>
                    <a:pt x="1507" y="4661"/>
                  </a:cubicBezTo>
                  <a:cubicBezTo>
                    <a:pt x="1428" y="4588"/>
                    <a:pt x="1130" y="4260"/>
                    <a:pt x="1130" y="3950"/>
                  </a:cubicBezTo>
                  <a:cubicBezTo>
                    <a:pt x="1130" y="3655"/>
                    <a:pt x="1410" y="3330"/>
                    <a:pt x="1507" y="3242"/>
                  </a:cubicBezTo>
                  <a:cubicBezTo>
                    <a:pt x="1585" y="3173"/>
                    <a:pt x="2259" y="2544"/>
                    <a:pt x="2259" y="1692"/>
                  </a:cubicBezTo>
                  <a:cubicBezTo>
                    <a:pt x="2259" y="842"/>
                    <a:pt x="1585" y="213"/>
                    <a:pt x="1507" y="144"/>
                  </a:cubicBezTo>
                  <a:cubicBezTo>
                    <a:pt x="1399" y="48"/>
                    <a:pt x="1266" y="1"/>
                    <a:pt x="11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7" name="Google Shape;6131;p52">
              <a:extLst>
                <a:ext uri="{FF2B5EF4-FFF2-40B4-BE49-F238E27FC236}">
                  <a16:creationId xmlns:a16="http://schemas.microsoft.com/office/drawing/2014/main" id="{DC1FA845-5EB4-4183-AC92-FE3D1DF03E84}"/>
                </a:ext>
              </a:extLst>
            </p:cNvPr>
            <p:cNvSpPr/>
            <p:nvPr/>
          </p:nvSpPr>
          <p:spPr>
            <a:xfrm>
              <a:off x="4641700" y="3806475"/>
              <a:ext cx="56475" cy="141125"/>
            </a:xfrm>
            <a:custGeom>
              <a:avLst/>
              <a:gdLst/>
              <a:ahLst/>
              <a:cxnLst/>
              <a:rect l="l" t="t" r="r" b="b"/>
              <a:pathLst>
                <a:path w="2259" h="5645" extrusionOk="0">
                  <a:moveTo>
                    <a:pt x="1132" y="1"/>
                  </a:moveTo>
                  <a:cubicBezTo>
                    <a:pt x="977" y="1"/>
                    <a:pt x="823" y="64"/>
                    <a:pt x="711" y="189"/>
                  </a:cubicBezTo>
                  <a:cubicBezTo>
                    <a:pt x="503" y="421"/>
                    <a:pt x="521" y="776"/>
                    <a:pt x="753" y="984"/>
                  </a:cubicBezTo>
                  <a:cubicBezTo>
                    <a:pt x="831" y="1056"/>
                    <a:pt x="1130" y="1385"/>
                    <a:pt x="1130" y="1695"/>
                  </a:cubicBezTo>
                  <a:cubicBezTo>
                    <a:pt x="1130" y="1990"/>
                    <a:pt x="849" y="2315"/>
                    <a:pt x="753" y="2402"/>
                  </a:cubicBezTo>
                  <a:cubicBezTo>
                    <a:pt x="678" y="2472"/>
                    <a:pt x="0" y="3101"/>
                    <a:pt x="0" y="3953"/>
                  </a:cubicBezTo>
                  <a:cubicBezTo>
                    <a:pt x="0" y="4802"/>
                    <a:pt x="675" y="5432"/>
                    <a:pt x="753" y="5501"/>
                  </a:cubicBezTo>
                  <a:cubicBezTo>
                    <a:pt x="860" y="5597"/>
                    <a:pt x="994" y="5644"/>
                    <a:pt x="1127" y="5644"/>
                  </a:cubicBezTo>
                  <a:cubicBezTo>
                    <a:pt x="1282" y="5644"/>
                    <a:pt x="1436" y="5580"/>
                    <a:pt x="1548" y="5456"/>
                  </a:cubicBezTo>
                  <a:cubicBezTo>
                    <a:pt x="1756" y="5224"/>
                    <a:pt x="1735" y="4869"/>
                    <a:pt x="1506" y="4661"/>
                  </a:cubicBezTo>
                  <a:cubicBezTo>
                    <a:pt x="1428" y="4588"/>
                    <a:pt x="1130" y="4260"/>
                    <a:pt x="1130" y="3950"/>
                  </a:cubicBezTo>
                  <a:cubicBezTo>
                    <a:pt x="1130" y="3655"/>
                    <a:pt x="1410" y="3330"/>
                    <a:pt x="1506" y="3242"/>
                  </a:cubicBezTo>
                  <a:cubicBezTo>
                    <a:pt x="1581" y="3173"/>
                    <a:pt x="2259" y="2544"/>
                    <a:pt x="2259" y="1692"/>
                  </a:cubicBezTo>
                  <a:cubicBezTo>
                    <a:pt x="2259" y="842"/>
                    <a:pt x="1581" y="213"/>
                    <a:pt x="1506" y="144"/>
                  </a:cubicBezTo>
                  <a:cubicBezTo>
                    <a:pt x="1399" y="48"/>
                    <a:pt x="1265" y="1"/>
                    <a:pt x="11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8" name="Google Shape;6132;p52">
              <a:extLst>
                <a:ext uri="{FF2B5EF4-FFF2-40B4-BE49-F238E27FC236}">
                  <a16:creationId xmlns:a16="http://schemas.microsoft.com/office/drawing/2014/main" id="{7E59AEB5-98E4-46AE-BC74-EEE2BE6432FD}"/>
                </a:ext>
              </a:extLst>
            </p:cNvPr>
            <p:cNvSpPr/>
            <p:nvPr/>
          </p:nvSpPr>
          <p:spPr>
            <a:xfrm>
              <a:off x="4557000" y="3806475"/>
              <a:ext cx="56500" cy="141125"/>
            </a:xfrm>
            <a:custGeom>
              <a:avLst/>
              <a:gdLst/>
              <a:ahLst/>
              <a:cxnLst/>
              <a:rect l="l" t="t" r="r" b="b"/>
              <a:pathLst>
                <a:path w="2260" h="5645" extrusionOk="0">
                  <a:moveTo>
                    <a:pt x="1132" y="1"/>
                  </a:moveTo>
                  <a:cubicBezTo>
                    <a:pt x="977" y="1"/>
                    <a:pt x="823" y="64"/>
                    <a:pt x="711" y="189"/>
                  </a:cubicBezTo>
                  <a:cubicBezTo>
                    <a:pt x="504" y="421"/>
                    <a:pt x="522" y="776"/>
                    <a:pt x="753" y="984"/>
                  </a:cubicBezTo>
                  <a:cubicBezTo>
                    <a:pt x="832" y="1056"/>
                    <a:pt x="1130" y="1385"/>
                    <a:pt x="1130" y="1695"/>
                  </a:cubicBezTo>
                  <a:cubicBezTo>
                    <a:pt x="1130" y="1990"/>
                    <a:pt x="850" y="2315"/>
                    <a:pt x="753" y="2402"/>
                  </a:cubicBezTo>
                  <a:cubicBezTo>
                    <a:pt x="678" y="2472"/>
                    <a:pt x="1" y="3101"/>
                    <a:pt x="1" y="3953"/>
                  </a:cubicBezTo>
                  <a:cubicBezTo>
                    <a:pt x="1" y="4802"/>
                    <a:pt x="675" y="5432"/>
                    <a:pt x="753" y="5501"/>
                  </a:cubicBezTo>
                  <a:cubicBezTo>
                    <a:pt x="861" y="5597"/>
                    <a:pt x="994" y="5644"/>
                    <a:pt x="1127" y="5644"/>
                  </a:cubicBezTo>
                  <a:cubicBezTo>
                    <a:pt x="1282" y="5644"/>
                    <a:pt x="1437" y="5580"/>
                    <a:pt x="1548" y="5456"/>
                  </a:cubicBezTo>
                  <a:cubicBezTo>
                    <a:pt x="1756" y="5224"/>
                    <a:pt x="1735" y="4869"/>
                    <a:pt x="1506" y="4661"/>
                  </a:cubicBezTo>
                  <a:cubicBezTo>
                    <a:pt x="1428" y="4588"/>
                    <a:pt x="1130" y="4260"/>
                    <a:pt x="1130" y="3950"/>
                  </a:cubicBezTo>
                  <a:cubicBezTo>
                    <a:pt x="1130" y="3655"/>
                    <a:pt x="1410" y="3330"/>
                    <a:pt x="1506" y="3242"/>
                  </a:cubicBezTo>
                  <a:cubicBezTo>
                    <a:pt x="1582" y="3173"/>
                    <a:pt x="2259" y="2544"/>
                    <a:pt x="2259" y="1692"/>
                  </a:cubicBezTo>
                  <a:cubicBezTo>
                    <a:pt x="2259" y="842"/>
                    <a:pt x="1582" y="213"/>
                    <a:pt x="1506" y="144"/>
                  </a:cubicBezTo>
                  <a:cubicBezTo>
                    <a:pt x="1399" y="48"/>
                    <a:pt x="1265" y="1"/>
                    <a:pt x="11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9" name="Google Shape;6133;p52">
              <a:extLst>
                <a:ext uri="{FF2B5EF4-FFF2-40B4-BE49-F238E27FC236}">
                  <a16:creationId xmlns:a16="http://schemas.microsoft.com/office/drawing/2014/main" id="{D05984B2-DD18-465C-A46E-2AF8768F5A6A}"/>
                </a:ext>
              </a:extLst>
            </p:cNvPr>
            <p:cNvSpPr/>
            <p:nvPr/>
          </p:nvSpPr>
          <p:spPr>
            <a:xfrm>
              <a:off x="4464775" y="4230875"/>
              <a:ext cx="395250" cy="57400"/>
            </a:xfrm>
            <a:custGeom>
              <a:avLst/>
              <a:gdLst/>
              <a:ahLst/>
              <a:cxnLst/>
              <a:rect l="l" t="t" r="r" b="b"/>
              <a:pathLst>
                <a:path w="15810" h="2296" extrusionOk="0">
                  <a:moveTo>
                    <a:pt x="567" y="1"/>
                  </a:moveTo>
                  <a:cubicBezTo>
                    <a:pt x="254" y="1"/>
                    <a:pt x="1" y="251"/>
                    <a:pt x="1" y="564"/>
                  </a:cubicBezTo>
                  <a:cubicBezTo>
                    <a:pt x="1" y="877"/>
                    <a:pt x="254" y="1130"/>
                    <a:pt x="567" y="1130"/>
                  </a:cubicBezTo>
                  <a:lnTo>
                    <a:pt x="1910" y="1130"/>
                  </a:lnTo>
                  <a:lnTo>
                    <a:pt x="2006" y="1359"/>
                  </a:lnTo>
                  <a:cubicBezTo>
                    <a:pt x="2291" y="1932"/>
                    <a:pt x="2875" y="2295"/>
                    <a:pt x="3516" y="2295"/>
                  </a:cubicBezTo>
                  <a:cubicBezTo>
                    <a:pt x="3519" y="2295"/>
                    <a:pt x="3521" y="2295"/>
                    <a:pt x="3524" y="2295"/>
                  </a:cubicBezTo>
                  <a:lnTo>
                    <a:pt x="12290" y="2295"/>
                  </a:lnTo>
                  <a:cubicBezTo>
                    <a:pt x="12292" y="2295"/>
                    <a:pt x="12295" y="2295"/>
                    <a:pt x="12298" y="2295"/>
                  </a:cubicBezTo>
                  <a:cubicBezTo>
                    <a:pt x="12936" y="2295"/>
                    <a:pt x="13520" y="1932"/>
                    <a:pt x="13804" y="1359"/>
                  </a:cubicBezTo>
                  <a:lnTo>
                    <a:pt x="13901" y="1130"/>
                  </a:lnTo>
                  <a:lnTo>
                    <a:pt x="15247" y="1130"/>
                  </a:lnTo>
                  <a:cubicBezTo>
                    <a:pt x="15557" y="1130"/>
                    <a:pt x="15810" y="877"/>
                    <a:pt x="15810" y="564"/>
                  </a:cubicBezTo>
                  <a:cubicBezTo>
                    <a:pt x="15810" y="251"/>
                    <a:pt x="15557" y="1"/>
                    <a:pt x="152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0" name="Google Shape;6134;p52">
              <a:extLst>
                <a:ext uri="{FF2B5EF4-FFF2-40B4-BE49-F238E27FC236}">
                  <a16:creationId xmlns:a16="http://schemas.microsoft.com/office/drawing/2014/main" id="{635B9F2C-E452-43B0-AF55-E18163A8BF12}"/>
                </a:ext>
              </a:extLst>
            </p:cNvPr>
            <p:cNvSpPr/>
            <p:nvPr/>
          </p:nvSpPr>
          <p:spPr>
            <a:xfrm>
              <a:off x="4840675" y="4007300"/>
              <a:ext cx="101725" cy="166025"/>
            </a:xfrm>
            <a:custGeom>
              <a:avLst/>
              <a:gdLst/>
              <a:ahLst/>
              <a:cxnLst/>
              <a:rect l="l" t="t" r="r" b="b"/>
              <a:pathLst>
                <a:path w="4069" h="6641" extrusionOk="0">
                  <a:moveTo>
                    <a:pt x="1870" y="0"/>
                  </a:moveTo>
                  <a:cubicBezTo>
                    <a:pt x="1852" y="380"/>
                    <a:pt x="1837" y="759"/>
                    <a:pt x="1795" y="1130"/>
                  </a:cubicBezTo>
                  <a:cubicBezTo>
                    <a:pt x="1927" y="1181"/>
                    <a:pt x="2048" y="1256"/>
                    <a:pt x="2150" y="1355"/>
                  </a:cubicBezTo>
                  <a:cubicBezTo>
                    <a:pt x="2800" y="2006"/>
                    <a:pt x="2433" y="3469"/>
                    <a:pt x="1352" y="4550"/>
                  </a:cubicBezTo>
                  <a:cubicBezTo>
                    <a:pt x="1177" y="4722"/>
                    <a:pt x="991" y="4879"/>
                    <a:pt x="792" y="5017"/>
                  </a:cubicBezTo>
                  <a:cubicBezTo>
                    <a:pt x="566" y="5577"/>
                    <a:pt x="301" y="6119"/>
                    <a:pt x="0" y="6640"/>
                  </a:cubicBezTo>
                  <a:cubicBezTo>
                    <a:pt x="747" y="6429"/>
                    <a:pt x="1506" y="5993"/>
                    <a:pt x="2150" y="5348"/>
                  </a:cubicBezTo>
                  <a:cubicBezTo>
                    <a:pt x="3716" y="3782"/>
                    <a:pt x="4068" y="1678"/>
                    <a:pt x="2948" y="557"/>
                  </a:cubicBezTo>
                  <a:cubicBezTo>
                    <a:pt x="2656" y="268"/>
                    <a:pt x="2280" y="97"/>
                    <a:pt x="18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1" name="Google Shape;6135;p52">
              <a:extLst>
                <a:ext uri="{FF2B5EF4-FFF2-40B4-BE49-F238E27FC236}">
                  <a16:creationId xmlns:a16="http://schemas.microsoft.com/office/drawing/2014/main" id="{040A4CFE-8B79-4E5D-8AA7-6619E5B2F0FF}"/>
                </a:ext>
              </a:extLst>
            </p:cNvPr>
            <p:cNvSpPr/>
            <p:nvPr/>
          </p:nvSpPr>
          <p:spPr>
            <a:xfrm>
              <a:off x="4464775" y="3976800"/>
              <a:ext cx="395250" cy="225875"/>
            </a:xfrm>
            <a:custGeom>
              <a:avLst/>
              <a:gdLst/>
              <a:ahLst/>
              <a:cxnLst/>
              <a:rect l="l" t="t" r="r" b="b"/>
              <a:pathLst>
                <a:path w="15810" h="9035" extrusionOk="0">
                  <a:moveTo>
                    <a:pt x="564" y="1"/>
                  </a:moveTo>
                  <a:cubicBezTo>
                    <a:pt x="254" y="1"/>
                    <a:pt x="1" y="251"/>
                    <a:pt x="1" y="564"/>
                  </a:cubicBezTo>
                  <a:cubicBezTo>
                    <a:pt x="1" y="3930"/>
                    <a:pt x="1157" y="7026"/>
                    <a:pt x="3075" y="9035"/>
                  </a:cubicBezTo>
                  <a:lnTo>
                    <a:pt x="12735" y="9035"/>
                  </a:lnTo>
                  <a:cubicBezTo>
                    <a:pt x="14654" y="7026"/>
                    <a:pt x="15810" y="3930"/>
                    <a:pt x="15810" y="564"/>
                  </a:cubicBezTo>
                  <a:cubicBezTo>
                    <a:pt x="15810" y="251"/>
                    <a:pt x="15557" y="1"/>
                    <a:pt x="152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CD13E78E-EC77-4907-B8B9-757029920DB3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714" y="586681"/>
            <a:ext cx="6333668" cy="383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3711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4"/>
          <p:cNvSpPr txBox="1">
            <a:spLocks noGrp="1"/>
          </p:cNvSpPr>
          <p:nvPr>
            <p:ph type="ctrTitle"/>
          </p:nvPr>
        </p:nvSpPr>
        <p:spPr>
          <a:xfrm>
            <a:off x="151761" y="1365844"/>
            <a:ext cx="1766403" cy="79694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 dirty="0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  <a:t>PENGKODEAN</a:t>
            </a:r>
            <a:br>
              <a:rPr lang="es" sz="2000" dirty="0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</a:br>
            <a:r>
              <a:rPr lang="es" sz="2000" dirty="0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  <a:t>SYSTEM</a:t>
            </a:r>
            <a:endParaRPr sz="2000" dirty="0">
              <a:solidFill>
                <a:srgbClr val="48FFD5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5" name="Google Shape;270;p24">
            <a:extLst>
              <a:ext uri="{FF2B5EF4-FFF2-40B4-BE49-F238E27FC236}">
                <a16:creationId xmlns:a16="http://schemas.microsoft.com/office/drawing/2014/main" id="{826F4B58-B400-4659-B4CE-1684508A8953}"/>
              </a:ext>
            </a:extLst>
          </p:cNvPr>
          <p:cNvSpPr txBox="1">
            <a:spLocks/>
          </p:cNvSpPr>
          <p:nvPr/>
        </p:nvSpPr>
        <p:spPr>
          <a:xfrm>
            <a:off x="1646193" y="4446317"/>
            <a:ext cx="6935189" cy="525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oboto Black"/>
              <a:buNone/>
              <a:defRPr sz="3600" b="0" i="0" u="none" strike="noStrike" cap="none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9pPr>
          </a:lstStyle>
          <a:p>
            <a:pPr algn="ctr"/>
            <a:r>
              <a:rPr lang="en-US" sz="2000" dirty="0" err="1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  <a:t>Tampilan</a:t>
            </a:r>
            <a:r>
              <a:rPr lang="en-US" sz="2000" dirty="0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  <a:t> Login</a:t>
            </a:r>
          </a:p>
        </p:txBody>
      </p:sp>
      <p:grpSp>
        <p:nvGrpSpPr>
          <p:cNvPr id="30" name="Google Shape;6112;p52">
            <a:extLst>
              <a:ext uri="{FF2B5EF4-FFF2-40B4-BE49-F238E27FC236}">
                <a16:creationId xmlns:a16="http://schemas.microsoft.com/office/drawing/2014/main" id="{4242C9B3-416D-4F66-94F9-B3F98CC371D5}"/>
              </a:ext>
            </a:extLst>
          </p:cNvPr>
          <p:cNvGrpSpPr/>
          <p:nvPr/>
        </p:nvGrpSpPr>
        <p:grpSpPr>
          <a:xfrm>
            <a:off x="620986" y="968837"/>
            <a:ext cx="346347" cy="339623"/>
            <a:chOff x="1490050" y="3805975"/>
            <a:chExt cx="491900" cy="482350"/>
          </a:xfrm>
          <a:solidFill>
            <a:schemeClr val="accent6"/>
          </a:solidFill>
        </p:grpSpPr>
        <p:sp>
          <p:nvSpPr>
            <p:cNvPr id="31" name="Google Shape;6113;p52">
              <a:extLst>
                <a:ext uri="{FF2B5EF4-FFF2-40B4-BE49-F238E27FC236}">
                  <a16:creationId xmlns:a16="http://schemas.microsoft.com/office/drawing/2014/main" id="{11609D5E-D4DF-47AE-85C3-093C27A5AC44}"/>
                </a:ext>
              </a:extLst>
            </p:cNvPr>
            <p:cNvSpPr/>
            <p:nvPr/>
          </p:nvSpPr>
          <p:spPr>
            <a:xfrm>
              <a:off x="1541775" y="3877050"/>
              <a:ext cx="302500" cy="277225"/>
            </a:xfrm>
            <a:custGeom>
              <a:avLst/>
              <a:gdLst/>
              <a:ahLst/>
              <a:cxnLst/>
              <a:rect l="l" t="t" r="r" b="b"/>
              <a:pathLst>
                <a:path w="12100" h="11089" extrusionOk="0">
                  <a:moveTo>
                    <a:pt x="10512" y="1"/>
                  </a:moveTo>
                  <a:lnTo>
                    <a:pt x="0" y="10513"/>
                  </a:lnTo>
                  <a:cubicBezTo>
                    <a:pt x="207" y="10475"/>
                    <a:pt x="415" y="10456"/>
                    <a:pt x="622" y="10456"/>
                  </a:cubicBezTo>
                  <a:cubicBezTo>
                    <a:pt x="1327" y="10456"/>
                    <a:pt x="2020" y="10674"/>
                    <a:pt x="2602" y="11088"/>
                  </a:cubicBezTo>
                  <a:lnTo>
                    <a:pt x="12099" y="1588"/>
                  </a:lnTo>
                  <a:lnTo>
                    <a:pt x="105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2" name="Google Shape;6114;p52">
              <a:extLst>
                <a:ext uri="{FF2B5EF4-FFF2-40B4-BE49-F238E27FC236}">
                  <a16:creationId xmlns:a16="http://schemas.microsoft.com/office/drawing/2014/main" id="{59ED7026-E90B-4C60-BA0D-9CA344A6C55D}"/>
                </a:ext>
              </a:extLst>
            </p:cNvPr>
            <p:cNvSpPr/>
            <p:nvPr/>
          </p:nvSpPr>
          <p:spPr>
            <a:xfrm>
              <a:off x="1824450" y="3805975"/>
              <a:ext cx="157500" cy="150525"/>
            </a:xfrm>
            <a:custGeom>
              <a:avLst/>
              <a:gdLst/>
              <a:ahLst/>
              <a:cxnLst/>
              <a:rect l="l" t="t" r="r" b="b"/>
              <a:pathLst>
                <a:path w="6300" h="6021" extrusionOk="0">
                  <a:moveTo>
                    <a:pt x="3211" y="0"/>
                  </a:moveTo>
                  <a:cubicBezTo>
                    <a:pt x="2484" y="0"/>
                    <a:pt x="1758" y="281"/>
                    <a:pt x="1208" y="841"/>
                  </a:cubicBezTo>
                  <a:lnTo>
                    <a:pt x="0" y="2049"/>
                  </a:lnTo>
                  <a:lnTo>
                    <a:pt x="3972" y="6021"/>
                  </a:lnTo>
                  <a:lnTo>
                    <a:pt x="5180" y="4813"/>
                  </a:lnTo>
                  <a:cubicBezTo>
                    <a:pt x="6294" y="3717"/>
                    <a:pt x="6300" y="1925"/>
                    <a:pt x="5198" y="823"/>
                  </a:cubicBezTo>
                  <a:cubicBezTo>
                    <a:pt x="4649" y="274"/>
                    <a:pt x="3930" y="0"/>
                    <a:pt x="32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3" name="Google Shape;6115;p52">
              <a:extLst>
                <a:ext uri="{FF2B5EF4-FFF2-40B4-BE49-F238E27FC236}">
                  <a16:creationId xmlns:a16="http://schemas.microsoft.com/office/drawing/2014/main" id="{A35A982C-2D4F-4CB8-B29F-2E416F5AFF55}"/>
                </a:ext>
              </a:extLst>
            </p:cNvPr>
            <p:cNvSpPr/>
            <p:nvPr/>
          </p:nvSpPr>
          <p:spPr>
            <a:xfrm>
              <a:off x="1626675" y="3936600"/>
              <a:ext cx="277225" cy="302600"/>
            </a:xfrm>
            <a:custGeom>
              <a:avLst/>
              <a:gdLst/>
              <a:ahLst/>
              <a:cxnLst/>
              <a:rect l="l" t="t" r="r" b="b"/>
              <a:pathLst>
                <a:path w="11089" h="12104" extrusionOk="0">
                  <a:moveTo>
                    <a:pt x="9501" y="1"/>
                  </a:moveTo>
                  <a:lnTo>
                    <a:pt x="1" y="9501"/>
                  </a:lnTo>
                  <a:cubicBezTo>
                    <a:pt x="537" y="10254"/>
                    <a:pt x="745" y="11194"/>
                    <a:pt x="576" y="12103"/>
                  </a:cubicBezTo>
                  <a:lnTo>
                    <a:pt x="11088" y="1591"/>
                  </a:lnTo>
                  <a:lnTo>
                    <a:pt x="950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4" name="Google Shape;6116;p52">
              <a:extLst>
                <a:ext uri="{FF2B5EF4-FFF2-40B4-BE49-F238E27FC236}">
                  <a16:creationId xmlns:a16="http://schemas.microsoft.com/office/drawing/2014/main" id="{196F6B18-F506-4B4E-A071-E20ACFB5D390}"/>
                </a:ext>
              </a:extLst>
            </p:cNvPr>
            <p:cNvSpPr/>
            <p:nvPr/>
          </p:nvSpPr>
          <p:spPr>
            <a:xfrm>
              <a:off x="1490050" y="4166500"/>
              <a:ext cx="129950" cy="121825"/>
            </a:xfrm>
            <a:custGeom>
              <a:avLst/>
              <a:gdLst/>
              <a:ahLst/>
              <a:cxnLst/>
              <a:rect l="l" t="t" r="r" b="b"/>
              <a:pathLst>
                <a:path w="5198" h="4873" extrusionOk="0">
                  <a:moveTo>
                    <a:pt x="2693" y="0"/>
                  </a:moveTo>
                  <a:cubicBezTo>
                    <a:pt x="2243" y="0"/>
                    <a:pt x="1790" y="133"/>
                    <a:pt x="1398" y="405"/>
                  </a:cubicBezTo>
                  <a:lnTo>
                    <a:pt x="1398" y="402"/>
                  </a:lnTo>
                  <a:lnTo>
                    <a:pt x="741" y="2446"/>
                  </a:lnTo>
                  <a:lnTo>
                    <a:pt x="139" y="4118"/>
                  </a:lnTo>
                  <a:cubicBezTo>
                    <a:pt x="0" y="4500"/>
                    <a:pt x="295" y="4872"/>
                    <a:pt x="664" y="4872"/>
                  </a:cubicBezTo>
                  <a:cubicBezTo>
                    <a:pt x="727" y="4872"/>
                    <a:pt x="793" y="4861"/>
                    <a:pt x="859" y="4837"/>
                  </a:cubicBezTo>
                  <a:lnTo>
                    <a:pt x="2530" y="4235"/>
                  </a:lnTo>
                  <a:lnTo>
                    <a:pt x="4574" y="3579"/>
                  </a:lnTo>
                  <a:cubicBezTo>
                    <a:pt x="5198" y="2672"/>
                    <a:pt x="5086" y="1450"/>
                    <a:pt x="4306" y="670"/>
                  </a:cubicBezTo>
                  <a:cubicBezTo>
                    <a:pt x="3866" y="228"/>
                    <a:pt x="3282" y="0"/>
                    <a:pt x="269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35" name="Google Shape;6129;p52">
            <a:extLst>
              <a:ext uri="{FF2B5EF4-FFF2-40B4-BE49-F238E27FC236}">
                <a16:creationId xmlns:a16="http://schemas.microsoft.com/office/drawing/2014/main" id="{4E8D1AE9-D5D3-4153-AD8C-91034433756A}"/>
              </a:ext>
            </a:extLst>
          </p:cNvPr>
          <p:cNvGrpSpPr/>
          <p:nvPr/>
        </p:nvGrpSpPr>
        <p:grpSpPr>
          <a:xfrm>
            <a:off x="1150434" y="968824"/>
            <a:ext cx="336296" cy="339235"/>
            <a:chOff x="4464775" y="3806475"/>
            <a:chExt cx="477625" cy="481800"/>
          </a:xfrm>
          <a:solidFill>
            <a:schemeClr val="accent6"/>
          </a:solidFill>
        </p:grpSpPr>
        <p:sp>
          <p:nvSpPr>
            <p:cNvPr id="36" name="Google Shape;6130;p52">
              <a:extLst>
                <a:ext uri="{FF2B5EF4-FFF2-40B4-BE49-F238E27FC236}">
                  <a16:creationId xmlns:a16="http://schemas.microsoft.com/office/drawing/2014/main" id="{2AB43A0A-5026-4A23-834F-AF469F1DAD51}"/>
                </a:ext>
              </a:extLst>
            </p:cNvPr>
            <p:cNvSpPr/>
            <p:nvPr/>
          </p:nvSpPr>
          <p:spPr>
            <a:xfrm>
              <a:off x="4726375" y="3806475"/>
              <a:ext cx="56500" cy="141125"/>
            </a:xfrm>
            <a:custGeom>
              <a:avLst/>
              <a:gdLst/>
              <a:ahLst/>
              <a:cxnLst/>
              <a:rect l="l" t="t" r="r" b="b"/>
              <a:pathLst>
                <a:path w="2260" h="5645" extrusionOk="0">
                  <a:moveTo>
                    <a:pt x="1133" y="1"/>
                  </a:moveTo>
                  <a:cubicBezTo>
                    <a:pt x="978" y="1"/>
                    <a:pt x="823" y="64"/>
                    <a:pt x="712" y="189"/>
                  </a:cubicBezTo>
                  <a:cubicBezTo>
                    <a:pt x="504" y="421"/>
                    <a:pt x="522" y="776"/>
                    <a:pt x="754" y="984"/>
                  </a:cubicBezTo>
                  <a:cubicBezTo>
                    <a:pt x="832" y="1056"/>
                    <a:pt x="1130" y="1385"/>
                    <a:pt x="1130" y="1695"/>
                  </a:cubicBezTo>
                  <a:cubicBezTo>
                    <a:pt x="1130" y="1990"/>
                    <a:pt x="850" y="2315"/>
                    <a:pt x="754" y="2402"/>
                  </a:cubicBezTo>
                  <a:cubicBezTo>
                    <a:pt x="678" y="2472"/>
                    <a:pt x="1" y="3101"/>
                    <a:pt x="1" y="3953"/>
                  </a:cubicBezTo>
                  <a:cubicBezTo>
                    <a:pt x="1" y="4802"/>
                    <a:pt x="675" y="5432"/>
                    <a:pt x="754" y="5501"/>
                  </a:cubicBezTo>
                  <a:cubicBezTo>
                    <a:pt x="861" y="5597"/>
                    <a:pt x="995" y="5644"/>
                    <a:pt x="1128" y="5644"/>
                  </a:cubicBezTo>
                  <a:cubicBezTo>
                    <a:pt x="1283" y="5644"/>
                    <a:pt x="1437" y="5580"/>
                    <a:pt x="1549" y="5456"/>
                  </a:cubicBezTo>
                  <a:cubicBezTo>
                    <a:pt x="1757" y="5224"/>
                    <a:pt x="1735" y="4869"/>
                    <a:pt x="1507" y="4661"/>
                  </a:cubicBezTo>
                  <a:cubicBezTo>
                    <a:pt x="1428" y="4588"/>
                    <a:pt x="1130" y="4260"/>
                    <a:pt x="1130" y="3950"/>
                  </a:cubicBezTo>
                  <a:cubicBezTo>
                    <a:pt x="1130" y="3655"/>
                    <a:pt x="1410" y="3330"/>
                    <a:pt x="1507" y="3242"/>
                  </a:cubicBezTo>
                  <a:cubicBezTo>
                    <a:pt x="1585" y="3173"/>
                    <a:pt x="2259" y="2544"/>
                    <a:pt x="2259" y="1692"/>
                  </a:cubicBezTo>
                  <a:cubicBezTo>
                    <a:pt x="2259" y="842"/>
                    <a:pt x="1585" y="213"/>
                    <a:pt x="1507" y="144"/>
                  </a:cubicBezTo>
                  <a:cubicBezTo>
                    <a:pt x="1399" y="48"/>
                    <a:pt x="1266" y="1"/>
                    <a:pt x="11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7" name="Google Shape;6131;p52">
              <a:extLst>
                <a:ext uri="{FF2B5EF4-FFF2-40B4-BE49-F238E27FC236}">
                  <a16:creationId xmlns:a16="http://schemas.microsoft.com/office/drawing/2014/main" id="{DC1FA845-5EB4-4183-AC92-FE3D1DF03E84}"/>
                </a:ext>
              </a:extLst>
            </p:cNvPr>
            <p:cNvSpPr/>
            <p:nvPr/>
          </p:nvSpPr>
          <p:spPr>
            <a:xfrm>
              <a:off x="4641700" y="3806475"/>
              <a:ext cx="56475" cy="141125"/>
            </a:xfrm>
            <a:custGeom>
              <a:avLst/>
              <a:gdLst/>
              <a:ahLst/>
              <a:cxnLst/>
              <a:rect l="l" t="t" r="r" b="b"/>
              <a:pathLst>
                <a:path w="2259" h="5645" extrusionOk="0">
                  <a:moveTo>
                    <a:pt x="1132" y="1"/>
                  </a:moveTo>
                  <a:cubicBezTo>
                    <a:pt x="977" y="1"/>
                    <a:pt x="823" y="64"/>
                    <a:pt x="711" y="189"/>
                  </a:cubicBezTo>
                  <a:cubicBezTo>
                    <a:pt x="503" y="421"/>
                    <a:pt x="521" y="776"/>
                    <a:pt x="753" y="984"/>
                  </a:cubicBezTo>
                  <a:cubicBezTo>
                    <a:pt x="831" y="1056"/>
                    <a:pt x="1130" y="1385"/>
                    <a:pt x="1130" y="1695"/>
                  </a:cubicBezTo>
                  <a:cubicBezTo>
                    <a:pt x="1130" y="1990"/>
                    <a:pt x="849" y="2315"/>
                    <a:pt x="753" y="2402"/>
                  </a:cubicBezTo>
                  <a:cubicBezTo>
                    <a:pt x="678" y="2472"/>
                    <a:pt x="0" y="3101"/>
                    <a:pt x="0" y="3953"/>
                  </a:cubicBezTo>
                  <a:cubicBezTo>
                    <a:pt x="0" y="4802"/>
                    <a:pt x="675" y="5432"/>
                    <a:pt x="753" y="5501"/>
                  </a:cubicBezTo>
                  <a:cubicBezTo>
                    <a:pt x="860" y="5597"/>
                    <a:pt x="994" y="5644"/>
                    <a:pt x="1127" y="5644"/>
                  </a:cubicBezTo>
                  <a:cubicBezTo>
                    <a:pt x="1282" y="5644"/>
                    <a:pt x="1436" y="5580"/>
                    <a:pt x="1548" y="5456"/>
                  </a:cubicBezTo>
                  <a:cubicBezTo>
                    <a:pt x="1756" y="5224"/>
                    <a:pt x="1735" y="4869"/>
                    <a:pt x="1506" y="4661"/>
                  </a:cubicBezTo>
                  <a:cubicBezTo>
                    <a:pt x="1428" y="4588"/>
                    <a:pt x="1130" y="4260"/>
                    <a:pt x="1130" y="3950"/>
                  </a:cubicBezTo>
                  <a:cubicBezTo>
                    <a:pt x="1130" y="3655"/>
                    <a:pt x="1410" y="3330"/>
                    <a:pt x="1506" y="3242"/>
                  </a:cubicBezTo>
                  <a:cubicBezTo>
                    <a:pt x="1581" y="3173"/>
                    <a:pt x="2259" y="2544"/>
                    <a:pt x="2259" y="1692"/>
                  </a:cubicBezTo>
                  <a:cubicBezTo>
                    <a:pt x="2259" y="842"/>
                    <a:pt x="1581" y="213"/>
                    <a:pt x="1506" y="144"/>
                  </a:cubicBezTo>
                  <a:cubicBezTo>
                    <a:pt x="1399" y="48"/>
                    <a:pt x="1265" y="1"/>
                    <a:pt x="11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8" name="Google Shape;6132;p52">
              <a:extLst>
                <a:ext uri="{FF2B5EF4-FFF2-40B4-BE49-F238E27FC236}">
                  <a16:creationId xmlns:a16="http://schemas.microsoft.com/office/drawing/2014/main" id="{7E59AEB5-98E4-46AE-BC74-EEE2BE6432FD}"/>
                </a:ext>
              </a:extLst>
            </p:cNvPr>
            <p:cNvSpPr/>
            <p:nvPr/>
          </p:nvSpPr>
          <p:spPr>
            <a:xfrm>
              <a:off x="4557000" y="3806475"/>
              <a:ext cx="56500" cy="141125"/>
            </a:xfrm>
            <a:custGeom>
              <a:avLst/>
              <a:gdLst/>
              <a:ahLst/>
              <a:cxnLst/>
              <a:rect l="l" t="t" r="r" b="b"/>
              <a:pathLst>
                <a:path w="2260" h="5645" extrusionOk="0">
                  <a:moveTo>
                    <a:pt x="1132" y="1"/>
                  </a:moveTo>
                  <a:cubicBezTo>
                    <a:pt x="977" y="1"/>
                    <a:pt x="823" y="64"/>
                    <a:pt x="711" y="189"/>
                  </a:cubicBezTo>
                  <a:cubicBezTo>
                    <a:pt x="504" y="421"/>
                    <a:pt x="522" y="776"/>
                    <a:pt x="753" y="984"/>
                  </a:cubicBezTo>
                  <a:cubicBezTo>
                    <a:pt x="832" y="1056"/>
                    <a:pt x="1130" y="1385"/>
                    <a:pt x="1130" y="1695"/>
                  </a:cubicBezTo>
                  <a:cubicBezTo>
                    <a:pt x="1130" y="1990"/>
                    <a:pt x="850" y="2315"/>
                    <a:pt x="753" y="2402"/>
                  </a:cubicBezTo>
                  <a:cubicBezTo>
                    <a:pt x="678" y="2472"/>
                    <a:pt x="1" y="3101"/>
                    <a:pt x="1" y="3953"/>
                  </a:cubicBezTo>
                  <a:cubicBezTo>
                    <a:pt x="1" y="4802"/>
                    <a:pt x="675" y="5432"/>
                    <a:pt x="753" y="5501"/>
                  </a:cubicBezTo>
                  <a:cubicBezTo>
                    <a:pt x="861" y="5597"/>
                    <a:pt x="994" y="5644"/>
                    <a:pt x="1127" y="5644"/>
                  </a:cubicBezTo>
                  <a:cubicBezTo>
                    <a:pt x="1282" y="5644"/>
                    <a:pt x="1437" y="5580"/>
                    <a:pt x="1548" y="5456"/>
                  </a:cubicBezTo>
                  <a:cubicBezTo>
                    <a:pt x="1756" y="5224"/>
                    <a:pt x="1735" y="4869"/>
                    <a:pt x="1506" y="4661"/>
                  </a:cubicBezTo>
                  <a:cubicBezTo>
                    <a:pt x="1428" y="4588"/>
                    <a:pt x="1130" y="4260"/>
                    <a:pt x="1130" y="3950"/>
                  </a:cubicBezTo>
                  <a:cubicBezTo>
                    <a:pt x="1130" y="3655"/>
                    <a:pt x="1410" y="3330"/>
                    <a:pt x="1506" y="3242"/>
                  </a:cubicBezTo>
                  <a:cubicBezTo>
                    <a:pt x="1582" y="3173"/>
                    <a:pt x="2259" y="2544"/>
                    <a:pt x="2259" y="1692"/>
                  </a:cubicBezTo>
                  <a:cubicBezTo>
                    <a:pt x="2259" y="842"/>
                    <a:pt x="1582" y="213"/>
                    <a:pt x="1506" y="144"/>
                  </a:cubicBezTo>
                  <a:cubicBezTo>
                    <a:pt x="1399" y="48"/>
                    <a:pt x="1265" y="1"/>
                    <a:pt x="11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9" name="Google Shape;6133;p52">
              <a:extLst>
                <a:ext uri="{FF2B5EF4-FFF2-40B4-BE49-F238E27FC236}">
                  <a16:creationId xmlns:a16="http://schemas.microsoft.com/office/drawing/2014/main" id="{D05984B2-DD18-465C-A46E-2AF8768F5A6A}"/>
                </a:ext>
              </a:extLst>
            </p:cNvPr>
            <p:cNvSpPr/>
            <p:nvPr/>
          </p:nvSpPr>
          <p:spPr>
            <a:xfrm>
              <a:off x="4464775" y="4230875"/>
              <a:ext cx="395250" cy="57400"/>
            </a:xfrm>
            <a:custGeom>
              <a:avLst/>
              <a:gdLst/>
              <a:ahLst/>
              <a:cxnLst/>
              <a:rect l="l" t="t" r="r" b="b"/>
              <a:pathLst>
                <a:path w="15810" h="2296" extrusionOk="0">
                  <a:moveTo>
                    <a:pt x="567" y="1"/>
                  </a:moveTo>
                  <a:cubicBezTo>
                    <a:pt x="254" y="1"/>
                    <a:pt x="1" y="251"/>
                    <a:pt x="1" y="564"/>
                  </a:cubicBezTo>
                  <a:cubicBezTo>
                    <a:pt x="1" y="877"/>
                    <a:pt x="254" y="1130"/>
                    <a:pt x="567" y="1130"/>
                  </a:cubicBezTo>
                  <a:lnTo>
                    <a:pt x="1910" y="1130"/>
                  </a:lnTo>
                  <a:lnTo>
                    <a:pt x="2006" y="1359"/>
                  </a:lnTo>
                  <a:cubicBezTo>
                    <a:pt x="2291" y="1932"/>
                    <a:pt x="2875" y="2295"/>
                    <a:pt x="3516" y="2295"/>
                  </a:cubicBezTo>
                  <a:cubicBezTo>
                    <a:pt x="3519" y="2295"/>
                    <a:pt x="3521" y="2295"/>
                    <a:pt x="3524" y="2295"/>
                  </a:cubicBezTo>
                  <a:lnTo>
                    <a:pt x="12290" y="2295"/>
                  </a:lnTo>
                  <a:cubicBezTo>
                    <a:pt x="12292" y="2295"/>
                    <a:pt x="12295" y="2295"/>
                    <a:pt x="12298" y="2295"/>
                  </a:cubicBezTo>
                  <a:cubicBezTo>
                    <a:pt x="12936" y="2295"/>
                    <a:pt x="13520" y="1932"/>
                    <a:pt x="13804" y="1359"/>
                  </a:cubicBezTo>
                  <a:lnTo>
                    <a:pt x="13901" y="1130"/>
                  </a:lnTo>
                  <a:lnTo>
                    <a:pt x="15247" y="1130"/>
                  </a:lnTo>
                  <a:cubicBezTo>
                    <a:pt x="15557" y="1130"/>
                    <a:pt x="15810" y="877"/>
                    <a:pt x="15810" y="564"/>
                  </a:cubicBezTo>
                  <a:cubicBezTo>
                    <a:pt x="15810" y="251"/>
                    <a:pt x="15557" y="1"/>
                    <a:pt x="152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0" name="Google Shape;6134;p52">
              <a:extLst>
                <a:ext uri="{FF2B5EF4-FFF2-40B4-BE49-F238E27FC236}">
                  <a16:creationId xmlns:a16="http://schemas.microsoft.com/office/drawing/2014/main" id="{635B9F2C-E452-43B0-AF55-E18163A8BF12}"/>
                </a:ext>
              </a:extLst>
            </p:cNvPr>
            <p:cNvSpPr/>
            <p:nvPr/>
          </p:nvSpPr>
          <p:spPr>
            <a:xfrm>
              <a:off x="4840675" y="4007300"/>
              <a:ext cx="101725" cy="166025"/>
            </a:xfrm>
            <a:custGeom>
              <a:avLst/>
              <a:gdLst/>
              <a:ahLst/>
              <a:cxnLst/>
              <a:rect l="l" t="t" r="r" b="b"/>
              <a:pathLst>
                <a:path w="4069" h="6641" extrusionOk="0">
                  <a:moveTo>
                    <a:pt x="1870" y="0"/>
                  </a:moveTo>
                  <a:cubicBezTo>
                    <a:pt x="1852" y="380"/>
                    <a:pt x="1837" y="759"/>
                    <a:pt x="1795" y="1130"/>
                  </a:cubicBezTo>
                  <a:cubicBezTo>
                    <a:pt x="1927" y="1181"/>
                    <a:pt x="2048" y="1256"/>
                    <a:pt x="2150" y="1355"/>
                  </a:cubicBezTo>
                  <a:cubicBezTo>
                    <a:pt x="2800" y="2006"/>
                    <a:pt x="2433" y="3469"/>
                    <a:pt x="1352" y="4550"/>
                  </a:cubicBezTo>
                  <a:cubicBezTo>
                    <a:pt x="1177" y="4722"/>
                    <a:pt x="991" y="4879"/>
                    <a:pt x="792" y="5017"/>
                  </a:cubicBezTo>
                  <a:cubicBezTo>
                    <a:pt x="566" y="5577"/>
                    <a:pt x="301" y="6119"/>
                    <a:pt x="0" y="6640"/>
                  </a:cubicBezTo>
                  <a:cubicBezTo>
                    <a:pt x="747" y="6429"/>
                    <a:pt x="1506" y="5993"/>
                    <a:pt x="2150" y="5348"/>
                  </a:cubicBezTo>
                  <a:cubicBezTo>
                    <a:pt x="3716" y="3782"/>
                    <a:pt x="4068" y="1678"/>
                    <a:pt x="2948" y="557"/>
                  </a:cubicBezTo>
                  <a:cubicBezTo>
                    <a:pt x="2656" y="268"/>
                    <a:pt x="2280" y="97"/>
                    <a:pt x="18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1" name="Google Shape;6135;p52">
              <a:extLst>
                <a:ext uri="{FF2B5EF4-FFF2-40B4-BE49-F238E27FC236}">
                  <a16:creationId xmlns:a16="http://schemas.microsoft.com/office/drawing/2014/main" id="{040A4CFE-8B79-4E5D-8AA7-6619E5B2F0FF}"/>
                </a:ext>
              </a:extLst>
            </p:cNvPr>
            <p:cNvSpPr/>
            <p:nvPr/>
          </p:nvSpPr>
          <p:spPr>
            <a:xfrm>
              <a:off x="4464775" y="3976800"/>
              <a:ext cx="395250" cy="225875"/>
            </a:xfrm>
            <a:custGeom>
              <a:avLst/>
              <a:gdLst/>
              <a:ahLst/>
              <a:cxnLst/>
              <a:rect l="l" t="t" r="r" b="b"/>
              <a:pathLst>
                <a:path w="15810" h="9035" extrusionOk="0">
                  <a:moveTo>
                    <a:pt x="564" y="1"/>
                  </a:moveTo>
                  <a:cubicBezTo>
                    <a:pt x="254" y="1"/>
                    <a:pt x="1" y="251"/>
                    <a:pt x="1" y="564"/>
                  </a:cubicBezTo>
                  <a:cubicBezTo>
                    <a:pt x="1" y="3930"/>
                    <a:pt x="1157" y="7026"/>
                    <a:pt x="3075" y="9035"/>
                  </a:cubicBezTo>
                  <a:lnTo>
                    <a:pt x="12735" y="9035"/>
                  </a:lnTo>
                  <a:cubicBezTo>
                    <a:pt x="14654" y="7026"/>
                    <a:pt x="15810" y="3930"/>
                    <a:pt x="15810" y="564"/>
                  </a:cubicBezTo>
                  <a:cubicBezTo>
                    <a:pt x="15810" y="251"/>
                    <a:pt x="15557" y="1"/>
                    <a:pt x="152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6206F02D-8E88-442F-BE7C-705401D93F3D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1164" y="356260"/>
            <a:ext cx="6730218" cy="4018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1019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4"/>
          <p:cNvSpPr txBox="1">
            <a:spLocks noGrp="1"/>
          </p:cNvSpPr>
          <p:nvPr>
            <p:ph type="ctrTitle"/>
          </p:nvPr>
        </p:nvSpPr>
        <p:spPr>
          <a:xfrm>
            <a:off x="151761" y="1365844"/>
            <a:ext cx="1766403" cy="79694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 dirty="0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  <a:t>PENGKODEAN</a:t>
            </a:r>
            <a:br>
              <a:rPr lang="es" sz="2000" dirty="0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</a:br>
            <a:r>
              <a:rPr lang="es" sz="2000" dirty="0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  <a:t>SYSTEM</a:t>
            </a:r>
            <a:endParaRPr sz="2000" dirty="0">
              <a:solidFill>
                <a:srgbClr val="48FFD5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5" name="Google Shape;270;p24">
            <a:extLst>
              <a:ext uri="{FF2B5EF4-FFF2-40B4-BE49-F238E27FC236}">
                <a16:creationId xmlns:a16="http://schemas.microsoft.com/office/drawing/2014/main" id="{826F4B58-B400-4659-B4CE-1684508A8953}"/>
              </a:ext>
            </a:extLst>
          </p:cNvPr>
          <p:cNvSpPr txBox="1">
            <a:spLocks/>
          </p:cNvSpPr>
          <p:nvPr/>
        </p:nvSpPr>
        <p:spPr>
          <a:xfrm>
            <a:off x="1646193" y="4446317"/>
            <a:ext cx="6935189" cy="525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oboto Black"/>
              <a:buNone/>
              <a:defRPr sz="3600" b="0" i="0" u="none" strike="noStrike" cap="none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9pPr>
          </a:lstStyle>
          <a:p>
            <a:pPr algn="ctr"/>
            <a:r>
              <a:rPr lang="en-US" sz="2000" dirty="0" err="1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  <a:t>Tampilan</a:t>
            </a:r>
            <a:r>
              <a:rPr lang="en-US" sz="2000" dirty="0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  <a:t> dashboard </a:t>
            </a:r>
            <a:r>
              <a:rPr lang="en-US" sz="2000" dirty="0" err="1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  <a:t>petugas</a:t>
            </a:r>
            <a:endParaRPr lang="en-US" sz="2000" dirty="0">
              <a:solidFill>
                <a:schemeClr val="accent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grpSp>
        <p:nvGrpSpPr>
          <p:cNvPr id="30" name="Google Shape;6112;p52">
            <a:extLst>
              <a:ext uri="{FF2B5EF4-FFF2-40B4-BE49-F238E27FC236}">
                <a16:creationId xmlns:a16="http://schemas.microsoft.com/office/drawing/2014/main" id="{4242C9B3-416D-4F66-94F9-B3F98CC371D5}"/>
              </a:ext>
            </a:extLst>
          </p:cNvPr>
          <p:cNvGrpSpPr/>
          <p:nvPr/>
        </p:nvGrpSpPr>
        <p:grpSpPr>
          <a:xfrm>
            <a:off x="620986" y="968837"/>
            <a:ext cx="346347" cy="339623"/>
            <a:chOff x="1490050" y="3805975"/>
            <a:chExt cx="491900" cy="482350"/>
          </a:xfrm>
          <a:solidFill>
            <a:schemeClr val="accent6"/>
          </a:solidFill>
        </p:grpSpPr>
        <p:sp>
          <p:nvSpPr>
            <p:cNvPr id="31" name="Google Shape;6113;p52">
              <a:extLst>
                <a:ext uri="{FF2B5EF4-FFF2-40B4-BE49-F238E27FC236}">
                  <a16:creationId xmlns:a16="http://schemas.microsoft.com/office/drawing/2014/main" id="{11609D5E-D4DF-47AE-85C3-093C27A5AC44}"/>
                </a:ext>
              </a:extLst>
            </p:cNvPr>
            <p:cNvSpPr/>
            <p:nvPr/>
          </p:nvSpPr>
          <p:spPr>
            <a:xfrm>
              <a:off x="1541775" y="3877050"/>
              <a:ext cx="302500" cy="277225"/>
            </a:xfrm>
            <a:custGeom>
              <a:avLst/>
              <a:gdLst/>
              <a:ahLst/>
              <a:cxnLst/>
              <a:rect l="l" t="t" r="r" b="b"/>
              <a:pathLst>
                <a:path w="12100" h="11089" extrusionOk="0">
                  <a:moveTo>
                    <a:pt x="10512" y="1"/>
                  </a:moveTo>
                  <a:lnTo>
                    <a:pt x="0" y="10513"/>
                  </a:lnTo>
                  <a:cubicBezTo>
                    <a:pt x="207" y="10475"/>
                    <a:pt x="415" y="10456"/>
                    <a:pt x="622" y="10456"/>
                  </a:cubicBezTo>
                  <a:cubicBezTo>
                    <a:pt x="1327" y="10456"/>
                    <a:pt x="2020" y="10674"/>
                    <a:pt x="2602" y="11088"/>
                  </a:cubicBezTo>
                  <a:lnTo>
                    <a:pt x="12099" y="1588"/>
                  </a:lnTo>
                  <a:lnTo>
                    <a:pt x="105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2" name="Google Shape;6114;p52">
              <a:extLst>
                <a:ext uri="{FF2B5EF4-FFF2-40B4-BE49-F238E27FC236}">
                  <a16:creationId xmlns:a16="http://schemas.microsoft.com/office/drawing/2014/main" id="{59ED7026-E90B-4C60-BA0D-9CA344A6C55D}"/>
                </a:ext>
              </a:extLst>
            </p:cNvPr>
            <p:cNvSpPr/>
            <p:nvPr/>
          </p:nvSpPr>
          <p:spPr>
            <a:xfrm>
              <a:off x="1824450" y="3805975"/>
              <a:ext cx="157500" cy="150525"/>
            </a:xfrm>
            <a:custGeom>
              <a:avLst/>
              <a:gdLst/>
              <a:ahLst/>
              <a:cxnLst/>
              <a:rect l="l" t="t" r="r" b="b"/>
              <a:pathLst>
                <a:path w="6300" h="6021" extrusionOk="0">
                  <a:moveTo>
                    <a:pt x="3211" y="0"/>
                  </a:moveTo>
                  <a:cubicBezTo>
                    <a:pt x="2484" y="0"/>
                    <a:pt x="1758" y="281"/>
                    <a:pt x="1208" y="841"/>
                  </a:cubicBezTo>
                  <a:lnTo>
                    <a:pt x="0" y="2049"/>
                  </a:lnTo>
                  <a:lnTo>
                    <a:pt x="3972" y="6021"/>
                  </a:lnTo>
                  <a:lnTo>
                    <a:pt x="5180" y="4813"/>
                  </a:lnTo>
                  <a:cubicBezTo>
                    <a:pt x="6294" y="3717"/>
                    <a:pt x="6300" y="1925"/>
                    <a:pt x="5198" y="823"/>
                  </a:cubicBezTo>
                  <a:cubicBezTo>
                    <a:pt x="4649" y="274"/>
                    <a:pt x="3930" y="0"/>
                    <a:pt x="32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3" name="Google Shape;6115;p52">
              <a:extLst>
                <a:ext uri="{FF2B5EF4-FFF2-40B4-BE49-F238E27FC236}">
                  <a16:creationId xmlns:a16="http://schemas.microsoft.com/office/drawing/2014/main" id="{A35A982C-2D4F-4CB8-B29F-2E416F5AFF55}"/>
                </a:ext>
              </a:extLst>
            </p:cNvPr>
            <p:cNvSpPr/>
            <p:nvPr/>
          </p:nvSpPr>
          <p:spPr>
            <a:xfrm>
              <a:off x="1626675" y="3936600"/>
              <a:ext cx="277225" cy="302600"/>
            </a:xfrm>
            <a:custGeom>
              <a:avLst/>
              <a:gdLst/>
              <a:ahLst/>
              <a:cxnLst/>
              <a:rect l="l" t="t" r="r" b="b"/>
              <a:pathLst>
                <a:path w="11089" h="12104" extrusionOk="0">
                  <a:moveTo>
                    <a:pt x="9501" y="1"/>
                  </a:moveTo>
                  <a:lnTo>
                    <a:pt x="1" y="9501"/>
                  </a:lnTo>
                  <a:cubicBezTo>
                    <a:pt x="537" y="10254"/>
                    <a:pt x="745" y="11194"/>
                    <a:pt x="576" y="12103"/>
                  </a:cubicBezTo>
                  <a:lnTo>
                    <a:pt x="11088" y="1591"/>
                  </a:lnTo>
                  <a:lnTo>
                    <a:pt x="950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4" name="Google Shape;6116;p52">
              <a:extLst>
                <a:ext uri="{FF2B5EF4-FFF2-40B4-BE49-F238E27FC236}">
                  <a16:creationId xmlns:a16="http://schemas.microsoft.com/office/drawing/2014/main" id="{196F6B18-F506-4B4E-A071-E20ACFB5D390}"/>
                </a:ext>
              </a:extLst>
            </p:cNvPr>
            <p:cNvSpPr/>
            <p:nvPr/>
          </p:nvSpPr>
          <p:spPr>
            <a:xfrm>
              <a:off x="1490050" y="4166500"/>
              <a:ext cx="129950" cy="121825"/>
            </a:xfrm>
            <a:custGeom>
              <a:avLst/>
              <a:gdLst/>
              <a:ahLst/>
              <a:cxnLst/>
              <a:rect l="l" t="t" r="r" b="b"/>
              <a:pathLst>
                <a:path w="5198" h="4873" extrusionOk="0">
                  <a:moveTo>
                    <a:pt x="2693" y="0"/>
                  </a:moveTo>
                  <a:cubicBezTo>
                    <a:pt x="2243" y="0"/>
                    <a:pt x="1790" y="133"/>
                    <a:pt x="1398" y="405"/>
                  </a:cubicBezTo>
                  <a:lnTo>
                    <a:pt x="1398" y="402"/>
                  </a:lnTo>
                  <a:lnTo>
                    <a:pt x="741" y="2446"/>
                  </a:lnTo>
                  <a:lnTo>
                    <a:pt x="139" y="4118"/>
                  </a:lnTo>
                  <a:cubicBezTo>
                    <a:pt x="0" y="4500"/>
                    <a:pt x="295" y="4872"/>
                    <a:pt x="664" y="4872"/>
                  </a:cubicBezTo>
                  <a:cubicBezTo>
                    <a:pt x="727" y="4872"/>
                    <a:pt x="793" y="4861"/>
                    <a:pt x="859" y="4837"/>
                  </a:cubicBezTo>
                  <a:lnTo>
                    <a:pt x="2530" y="4235"/>
                  </a:lnTo>
                  <a:lnTo>
                    <a:pt x="4574" y="3579"/>
                  </a:lnTo>
                  <a:cubicBezTo>
                    <a:pt x="5198" y="2672"/>
                    <a:pt x="5086" y="1450"/>
                    <a:pt x="4306" y="670"/>
                  </a:cubicBezTo>
                  <a:cubicBezTo>
                    <a:pt x="3866" y="228"/>
                    <a:pt x="3282" y="0"/>
                    <a:pt x="269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35" name="Google Shape;6129;p52">
            <a:extLst>
              <a:ext uri="{FF2B5EF4-FFF2-40B4-BE49-F238E27FC236}">
                <a16:creationId xmlns:a16="http://schemas.microsoft.com/office/drawing/2014/main" id="{4E8D1AE9-D5D3-4153-AD8C-91034433756A}"/>
              </a:ext>
            </a:extLst>
          </p:cNvPr>
          <p:cNvGrpSpPr/>
          <p:nvPr/>
        </p:nvGrpSpPr>
        <p:grpSpPr>
          <a:xfrm>
            <a:off x="1150434" y="968824"/>
            <a:ext cx="336296" cy="339235"/>
            <a:chOff x="4464775" y="3806475"/>
            <a:chExt cx="477625" cy="481800"/>
          </a:xfrm>
          <a:solidFill>
            <a:schemeClr val="accent6"/>
          </a:solidFill>
        </p:grpSpPr>
        <p:sp>
          <p:nvSpPr>
            <p:cNvPr id="36" name="Google Shape;6130;p52">
              <a:extLst>
                <a:ext uri="{FF2B5EF4-FFF2-40B4-BE49-F238E27FC236}">
                  <a16:creationId xmlns:a16="http://schemas.microsoft.com/office/drawing/2014/main" id="{2AB43A0A-5026-4A23-834F-AF469F1DAD51}"/>
                </a:ext>
              </a:extLst>
            </p:cNvPr>
            <p:cNvSpPr/>
            <p:nvPr/>
          </p:nvSpPr>
          <p:spPr>
            <a:xfrm>
              <a:off x="4726375" y="3806475"/>
              <a:ext cx="56500" cy="141125"/>
            </a:xfrm>
            <a:custGeom>
              <a:avLst/>
              <a:gdLst/>
              <a:ahLst/>
              <a:cxnLst/>
              <a:rect l="l" t="t" r="r" b="b"/>
              <a:pathLst>
                <a:path w="2260" h="5645" extrusionOk="0">
                  <a:moveTo>
                    <a:pt x="1133" y="1"/>
                  </a:moveTo>
                  <a:cubicBezTo>
                    <a:pt x="978" y="1"/>
                    <a:pt x="823" y="64"/>
                    <a:pt x="712" y="189"/>
                  </a:cubicBezTo>
                  <a:cubicBezTo>
                    <a:pt x="504" y="421"/>
                    <a:pt x="522" y="776"/>
                    <a:pt x="754" y="984"/>
                  </a:cubicBezTo>
                  <a:cubicBezTo>
                    <a:pt x="832" y="1056"/>
                    <a:pt x="1130" y="1385"/>
                    <a:pt x="1130" y="1695"/>
                  </a:cubicBezTo>
                  <a:cubicBezTo>
                    <a:pt x="1130" y="1990"/>
                    <a:pt x="850" y="2315"/>
                    <a:pt x="754" y="2402"/>
                  </a:cubicBezTo>
                  <a:cubicBezTo>
                    <a:pt x="678" y="2472"/>
                    <a:pt x="1" y="3101"/>
                    <a:pt x="1" y="3953"/>
                  </a:cubicBezTo>
                  <a:cubicBezTo>
                    <a:pt x="1" y="4802"/>
                    <a:pt x="675" y="5432"/>
                    <a:pt x="754" y="5501"/>
                  </a:cubicBezTo>
                  <a:cubicBezTo>
                    <a:pt x="861" y="5597"/>
                    <a:pt x="995" y="5644"/>
                    <a:pt x="1128" y="5644"/>
                  </a:cubicBezTo>
                  <a:cubicBezTo>
                    <a:pt x="1283" y="5644"/>
                    <a:pt x="1437" y="5580"/>
                    <a:pt x="1549" y="5456"/>
                  </a:cubicBezTo>
                  <a:cubicBezTo>
                    <a:pt x="1757" y="5224"/>
                    <a:pt x="1735" y="4869"/>
                    <a:pt x="1507" y="4661"/>
                  </a:cubicBezTo>
                  <a:cubicBezTo>
                    <a:pt x="1428" y="4588"/>
                    <a:pt x="1130" y="4260"/>
                    <a:pt x="1130" y="3950"/>
                  </a:cubicBezTo>
                  <a:cubicBezTo>
                    <a:pt x="1130" y="3655"/>
                    <a:pt x="1410" y="3330"/>
                    <a:pt x="1507" y="3242"/>
                  </a:cubicBezTo>
                  <a:cubicBezTo>
                    <a:pt x="1585" y="3173"/>
                    <a:pt x="2259" y="2544"/>
                    <a:pt x="2259" y="1692"/>
                  </a:cubicBezTo>
                  <a:cubicBezTo>
                    <a:pt x="2259" y="842"/>
                    <a:pt x="1585" y="213"/>
                    <a:pt x="1507" y="144"/>
                  </a:cubicBezTo>
                  <a:cubicBezTo>
                    <a:pt x="1399" y="48"/>
                    <a:pt x="1266" y="1"/>
                    <a:pt x="11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7" name="Google Shape;6131;p52">
              <a:extLst>
                <a:ext uri="{FF2B5EF4-FFF2-40B4-BE49-F238E27FC236}">
                  <a16:creationId xmlns:a16="http://schemas.microsoft.com/office/drawing/2014/main" id="{DC1FA845-5EB4-4183-AC92-FE3D1DF03E84}"/>
                </a:ext>
              </a:extLst>
            </p:cNvPr>
            <p:cNvSpPr/>
            <p:nvPr/>
          </p:nvSpPr>
          <p:spPr>
            <a:xfrm>
              <a:off x="4641700" y="3806475"/>
              <a:ext cx="56475" cy="141125"/>
            </a:xfrm>
            <a:custGeom>
              <a:avLst/>
              <a:gdLst/>
              <a:ahLst/>
              <a:cxnLst/>
              <a:rect l="l" t="t" r="r" b="b"/>
              <a:pathLst>
                <a:path w="2259" h="5645" extrusionOk="0">
                  <a:moveTo>
                    <a:pt x="1132" y="1"/>
                  </a:moveTo>
                  <a:cubicBezTo>
                    <a:pt x="977" y="1"/>
                    <a:pt x="823" y="64"/>
                    <a:pt x="711" y="189"/>
                  </a:cubicBezTo>
                  <a:cubicBezTo>
                    <a:pt x="503" y="421"/>
                    <a:pt x="521" y="776"/>
                    <a:pt x="753" y="984"/>
                  </a:cubicBezTo>
                  <a:cubicBezTo>
                    <a:pt x="831" y="1056"/>
                    <a:pt x="1130" y="1385"/>
                    <a:pt x="1130" y="1695"/>
                  </a:cubicBezTo>
                  <a:cubicBezTo>
                    <a:pt x="1130" y="1990"/>
                    <a:pt x="849" y="2315"/>
                    <a:pt x="753" y="2402"/>
                  </a:cubicBezTo>
                  <a:cubicBezTo>
                    <a:pt x="678" y="2472"/>
                    <a:pt x="0" y="3101"/>
                    <a:pt x="0" y="3953"/>
                  </a:cubicBezTo>
                  <a:cubicBezTo>
                    <a:pt x="0" y="4802"/>
                    <a:pt x="675" y="5432"/>
                    <a:pt x="753" y="5501"/>
                  </a:cubicBezTo>
                  <a:cubicBezTo>
                    <a:pt x="860" y="5597"/>
                    <a:pt x="994" y="5644"/>
                    <a:pt x="1127" y="5644"/>
                  </a:cubicBezTo>
                  <a:cubicBezTo>
                    <a:pt x="1282" y="5644"/>
                    <a:pt x="1436" y="5580"/>
                    <a:pt x="1548" y="5456"/>
                  </a:cubicBezTo>
                  <a:cubicBezTo>
                    <a:pt x="1756" y="5224"/>
                    <a:pt x="1735" y="4869"/>
                    <a:pt x="1506" y="4661"/>
                  </a:cubicBezTo>
                  <a:cubicBezTo>
                    <a:pt x="1428" y="4588"/>
                    <a:pt x="1130" y="4260"/>
                    <a:pt x="1130" y="3950"/>
                  </a:cubicBezTo>
                  <a:cubicBezTo>
                    <a:pt x="1130" y="3655"/>
                    <a:pt x="1410" y="3330"/>
                    <a:pt x="1506" y="3242"/>
                  </a:cubicBezTo>
                  <a:cubicBezTo>
                    <a:pt x="1581" y="3173"/>
                    <a:pt x="2259" y="2544"/>
                    <a:pt x="2259" y="1692"/>
                  </a:cubicBezTo>
                  <a:cubicBezTo>
                    <a:pt x="2259" y="842"/>
                    <a:pt x="1581" y="213"/>
                    <a:pt x="1506" y="144"/>
                  </a:cubicBezTo>
                  <a:cubicBezTo>
                    <a:pt x="1399" y="48"/>
                    <a:pt x="1265" y="1"/>
                    <a:pt x="11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8" name="Google Shape;6132;p52">
              <a:extLst>
                <a:ext uri="{FF2B5EF4-FFF2-40B4-BE49-F238E27FC236}">
                  <a16:creationId xmlns:a16="http://schemas.microsoft.com/office/drawing/2014/main" id="{7E59AEB5-98E4-46AE-BC74-EEE2BE6432FD}"/>
                </a:ext>
              </a:extLst>
            </p:cNvPr>
            <p:cNvSpPr/>
            <p:nvPr/>
          </p:nvSpPr>
          <p:spPr>
            <a:xfrm>
              <a:off x="4557000" y="3806475"/>
              <a:ext cx="56500" cy="141125"/>
            </a:xfrm>
            <a:custGeom>
              <a:avLst/>
              <a:gdLst/>
              <a:ahLst/>
              <a:cxnLst/>
              <a:rect l="l" t="t" r="r" b="b"/>
              <a:pathLst>
                <a:path w="2260" h="5645" extrusionOk="0">
                  <a:moveTo>
                    <a:pt x="1132" y="1"/>
                  </a:moveTo>
                  <a:cubicBezTo>
                    <a:pt x="977" y="1"/>
                    <a:pt x="823" y="64"/>
                    <a:pt x="711" y="189"/>
                  </a:cubicBezTo>
                  <a:cubicBezTo>
                    <a:pt x="504" y="421"/>
                    <a:pt x="522" y="776"/>
                    <a:pt x="753" y="984"/>
                  </a:cubicBezTo>
                  <a:cubicBezTo>
                    <a:pt x="832" y="1056"/>
                    <a:pt x="1130" y="1385"/>
                    <a:pt x="1130" y="1695"/>
                  </a:cubicBezTo>
                  <a:cubicBezTo>
                    <a:pt x="1130" y="1990"/>
                    <a:pt x="850" y="2315"/>
                    <a:pt x="753" y="2402"/>
                  </a:cubicBezTo>
                  <a:cubicBezTo>
                    <a:pt x="678" y="2472"/>
                    <a:pt x="1" y="3101"/>
                    <a:pt x="1" y="3953"/>
                  </a:cubicBezTo>
                  <a:cubicBezTo>
                    <a:pt x="1" y="4802"/>
                    <a:pt x="675" y="5432"/>
                    <a:pt x="753" y="5501"/>
                  </a:cubicBezTo>
                  <a:cubicBezTo>
                    <a:pt x="861" y="5597"/>
                    <a:pt x="994" y="5644"/>
                    <a:pt x="1127" y="5644"/>
                  </a:cubicBezTo>
                  <a:cubicBezTo>
                    <a:pt x="1282" y="5644"/>
                    <a:pt x="1437" y="5580"/>
                    <a:pt x="1548" y="5456"/>
                  </a:cubicBezTo>
                  <a:cubicBezTo>
                    <a:pt x="1756" y="5224"/>
                    <a:pt x="1735" y="4869"/>
                    <a:pt x="1506" y="4661"/>
                  </a:cubicBezTo>
                  <a:cubicBezTo>
                    <a:pt x="1428" y="4588"/>
                    <a:pt x="1130" y="4260"/>
                    <a:pt x="1130" y="3950"/>
                  </a:cubicBezTo>
                  <a:cubicBezTo>
                    <a:pt x="1130" y="3655"/>
                    <a:pt x="1410" y="3330"/>
                    <a:pt x="1506" y="3242"/>
                  </a:cubicBezTo>
                  <a:cubicBezTo>
                    <a:pt x="1582" y="3173"/>
                    <a:pt x="2259" y="2544"/>
                    <a:pt x="2259" y="1692"/>
                  </a:cubicBezTo>
                  <a:cubicBezTo>
                    <a:pt x="2259" y="842"/>
                    <a:pt x="1582" y="213"/>
                    <a:pt x="1506" y="144"/>
                  </a:cubicBezTo>
                  <a:cubicBezTo>
                    <a:pt x="1399" y="48"/>
                    <a:pt x="1265" y="1"/>
                    <a:pt x="11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9" name="Google Shape;6133;p52">
              <a:extLst>
                <a:ext uri="{FF2B5EF4-FFF2-40B4-BE49-F238E27FC236}">
                  <a16:creationId xmlns:a16="http://schemas.microsoft.com/office/drawing/2014/main" id="{D05984B2-DD18-465C-A46E-2AF8768F5A6A}"/>
                </a:ext>
              </a:extLst>
            </p:cNvPr>
            <p:cNvSpPr/>
            <p:nvPr/>
          </p:nvSpPr>
          <p:spPr>
            <a:xfrm>
              <a:off x="4464775" y="4230875"/>
              <a:ext cx="395250" cy="57400"/>
            </a:xfrm>
            <a:custGeom>
              <a:avLst/>
              <a:gdLst/>
              <a:ahLst/>
              <a:cxnLst/>
              <a:rect l="l" t="t" r="r" b="b"/>
              <a:pathLst>
                <a:path w="15810" h="2296" extrusionOk="0">
                  <a:moveTo>
                    <a:pt x="567" y="1"/>
                  </a:moveTo>
                  <a:cubicBezTo>
                    <a:pt x="254" y="1"/>
                    <a:pt x="1" y="251"/>
                    <a:pt x="1" y="564"/>
                  </a:cubicBezTo>
                  <a:cubicBezTo>
                    <a:pt x="1" y="877"/>
                    <a:pt x="254" y="1130"/>
                    <a:pt x="567" y="1130"/>
                  </a:cubicBezTo>
                  <a:lnTo>
                    <a:pt x="1910" y="1130"/>
                  </a:lnTo>
                  <a:lnTo>
                    <a:pt x="2006" y="1359"/>
                  </a:lnTo>
                  <a:cubicBezTo>
                    <a:pt x="2291" y="1932"/>
                    <a:pt x="2875" y="2295"/>
                    <a:pt x="3516" y="2295"/>
                  </a:cubicBezTo>
                  <a:cubicBezTo>
                    <a:pt x="3519" y="2295"/>
                    <a:pt x="3521" y="2295"/>
                    <a:pt x="3524" y="2295"/>
                  </a:cubicBezTo>
                  <a:lnTo>
                    <a:pt x="12290" y="2295"/>
                  </a:lnTo>
                  <a:cubicBezTo>
                    <a:pt x="12292" y="2295"/>
                    <a:pt x="12295" y="2295"/>
                    <a:pt x="12298" y="2295"/>
                  </a:cubicBezTo>
                  <a:cubicBezTo>
                    <a:pt x="12936" y="2295"/>
                    <a:pt x="13520" y="1932"/>
                    <a:pt x="13804" y="1359"/>
                  </a:cubicBezTo>
                  <a:lnTo>
                    <a:pt x="13901" y="1130"/>
                  </a:lnTo>
                  <a:lnTo>
                    <a:pt x="15247" y="1130"/>
                  </a:lnTo>
                  <a:cubicBezTo>
                    <a:pt x="15557" y="1130"/>
                    <a:pt x="15810" y="877"/>
                    <a:pt x="15810" y="564"/>
                  </a:cubicBezTo>
                  <a:cubicBezTo>
                    <a:pt x="15810" y="251"/>
                    <a:pt x="15557" y="1"/>
                    <a:pt x="152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0" name="Google Shape;6134;p52">
              <a:extLst>
                <a:ext uri="{FF2B5EF4-FFF2-40B4-BE49-F238E27FC236}">
                  <a16:creationId xmlns:a16="http://schemas.microsoft.com/office/drawing/2014/main" id="{635B9F2C-E452-43B0-AF55-E18163A8BF12}"/>
                </a:ext>
              </a:extLst>
            </p:cNvPr>
            <p:cNvSpPr/>
            <p:nvPr/>
          </p:nvSpPr>
          <p:spPr>
            <a:xfrm>
              <a:off x="4840675" y="4007300"/>
              <a:ext cx="101725" cy="166025"/>
            </a:xfrm>
            <a:custGeom>
              <a:avLst/>
              <a:gdLst/>
              <a:ahLst/>
              <a:cxnLst/>
              <a:rect l="l" t="t" r="r" b="b"/>
              <a:pathLst>
                <a:path w="4069" h="6641" extrusionOk="0">
                  <a:moveTo>
                    <a:pt x="1870" y="0"/>
                  </a:moveTo>
                  <a:cubicBezTo>
                    <a:pt x="1852" y="380"/>
                    <a:pt x="1837" y="759"/>
                    <a:pt x="1795" y="1130"/>
                  </a:cubicBezTo>
                  <a:cubicBezTo>
                    <a:pt x="1927" y="1181"/>
                    <a:pt x="2048" y="1256"/>
                    <a:pt x="2150" y="1355"/>
                  </a:cubicBezTo>
                  <a:cubicBezTo>
                    <a:pt x="2800" y="2006"/>
                    <a:pt x="2433" y="3469"/>
                    <a:pt x="1352" y="4550"/>
                  </a:cubicBezTo>
                  <a:cubicBezTo>
                    <a:pt x="1177" y="4722"/>
                    <a:pt x="991" y="4879"/>
                    <a:pt x="792" y="5017"/>
                  </a:cubicBezTo>
                  <a:cubicBezTo>
                    <a:pt x="566" y="5577"/>
                    <a:pt x="301" y="6119"/>
                    <a:pt x="0" y="6640"/>
                  </a:cubicBezTo>
                  <a:cubicBezTo>
                    <a:pt x="747" y="6429"/>
                    <a:pt x="1506" y="5993"/>
                    <a:pt x="2150" y="5348"/>
                  </a:cubicBezTo>
                  <a:cubicBezTo>
                    <a:pt x="3716" y="3782"/>
                    <a:pt x="4068" y="1678"/>
                    <a:pt x="2948" y="557"/>
                  </a:cubicBezTo>
                  <a:cubicBezTo>
                    <a:pt x="2656" y="268"/>
                    <a:pt x="2280" y="97"/>
                    <a:pt x="18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1" name="Google Shape;6135;p52">
              <a:extLst>
                <a:ext uri="{FF2B5EF4-FFF2-40B4-BE49-F238E27FC236}">
                  <a16:creationId xmlns:a16="http://schemas.microsoft.com/office/drawing/2014/main" id="{040A4CFE-8B79-4E5D-8AA7-6619E5B2F0FF}"/>
                </a:ext>
              </a:extLst>
            </p:cNvPr>
            <p:cNvSpPr/>
            <p:nvPr/>
          </p:nvSpPr>
          <p:spPr>
            <a:xfrm>
              <a:off x="4464775" y="3976800"/>
              <a:ext cx="395250" cy="225875"/>
            </a:xfrm>
            <a:custGeom>
              <a:avLst/>
              <a:gdLst/>
              <a:ahLst/>
              <a:cxnLst/>
              <a:rect l="l" t="t" r="r" b="b"/>
              <a:pathLst>
                <a:path w="15810" h="9035" extrusionOk="0">
                  <a:moveTo>
                    <a:pt x="564" y="1"/>
                  </a:moveTo>
                  <a:cubicBezTo>
                    <a:pt x="254" y="1"/>
                    <a:pt x="1" y="251"/>
                    <a:pt x="1" y="564"/>
                  </a:cubicBezTo>
                  <a:cubicBezTo>
                    <a:pt x="1" y="3930"/>
                    <a:pt x="1157" y="7026"/>
                    <a:pt x="3075" y="9035"/>
                  </a:cubicBezTo>
                  <a:lnTo>
                    <a:pt x="12735" y="9035"/>
                  </a:lnTo>
                  <a:cubicBezTo>
                    <a:pt x="14654" y="7026"/>
                    <a:pt x="15810" y="3930"/>
                    <a:pt x="15810" y="564"/>
                  </a:cubicBezTo>
                  <a:cubicBezTo>
                    <a:pt x="15810" y="251"/>
                    <a:pt x="15557" y="1"/>
                    <a:pt x="152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8EA9F828-C811-442B-8DE9-8158EE6B92DB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16" y="717311"/>
            <a:ext cx="6631165" cy="3729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4320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4"/>
          <p:cNvSpPr txBox="1">
            <a:spLocks noGrp="1"/>
          </p:cNvSpPr>
          <p:nvPr>
            <p:ph type="ctrTitle"/>
          </p:nvPr>
        </p:nvSpPr>
        <p:spPr>
          <a:xfrm>
            <a:off x="151761" y="1365844"/>
            <a:ext cx="1766403" cy="79694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 dirty="0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  <a:t>PENGKODEAN</a:t>
            </a:r>
            <a:br>
              <a:rPr lang="es" sz="2000" dirty="0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</a:br>
            <a:r>
              <a:rPr lang="es" sz="2000" dirty="0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  <a:t>SYSTEM</a:t>
            </a:r>
            <a:endParaRPr sz="2000" dirty="0">
              <a:solidFill>
                <a:srgbClr val="48FFD5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5" name="Google Shape;270;p24">
            <a:extLst>
              <a:ext uri="{FF2B5EF4-FFF2-40B4-BE49-F238E27FC236}">
                <a16:creationId xmlns:a16="http://schemas.microsoft.com/office/drawing/2014/main" id="{826F4B58-B400-4659-B4CE-1684508A8953}"/>
              </a:ext>
            </a:extLst>
          </p:cNvPr>
          <p:cNvSpPr txBox="1">
            <a:spLocks/>
          </p:cNvSpPr>
          <p:nvPr/>
        </p:nvSpPr>
        <p:spPr>
          <a:xfrm>
            <a:off x="1646193" y="4446317"/>
            <a:ext cx="6935189" cy="525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oboto Black"/>
              <a:buNone/>
              <a:defRPr sz="3600" b="0" i="0" u="none" strike="noStrike" cap="none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9pPr>
          </a:lstStyle>
          <a:p>
            <a:pPr algn="ctr"/>
            <a:r>
              <a:rPr lang="en-US" sz="2000" dirty="0" err="1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  <a:t>Tampilan</a:t>
            </a:r>
            <a:r>
              <a:rPr lang="en-US" sz="2000" dirty="0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  <a:t> daftar </a:t>
            </a:r>
            <a:r>
              <a:rPr lang="en-US" sz="2000" dirty="0" err="1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  <a:t>pengaduan</a:t>
            </a:r>
            <a:endParaRPr lang="en-US" sz="2000" dirty="0">
              <a:solidFill>
                <a:schemeClr val="accent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grpSp>
        <p:nvGrpSpPr>
          <p:cNvPr id="30" name="Google Shape;6112;p52">
            <a:extLst>
              <a:ext uri="{FF2B5EF4-FFF2-40B4-BE49-F238E27FC236}">
                <a16:creationId xmlns:a16="http://schemas.microsoft.com/office/drawing/2014/main" id="{4242C9B3-416D-4F66-94F9-B3F98CC371D5}"/>
              </a:ext>
            </a:extLst>
          </p:cNvPr>
          <p:cNvGrpSpPr/>
          <p:nvPr/>
        </p:nvGrpSpPr>
        <p:grpSpPr>
          <a:xfrm>
            <a:off x="620986" y="968837"/>
            <a:ext cx="346347" cy="339623"/>
            <a:chOff x="1490050" y="3805975"/>
            <a:chExt cx="491900" cy="482350"/>
          </a:xfrm>
          <a:solidFill>
            <a:schemeClr val="accent6"/>
          </a:solidFill>
        </p:grpSpPr>
        <p:sp>
          <p:nvSpPr>
            <p:cNvPr id="31" name="Google Shape;6113;p52">
              <a:extLst>
                <a:ext uri="{FF2B5EF4-FFF2-40B4-BE49-F238E27FC236}">
                  <a16:creationId xmlns:a16="http://schemas.microsoft.com/office/drawing/2014/main" id="{11609D5E-D4DF-47AE-85C3-093C27A5AC44}"/>
                </a:ext>
              </a:extLst>
            </p:cNvPr>
            <p:cNvSpPr/>
            <p:nvPr/>
          </p:nvSpPr>
          <p:spPr>
            <a:xfrm>
              <a:off x="1541775" y="3877050"/>
              <a:ext cx="302500" cy="277225"/>
            </a:xfrm>
            <a:custGeom>
              <a:avLst/>
              <a:gdLst/>
              <a:ahLst/>
              <a:cxnLst/>
              <a:rect l="l" t="t" r="r" b="b"/>
              <a:pathLst>
                <a:path w="12100" h="11089" extrusionOk="0">
                  <a:moveTo>
                    <a:pt x="10512" y="1"/>
                  </a:moveTo>
                  <a:lnTo>
                    <a:pt x="0" y="10513"/>
                  </a:lnTo>
                  <a:cubicBezTo>
                    <a:pt x="207" y="10475"/>
                    <a:pt x="415" y="10456"/>
                    <a:pt x="622" y="10456"/>
                  </a:cubicBezTo>
                  <a:cubicBezTo>
                    <a:pt x="1327" y="10456"/>
                    <a:pt x="2020" y="10674"/>
                    <a:pt x="2602" y="11088"/>
                  </a:cubicBezTo>
                  <a:lnTo>
                    <a:pt x="12099" y="1588"/>
                  </a:lnTo>
                  <a:lnTo>
                    <a:pt x="105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2" name="Google Shape;6114;p52">
              <a:extLst>
                <a:ext uri="{FF2B5EF4-FFF2-40B4-BE49-F238E27FC236}">
                  <a16:creationId xmlns:a16="http://schemas.microsoft.com/office/drawing/2014/main" id="{59ED7026-E90B-4C60-BA0D-9CA344A6C55D}"/>
                </a:ext>
              </a:extLst>
            </p:cNvPr>
            <p:cNvSpPr/>
            <p:nvPr/>
          </p:nvSpPr>
          <p:spPr>
            <a:xfrm>
              <a:off x="1824450" y="3805975"/>
              <a:ext cx="157500" cy="150525"/>
            </a:xfrm>
            <a:custGeom>
              <a:avLst/>
              <a:gdLst/>
              <a:ahLst/>
              <a:cxnLst/>
              <a:rect l="l" t="t" r="r" b="b"/>
              <a:pathLst>
                <a:path w="6300" h="6021" extrusionOk="0">
                  <a:moveTo>
                    <a:pt x="3211" y="0"/>
                  </a:moveTo>
                  <a:cubicBezTo>
                    <a:pt x="2484" y="0"/>
                    <a:pt x="1758" y="281"/>
                    <a:pt x="1208" y="841"/>
                  </a:cubicBezTo>
                  <a:lnTo>
                    <a:pt x="0" y="2049"/>
                  </a:lnTo>
                  <a:lnTo>
                    <a:pt x="3972" y="6021"/>
                  </a:lnTo>
                  <a:lnTo>
                    <a:pt x="5180" y="4813"/>
                  </a:lnTo>
                  <a:cubicBezTo>
                    <a:pt x="6294" y="3717"/>
                    <a:pt x="6300" y="1925"/>
                    <a:pt x="5198" y="823"/>
                  </a:cubicBezTo>
                  <a:cubicBezTo>
                    <a:pt x="4649" y="274"/>
                    <a:pt x="3930" y="0"/>
                    <a:pt x="32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3" name="Google Shape;6115;p52">
              <a:extLst>
                <a:ext uri="{FF2B5EF4-FFF2-40B4-BE49-F238E27FC236}">
                  <a16:creationId xmlns:a16="http://schemas.microsoft.com/office/drawing/2014/main" id="{A35A982C-2D4F-4CB8-B29F-2E416F5AFF55}"/>
                </a:ext>
              </a:extLst>
            </p:cNvPr>
            <p:cNvSpPr/>
            <p:nvPr/>
          </p:nvSpPr>
          <p:spPr>
            <a:xfrm>
              <a:off x="1626675" y="3936600"/>
              <a:ext cx="277225" cy="302600"/>
            </a:xfrm>
            <a:custGeom>
              <a:avLst/>
              <a:gdLst/>
              <a:ahLst/>
              <a:cxnLst/>
              <a:rect l="l" t="t" r="r" b="b"/>
              <a:pathLst>
                <a:path w="11089" h="12104" extrusionOk="0">
                  <a:moveTo>
                    <a:pt x="9501" y="1"/>
                  </a:moveTo>
                  <a:lnTo>
                    <a:pt x="1" y="9501"/>
                  </a:lnTo>
                  <a:cubicBezTo>
                    <a:pt x="537" y="10254"/>
                    <a:pt x="745" y="11194"/>
                    <a:pt x="576" y="12103"/>
                  </a:cubicBezTo>
                  <a:lnTo>
                    <a:pt x="11088" y="1591"/>
                  </a:lnTo>
                  <a:lnTo>
                    <a:pt x="950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4" name="Google Shape;6116;p52">
              <a:extLst>
                <a:ext uri="{FF2B5EF4-FFF2-40B4-BE49-F238E27FC236}">
                  <a16:creationId xmlns:a16="http://schemas.microsoft.com/office/drawing/2014/main" id="{196F6B18-F506-4B4E-A071-E20ACFB5D390}"/>
                </a:ext>
              </a:extLst>
            </p:cNvPr>
            <p:cNvSpPr/>
            <p:nvPr/>
          </p:nvSpPr>
          <p:spPr>
            <a:xfrm>
              <a:off x="1490050" y="4166500"/>
              <a:ext cx="129950" cy="121825"/>
            </a:xfrm>
            <a:custGeom>
              <a:avLst/>
              <a:gdLst/>
              <a:ahLst/>
              <a:cxnLst/>
              <a:rect l="l" t="t" r="r" b="b"/>
              <a:pathLst>
                <a:path w="5198" h="4873" extrusionOk="0">
                  <a:moveTo>
                    <a:pt x="2693" y="0"/>
                  </a:moveTo>
                  <a:cubicBezTo>
                    <a:pt x="2243" y="0"/>
                    <a:pt x="1790" y="133"/>
                    <a:pt x="1398" y="405"/>
                  </a:cubicBezTo>
                  <a:lnTo>
                    <a:pt x="1398" y="402"/>
                  </a:lnTo>
                  <a:lnTo>
                    <a:pt x="741" y="2446"/>
                  </a:lnTo>
                  <a:lnTo>
                    <a:pt x="139" y="4118"/>
                  </a:lnTo>
                  <a:cubicBezTo>
                    <a:pt x="0" y="4500"/>
                    <a:pt x="295" y="4872"/>
                    <a:pt x="664" y="4872"/>
                  </a:cubicBezTo>
                  <a:cubicBezTo>
                    <a:pt x="727" y="4872"/>
                    <a:pt x="793" y="4861"/>
                    <a:pt x="859" y="4837"/>
                  </a:cubicBezTo>
                  <a:lnTo>
                    <a:pt x="2530" y="4235"/>
                  </a:lnTo>
                  <a:lnTo>
                    <a:pt x="4574" y="3579"/>
                  </a:lnTo>
                  <a:cubicBezTo>
                    <a:pt x="5198" y="2672"/>
                    <a:pt x="5086" y="1450"/>
                    <a:pt x="4306" y="670"/>
                  </a:cubicBezTo>
                  <a:cubicBezTo>
                    <a:pt x="3866" y="228"/>
                    <a:pt x="3282" y="0"/>
                    <a:pt x="269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35" name="Google Shape;6129;p52">
            <a:extLst>
              <a:ext uri="{FF2B5EF4-FFF2-40B4-BE49-F238E27FC236}">
                <a16:creationId xmlns:a16="http://schemas.microsoft.com/office/drawing/2014/main" id="{4E8D1AE9-D5D3-4153-AD8C-91034433756A}"/>
              </a:ext>
            </a:extLst>
          </p:cNvPr>
          <p:cNvGrpSpPr/>
          <p:nvPr/>
        </p:nvGrpSpPr>
        <p:grpSpPr>
          <a:xfrm>
            <a:off x="1150434" y="968824"/>
            <a:ext cx="336296" cy="339235"/>
            <a:chOff x="4464775" y="3806475"/>
            <a:chExt cx="477625" cy="481800"/>
          </a:xfrm>
          <a:solidFill>
            <a:schemeClr val="accent6"/>
          </a:solidFill>
        </p:grpSpPr>
        <p:sp>
          <p:nvSpPr>
            <p:cNvPr id="36" name="Google Shape;6130;p52">
              <a:extLst>
                <a:ext uri="{FF2B5EF4-FFF2-40B4-BE49-F238E27FC236}">
                  <a16:creationId xmlns:a16="http://schemas.microsoft.com/office/drawing/2014/main" id="{2AB43A0A-5026-4A23-834F-AF469F1DAD51}"/>
                </a:ext>
              </a:extLst>
            </p:cNvPr>
            <p:cNvSpPr/>
            <p:nvPr/>
          </p:nvSpPr>
          <p:spPr>
            <a:xfrm>
              <a:off x="4726375" y="3806475"/>
              <a:ext cx="56500" cy="141125"/>
            </a:xfrm>
            <a:custGeom>
              <a:avLst/>
              <a:gdLst/>
              <a:ahLst/>
              <a:cxnLst/>
              <a:rect l="l" t="t" r="r" b="b"/>
              <a:pathLst>
                <a:path w="2260" h="5645" extrusionOk="0">
                  <a:moveTo>
                    <a:pt x="1133" y="1"/>
                  </a:moveTo>
                  <a:cubicBezTo>
                    <a:pt x="978" y="1"/>
                    <a:pt x="823" y="64"/>
                    <a:pt x="712" y="189"/>
                  </a:cubicBezTo>
                  <a:cubicBezTo>
                    <a:pt x="504" y="421"/>
                    <a:pt x="522" y="776"/>
                    <a:pt x="754" y="984"/>
                  </a:cubicBezTo>
                  <a:cubicBezTo>
                    <a:pt x="832" y="1056"/>
                    <a:pt x="1130" y="1385"/>
                    <a:pt x="1130" y="1695"/>
                  </a:cubicBezTo>
                  <a:cubicBezTo>
                    <a:pt x="1130" y="1990"/>
                    <a:pt x="850" y="2315"/>
                    <a:pt x="754" y="2402"/>
                  </a:cubicBezTo>
                  <a:cubicBezTo>
                    <a:pt x="678" y="2472"/>
                    <a:pt x="1" y="3101"/>
                    <a:pt x="1" y="3953"/>
                  </a:cubicBezTo>
                  <a:cubicBezTo>
                    <a:pt x="1" y="4802"/>
                    <a:pt x="675" y="5432"/>
                    <a:pt x="754" y="5501"/>
                  </a:cubicBezTo>
                  <a:cubicBezTo>
                    <a:pt x="861" y="5597"/>
                    <a:pt x="995" y="5644"/>
                    <a:pt x="1128" y="5644"/>
                  </a:cubicBezTo>
                  <a:cubicBezTo>
                    <a:pt x="1283" y="5644"/>
                    <a:pt x="1437" y="5580"/>
                    <a:pt x="1549" y="5456"/>
                  </a:cubicBezTo>
                  <a:cubicBezTo>
                    <a:pt x="1757" y="5224"/>
                    <a:pt x="1735" y="4869"/>
                    <a:pt x="1507" y="4661"/>
                  </a:cubicBezTo>
                  <a:cubicBezTo>
                    <a:pt x="1428" y="4588"/>
                    <a:pt x="1130" y="4260"/>
                    <a:pt x="1130" y="3950"/>
                  </a:cubicBezTo>
                  <a:cubicBezTo>
                    <a:pt x="1130" y="3655"/>
                    <a:pt x="1410" y="3330"/>
                    <a:pt x="1507" y="3242"/>
                  </a:cubicBezTo>
                  <a:cubicBezTo>
                    <a:pt x="1585" y="3173"/>
                    <a:pt x="2259" y="2544"/>
                    <a:pt x="2259" y="1692"/>
                  </a:cubicBezTo>
                  <a:cubicBezTo>
                    <a:pt x="2259" y="842"/>
                    <a:pt x="1585" y="213"/>
                    <a:pt x="1507" y="144"/>
                  </a:cubicBezTo>
                  <a:cubicBezTo>
                    <a:pt x="1399" y="48"/>
                    <a:pt x="1266" y="1"/>
                    <a:pt x="11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7" name="Google Shape;6131;p52">
              <a:extLst>
                <a:ext uri="{FF2B5EF4-FFF2-40B4-BE49-F238E27FC236}">
                  <a16:creationId xmlns:a16="http://schemas.microsoft.com/office/drawing/2014/main" id="{DC1FA845-5EB4-4183-AC92-FE3D1DF03E84}"/>
                </a:ext>
              </a:extLst>
            </p:cNvPr>
            <p:cNvSpPr/>
            <p:nvPr/>
          </p:nvSpPr>
          <p:spPr>
            <a:xfrm>
              <a:off x="4641700" y="3806475"/>
              <a:ext cx="56475" cy="141125"/>
            </a:xfrm>
            <a:custGeom>
              <a:avLst/>
              <a:gdLst/>
              <a:ahLst/>
              <a:cxnLst/>
              <a:rect l="l" t="t" r="r" b="b"/>
              <a:pathLst>
                <a:path w="2259" h="5645" extrusionOk="0">
                  <a:moveTo>
                    <a:pt x="1132" y="1"/>
                  </a:moveTo>
                  <a:cubicBezTo>
                    <a:pt x="977" y="1"/>
                    <a:pt x="823" y="64"/>
                    <a:pt x="711" y="189"/>
                  </a:cubicBezTo>
                  <a:cubicBezTo>
                    <a:pt x="503" y="421"/>
                    <a:pt x="521" y="776"/>
                    <a:pt x="753" y="984"/>
                  </a:cubicBezTo>
                  <a:cubicBezTo>
                    <a:pt x="831" y="1056"/>
                    <a:pt x="1130" y="1385"/>
                    <a:pt x="1130" y="1695"/>
                  </a:cubicBezTo>
                  <a:cubicBezTo>
                    <a:pt x="1130" y="1990"/>
                    <a:pt x="849" y="2315"/>
                    <a:pt x="753" y="2402"/>
                  </a:cubicBezTo>
                  <a:cubicBezTo>
                    <a:pt x="678" y="2472"/>
                    <a:pt x="0" y="3101"/>
                    <a:pt x="0" y="3953"/>
                  </a:cubicBezTo>
                  <a:cubicBezTo>
                    <a:pt x="0" y="4802"/>
                    <a:pt x="675" y="5432"/>
                    <a:pt x="753" y="5501"/>
                  </a:cubicBezTo>
                  <a:cubicBezTo>
                    <a:pt x="860" y="5597"/>
                    <a:pt x="994" y="5644"/>
                    <a:pt x="1127" y="5644"/>
                  </a:cubicBezTo>
                  <a:cubicBezTo>
                    <a:pt x="1282" y="5644"/>
                    <a:pt x="1436" y="5580"/>
                    <a:pt x="1548" y="5456"/>
                  </a:cubicBezTo>
                  <a:cubicBezTo>
                    <a:pt x="1756" y="5224"/>
                    <a:pt x="1735" y="4869"/>
                    <a:pt x="1506" y="4661"/>
                  </a:cubicBezTo>
                  <a:cubicBezTo>
                    <a:pt x="1428" y="4588"/>
                    <a:pt x="1130" y="4260"/>
                    <a:pt x="1130" y="3950"/>
                  </a:cubicBezTo>
                  <a:cubicBezTo>
                    <a:pt x="1130" y="3655"/>
                    <a:pt x="1410" y="3330"/>
                    <a:pt x="1506" y="3242"/>
                  </a:cubicBezTo>
                  <a:cubicBezTo>
                    <a:pt x="1581" y="3173"/>
                    <a:pt x="2259" y="2544"/>
                    <a:pt x="2259" y="1692"/>
                  </a:cubicBezTo>
                  <a:cubicBezTo>
                    <a:pt x="2259" y="842"/>
                    <a:pt x="1581" y="213"/>
                    <a:pt x="1506" y="144"/>
                  </a:cubicBezTo>
                  <a:cubicBezTo>
                    <a:pt x="1399" y="48"/>
                    <a:pt x="1265" y="1"/>
                    <a:pt x="11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8" name="Google Shape;6132;p52">
              <a:extLst>
                <a:ext uri="{FF2B5EF4-FFF2-40B4-BE49-F238E27FC236}">
                  <a16:creationId xmlns:a16="http://schemas.microsoft.com/office/drawing/2014/main" id="{7E59AEB5-98E4-46AE-BC74-EEE2BE6432FD}"/>
                </a:ext>
              </a:extLst>
            </p:cNvPr>
            <p:cNvSpPr/>
            <p:nvPr/>
          </p:nvSpPr>
          <p:spPr>
            <a:xfrm>
              <a:off x="4557000" y="3806475"/>
              <a:ext cx="56500" cy="141125"/>
            </a:xfrm>
            <a:custGeom>
              <a:avLst/>
              <a:gdLst/>
              <a:ahLst/>
              <a:cxnLst/>
              <a:rect l="l" t="t" r="r" b="b"/>
              <a:pathLst>
                <a:path w="2260" h="5645" extrusionOk="0">
                  <a:moveTo>
                    <a:pt x="1132" y="1"/>
                  </a:moveTo>
                  <a:cubicBezTo>
                    <a:pt x="977" y="1"/>
                    <a:pt x="823" y="64"/>
                    <a:pt x="711" y="189"/>
                  </a:cubicBezTo>
                  <a:cubicBezTo>
                    <a:pt x="504" y="421"/>
                    <a:pt x="522" y="776"/>
                    <a:pt x="753" y="984"/>
                  </a:cubicBezTo>
                  <a:cubicBezTo>
                    <a:pt x="832" y="1056"/>
                    <a:pt x="1130" y="1385"/>
                    <a:pt x="1130" y="1695"/>
                  </a:cubicBezTo>
                  <a:cubicBezTo>
                    <a:pt x="1130" y="1990"/>
                    <a:pt x="850" y="2315"/>
                    <a:pt x="753" y="2402"/>
                  </a:cubicBezTo>
                  <a:cubicBezTo>
                    <a:pt x="678" y="2472"/>
                    <a:pt x="1" y="3101"/>
                    <a:pt x="1" y="3953"/>
                  </a:cubicBezTo>
                  <a:cubicBezTo>
                    <a:pt x="1" y="4802"/>
                    <a:pt x="675" y="5432"/>
                    <a:pt x="753" y="5501"/>
                  </a:cubicBezTo>
                  <a:cubicBezTo>
                    <a:pt x="861" y="5597"/>
                    <a:pt x="994" y="5644"/>
                    <a:pt x="1127" y="5644"/>
                  </a:cubicBezTo>
                  <a:cubicBezTo>
                    <a:pt x="1282" y="5644"/>
                    <a:pt x="1437" y="5580"/>
                    <a:pt x="1548" y="5456"/>
                  </a:cubicBezTo>
                  <a:cubicBezTo>
                    <a:pt x="1756" y="5224"/>
                    <a:pt x="1735" y="4869"/>
                    <a:pt x="1506" y="4661"/>
                  </a:cubicBezTo>
                  <a:cubicBezTo>
                    <a:pt x="1428" y="4588"/>
                    <a:pt x="1130" y="4260"/>
                    <a:pt x="1130" y="3950"/>
                  </a:cubicBezTo>
                  <a:cubicBezTo>
                    <a:pt x="1130" y="3655"/>
                    <a:pt x="1410" y="3330"/>
                    <a:pt x="1506" y="3242"/>
                  </a:cubicBezTo>
                  <a:cubicBezTo>
                    <a:pt x="1582" y="3173"/>
                    <a:pt x="2259" y="2544"/>
                    <a:pt x="2259" y="1692"/>
                  </a:cubicBezTo>
                  <a:cubicBezTo>
                    <a:pt x="2259" y="842"/>
                    <a:pt x="1582" y="213"/>
                    <a:pt x="1506" y="144"/>
                  </a:cubicBezTo>
                  <a:cubicBezTo>
                    <a:pt x="1399" y="48"/>
                    <a:pt x="1265" y="1"/>
                    <a:pt x="11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9" name="Google Shape;6133;p52">
              <a:extLst>
                <a:ext uri="{FF2B5EF4-FFF2-40B4-BE49-F238E27FC236}">
                  <a16:creationId xmlns:a16="http://schemas.microsoft.com/office/drawing/2014/main" id="{D05984B2-DD18-465C-A46E-2AF8768F5A6A}"/>
                </a:ext>
              </a:extLst>
            </p:cNvPr>
            <p:cNvSpPr/>
            <p:nvPr/>
          </p:nvSpPr>
          <p:spPr>
            <a:xfrm>
              <a:off x="4464775" y="4230875"/>
              <a:ext cx="395250" cy="57400"/>
            </a:xfrm>
            <a:custGeom>
              <a:avLst/>
              <a:gdLst/>
              <a:ahLst/>
              <a:cxnLst/>
              <a:rect l="l" t="t" r="r" b="b"/>
              <a:pathLst>
                <a:path w="15810" h="2296" extrusionOk="0">
                  <a:moveTo>
                    <a:pt x="567" y="1"/>
                  </a:moveTo>
                  <a:cubicBezTo>
                    <a:pt x="254" y="1"/>
                    <a:pt x="1" y="251"/>
                    <a:pt x="1" y="564"/>
                  </a:cubicBezTo>
                  <a:cubicBezTo>
                    <a:pt x="1" y="877"/>
                    <a:pt x="254" y="1130"/>
                    <a:pt x="567" y="1130"/>
                  </a:cubicBezTo>
                  <a:lnTo>
                    <a:pt x="1910" y="1130"/>
                  </a:lnTo>
                  <a:lnTo>
                    <a:pt x="2006" y="1359"/>
                  </a:lnTo>
                  <a:cubicBezTo>
                    <a:pt x="2291" y="1932"/>
                    <a:pt x="2875" y="2295"/>
                    <a:pt x="3516" y="2295"/>
                  </a:cubicBezTo>
                  <a:cubicBezTo>
                    <a:pt x="3519" y="2295"/>
                    <a:pt x="3521" y="2295"/>
                    <a:pt x="3524" y="2295"/>
                  </a:cubicBezTo>
                  <a:lnTo>
                    <a:pt x="12290" y="2295"/>
                  </a:lnTo>
                  <a:cubicBezTo>
                    <a:pt x="12292" y="2295"/>
                    <a:pt x="12295" y="2295"/>
                    <a:pt x="12298" y="2295"/>
                  </a:cubicBezTo>
                  <a:cubicBezTo>
                    <a:pt x="12936" y="2295"/>
                    <a:pt x="13520" y="1932"/>
                    <a:pt x="13804" y="1359"/>
                  </a:cubicBezTo>
                  <a:lnTo>
                    <a:pt x="13901" y="1130"/>
                  </a:lnTo>
                  <a:lnTo>
                    <a:pt x="15247" y="1130"/>
                  </a:lnTo>
                  <a:cubicBezTo>
                    <a:pt x="15557" y="1130"/>
                    <a:pt x="15810" y="877"/>
                    <a:pt x="15810" y="564"/>
                  </a:cubicBezTo>
                  <a:cubicBezTo>
                    <a:pt x="15810" y="251"/>
                    <a:pt x="15557" y="1"/>
                    <a:pt x="152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0" name="Google Shape;6134;p52">
              <a:extLst>
                <a:ext uri="{FF2B5EF4-FFF2-40B4-BE49-F238E27FC236}">
                  <a16:creationId xmlns:a16="http://schemas.microsoft.com/office/drawing/2014/main" id="{635B9F2C-E452-43B0-AF55-E18163A8BF12}"/>
                </a:ext>
              </a:extLst>
            </p:cNvPr>
            <p:cNvSpPr/>
            <p:nvPr/>
          </p:nvSpPr>
          <p:spPr>
            <a:xfrm>
              <a:off x="4840675" y="4007300"/>
              <a:ext cx="101725" cy="166025"/>
            </a:xfrm>
            <a:custGeom>
              <a:avLst/>
              <a:gdLst/>
              <a:ahLst/>
              <a:cxnLst/>
              <a:rect l="l" t="t" r="r" b="b"/>
              <a:pathLst>
                <a:path w="4069" h="6641" extrusionOk="0">
                  <a:moveTo>
                    <a:pt x="1870" y="0"/>
                  </a:moveTo>
                  <a:cubicBezTo>
                    <a:pt x="1852" y="380"/>
                    <a:pt x="1837" y="759"/>
                    <a:pt x="1795" y="1130"/>
                  </a:cubicBezTo>
                  <a:cubicBezTo>
                    <a:pt x="1927" y="1181"/>
                    <a:pt x="2048" y="1256"/>
                    <a:pt x="2150" y="1355"/>
                  </a:cubicBezTo>
                  <a:cubicBezTo>
                    <a:pt x="2800" y="2006"/>
                    <a:pt x="2433" y="3469"/>
                    <a:pt x="1352" y="4550"/>
                  </a:cubicBezTo>
                  <a:cubicBezTo>
                    <a:pt x="1177" y="4722"/>
                    <a:pt x="991" y="4879"/>
                    <a:pt x="792" y="5017"/>
                  </a:cubicBezTo>
                  <a:cubicBezTo>
                    <a:pt x="566" y="5577"/>
                    <a:pt x="301" y="6119"/>
                    <a:pt x="0" y="6640"/>
                  </a:cubicBezTo>
                  <a:cubicBezTo>
                    <a:pt x="747" y="6429"/>
                    <a:pt x="1506" y="5993"/>
                    <a:pt x="2150" y="5348"/>
                  </a:cubicBezTo>
                  <a:cubicBezTo>
                    <a:pt x="3716" y="3782"/>
                    <a:pt x="4068" y="1678"/>
                    <a:pt x="2948" y="557"/>
                  </a:cubicBezTo>
                  <a:cubicBezTo>
                    <a:pt x="2656" y="268"/>
                    <a:pt x="2280" y="97"/>
                    <a:pt x="18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1" name="Google Shape;6135;p52">
              <a:extLst>
                <a:ext uri="{FF2B5EF4-FFF2-40B4-BE49-F238E27FC236}">
                  <a16:creationId xmlns:a16="http://schemas.microsoft.com/office/drawing/2014/main" id="{040A4CFE-8B79-4E5D-8AA7-6619E5B2F0FF}"/>
                </a:ext>
              </a:extLst>
            </p:cNvPr>
            <p:cNvSpPr/>
            <p:nvPr/>
          </p:nvSpPr>
          <p:spPr>
            <a:xfrm>
              <a:off x="4464775" y="3976800"/>
              <a:ext cx="395250" cy="225875"/>
            </a:xfrm>
            <a:custGeom>
              <a:avLst/>
              <a:gdLst/>
              <a:ahLst/>
              <a:cxnLst/>
              <a:rect l="l" t="t" r="r" b="b"/>
              <a:pathLst>
                <a:path w="15810" h="9035" extrusionOk="0">
                  <a:moveTo>
                    <a:pt x="564" y="1"/>
                  </a:moveTo>
                  <a:cubicBezTo>
                    <a:pt x="254" y="1"/>
                    <a:pt x="1" y="251"/>
                    <a:pt x="1" y="564"/>
                  </a:cubicBezTo>
                  <a:cubicBezTo>
                    <a:pt x="1" y="3930"/>
                    <a:pt x="1157" y="7026"/>
                    <a:pt x="3075" y="9035"/>
                  </a:cubicBezTo>
                  <a:lnTo>
                    <a:pt x="12735" y="9035"/>
                  </a:lnTo>
                  <a:cubicBezTo>
                    <a:pt x="14654" y="7026"/>
                    <a:pt x="15810" y="3930"/>
                    <a:pt x="15810" y="564"/>
                  </a:cubicBezTo>
                  <a:cubicBezTo>
                    <a:pt x="15810" y="251"/>
                    <a:pt x="15557" y="1"/>
                    <a:pt x="152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F60E90D3-FE0B-4057-862C-7234392F1D77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1401" y="475013"/>
            <a:ext cx="7125159" cy="3971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6735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4"/>
          <p:cNvSpPr txBox="1">
            <a:spLocks noGrp="1"/>
          </p:cNvSpPr>
          <p:nvPr>
            <p:ph type="ctrTitle"/>
          </p:nvPr>
        </p:nvSpPr>
        <p:spPr>
          <a:xfrm>
            <a:off x="151761" y="1365844"/>
            <a:ext cx="1766403" cy="79694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 dirty="0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  <a:t>PENGKODEAN</a:t>
            </a:r>
            <a:br>
              <a:rPr lang="es" sz="2000" dirty="0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</a:br>
            <a:r>
              <a:rPr lang="es" sz="2000" dirty="0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  <a:t>SYSTEM</a:t>
            </a:r>
            <a:endParaRPr sz="2000" dirty="0">
              <a:solidFill>
                <a:srgbClr val="48FFD5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5" name="Google Shape;270;p24">
            <a:extLst>
              <a:ext uri="{FF2B5EF4-FFF2-40B4-BE49-F238E27FC236}">
                <a16:creationId xmlns:a16="http://schemas.microsoft.com/office/drawing/2014/main" id="{826F4B58-B400-4659-B4CE-1684508A8953}"/>
              </a:ext>
            </a:extLst>
          </p:cNvPr>
          <p:cNvSpPr txBox="1">
            <a:spLocks/>
          </p:cNvSpPr>
          <p:nvPr/>
        </p:nvSpPr>
        <p:spPr>
          <a:xfrm>
            <a:off x="1646193" y="4446317"/>
            <a:ext cx="6935189" cy="525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oboto Black"/>
              <a:buNone/>
              <a:defRPr sz="3600" b="0" i="0" u="none" strike="noStrike" cap="none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9pPr>
          </a:lstStyle>
          <a:p>
            <a:pPr algn="ctr"/>
            <a:r>
              <a:rPr lang="en-US" sz="2000" dirty="0" err="1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  <a:t>Tampilan</a:t>
            </a:r>
            <a:r>
              <a:rPr lang="en-US" sz="2000" dirty="0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  <a:t> detail </a:t>
            </a:r>
            <a:r>
              <a:rPr lang="en-US" sz="2000" dirty="0" err="1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  <a:t>dari</a:t>
            </a:r>
            <a:r>
              <a:rPr lang="en-US" sz="2000" dirty="0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  <a:t> </a:t>
            </a:r>
            <a:r>
              <a:rPr lang="en-US" sz="2000" dirty="0" err="1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  <a:t>petugas</a:t>
            </a:r>
            <a:endParaRPr lang="en-US" sz="2000" dirty="0">
              <a:solidFill>
                <a:schemeClr val="accent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grpSp>
        <p:nvGrpSpPr>
          <p:cNvPr id="30" name="Google Shape;6112;p52">
            <a:extLst>
              <a:ext uri="{FF2B5EF4-FFF2-40B4-BE49-F238E27FC236}">
                <a16:creationId xmlns:a16="http://schemas.microsoft.com/office/drawing/2014/main" id="{4242C9B3-416D-4F66-94F9-B3F98CC371D5}"/>
              </a:ext>
            </a:extLst>
          </p:cNvPr>
          <p:cNvGrpSpPr/>
          <p:nvPr/>
        </p:nvGrpSpPr>
        <p:grpSpPr>
          <a:xfrm>
            <a:off x="620986" y="968837"/>
            <a:ext cx="346347" cy="339623"/>
            <a:chOff x="1490050" y="3805975"/>
            <a:chExt cx="491900" cy="482350"/>
          </a:xfrm>
          <a:solidFill>
            <a:schemeClr val="accent6"/>
          </a:solidFill>
        </p:grpSpPr>
        <p:sp>
          <p:nvSpPr>
            <p:cNvPr id="31" name="Google Shape;6113;p52">
              <a:extLst>
                <a:ext uri="{FF2B5EF4-FFF2-40B4-BE49-F238E27FC236}">
                  <a16:creationId xmlns:a16="http://schemas.microsoft.com/office/drawing/2014/main" id="{11609D5E-D4DF-47AE-85C3-093C27A5AC44}"/>
                </a:ext>
              </a:extLst>
            </p:cNvPr>
            <p:cNvSpPr/>
            <p:nvPr/>
          </p:nvSpPr>
          <p:spPr>
            <a:xfrm>
              <a:off x="1541775" y="3877050"/>
              <a:ext cx="302500" cy="277225"/>
            </a:xfrm>
            <a:custGeom>
              <a:avLst/>
              <a:gdLst/>
              <a:ahLst/>
              <a:cxnLst/>
              <a:rect l="l" t="t" r="r" b="b"/>
              <a:pathLst>
                <a:path w="12100" h="11089" extrusionOk="0">
                  <a:moveTo>
                    <a:pt x="10512" y="1"/>
                  </a:moveTo>
                  <a:lnTo>
                    <a:pt x="0" y="10513"/>
                  </a:lnTo>
                  <a:cubicBezTo>
                    <a:pt x="207" y="10475"/>
                    <a:pt x="415" y="10456"/>
                    <a:pt x="622" y="10456"/>
                  </a:cubicBezTo>
                  <a:cubicBezTo>
                    <a:pt x="1327" y="10456"/>
                    <a:pt x="2020" y="10674"/>
                    <a:pt x="2602" y="11088"/>
                  </a:cubicBezTo>
                  <a:lnTo>
                    <a:pt x="12099" y="1588"/>
                  </a:lnTo>
                  <a:lnTo>
                    <a:pt x="105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2" name="Google Shape;6114;p52">
              <a:extLst>
                <a:ext uri="{FF2B5EF4-FFF2-40B4-BE49-F238E27FC236}">
                  <a16:creationId xmlns:a16="http://schemas.microsoft.com/office/drawing/2014/main" id="{59ED7026-E90B-4C60-BA0D-9CA344A6C55D}"/>
                </a:ext>
              </a:extLst>
            </p:cNvPr>
            <p:cNvSpPr/>
            <p:nvPr/>
          </p:nvSpPr>
          <p:spPr>
            <a:xfrm>
              <a:off x="1824450" y="3805975"/>
              <a:ext cx="157500" cy="150525"/>
            </a:xfrm>
            <a:custGeom>
              <a:avLst/>
              <a:gdLst/>
              <a:ahLst/>
              <a:cxnLst/>
              <a:rect l="l" t="t" r="r" b="b"/>
              <a:pathLst>
                <a:path w="6300" h="6021" extrusionOk="0">
                  <a:moveTo>
                    <a:pt x="3211" y="0"/>
                  </a:moveTo>
                  <a:cubicBezTo>
                    <a:pt x="2484" y="0"/>
                    <a:pt x="1758" y="281"/>
                    <a:pt x="1208" y="841"/>
                  </a:cubicBezTo>
                  <a:lnTo>
                    <a:pt x="0" y="2049"/>
                  </a:lnTo>
                  <a:lnTo>
                    <a:pt x="3972" y="6021"/>
                  </a:lnTo>
                  <a:lnTo>
                    <a:pt x="5180" y="4813"/>
                  </a:lnTo>
                  <a:cubicBezTo>
                    <a:pt x="6294" y="3717"/>
                    <a:pt x="6300" y="1925"/>
                    <a:pt x="5198" y="823"/>
                  </a:cubicBezTo>
                  <a:cubicBezTo>
                    <a:pt x="4649" y="274"/>
                    <a:pt x="3930" y="0"/>
                    <a:pt x="32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3" name="Google Shape;6115;p52">
              <a:extLst>
                <a:ext uri="{FF2B5EF4-FFF2-40B4-BE49-F238E27FC236}">
                  <a16:creationId xmlns:a16="http://schemas.microsoft.com/office/drawing/2014/main" id="{A35A982C-2D4F-4CB8-B29F-2E416F5AFF55}"/>
                </a:ext>
              </a:extLst>
            </p:cNvPr>
            <p:cNvSpPr/>
            <p:nvPr/>
          </p:nvSpPr>
          <p:spPr>
            <a:xfrm>
              <a:off x="1626675" y="3936600"/>
              <a:ext cx="277225" cy="302600"/>
            </a:xfrm>
            <a:custGeom>
              <a:avLst/>
              <a:gdLst/>
              <a:ahLst/>
              <a:cxnLst/>
              <a:rect l="l" t="t" r="r" b="b"/>
              <a:pathLst>
                <a:path w="11089" h="12104" extrusionOk="0">
                  <a:moveTo>
                    <a:pt x="9501" y="1"/>
                  </a:moveTo>
                  <a:lnTo>
                    <a:pt x="1" y="9501"/>
                  </a:lnTo>
                  <a:cubicBezTo>
                    <a:pt x="537" y="10254"/>
                    <a:pt x="745" y="11194"/>
                    <a:pt x="576" y="12103"/>
                  </a:cubicBezTo>
                  <a:lnTo>
                    <a:pt x="11088" y="1591"/>
                  </a:lnTo>
                  <a:lnTo>
                    <a:pt x="950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4" name="Google Shape;6116;p52">
              <a:extLst>
                <a:ext uri="{FF2B5EF4-FFF2-40B4-BE49-F238E27FC236}">
                  <a16:creationId xmlns:a16="http://schemas.microsoft.com/office/drawing/2014/main" id="{196F6B18-F506-4B4E-A071-E20ACFB5D390}"/>
                </a:ext>
              </a:extLst>
            </p:cNvPr>
            <p:cNvSpPr/>
            <p:nvPr/>
          </p:nvSpPr>
          <p:spPr>
            <a:xfrm>
              <a:off x="1490050" y="4166500"/>
              <a:ext cx="129950" cy="121825"/>
            </a:xfrm>
            <a:custGeom>
              <a:avLst/>
              <a:gdLst/>
              <a:ahLst/>
              <a:cxnLst/>
              <a:rect l="l" t="t" r="r" b="b"/>
              <a:pathLst>
                <a:path w="5198" h="4873" extrusionOk="0">
                  <a:moveTo>
                    <a:pt x="2693" y="0"/>
                  </a:moveTo>
                  <a:cubicBezTo>
                    <a:pt x="2243" y="0"/>
                    <a:pt x="1790" y="133"/>
                    <a:pt x="1398" y="405"/>
                  </a:cubicBezTo>
                  <a:lnTo>
                    <a:pt x="1398" y="402"/>
                  </a:lnTo>
                  <a:lnTo>
                    <a:pt x="741" y="2446"/>
                  </a:lnTo>
                  <a:lnTo>
                    <a:pt x="139" y="4118"/>
                  </a:lnTo>
                  <a:cubicBezTo>
                    <a:pt x="0" y="4500"/>
                    <a:pt x="295" y="4872"/>
                    <a:pt x="664" y="4872"/>
                  </a:cubicBezTo>
                  <a:cubicBezTo>
                    <a:pt x="727" y="4872"/>
                    <a:pt x="793" y="4861"/>
                    <a:pt x="859" y="4837"/>
                  </a:cubicBezTo>
                  <a:lnTo>
                    <a:pt x="2530" y="4235"/>
                  </a:lnTo>
                  <a:lnTo>
                    <a:pt x="4574" y="3579"/>
                  </a:lnTo>
                  <a:cubicBezTo>
                    <a:pt x="5198" y="2672"/>
                    <a:pt x="5086" y="1450"/>
                    <a:pt x="4306" y="670"/>
                  </a:cubicBezTo>
                  <a:cubicBezTo>
                    <a:pt x="3866" y="228"/>
                    <a:pt x="3282" y="0"/>
                    <a:pt x="269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35" name="Google Shape;6129;p52">
            <a:extLst>
              <a:ext uri="{FF2B5EF4-FFF2-40B4-BE49-F238E27FC236}">
                <a16:creationId xmlns:a16="http://schemas.microsoft.com/office/drawing/2014/main" id="{4E8D1AE9-D5D3-4153-AD8C-91034433756A}"/>
              </a:ext>
            </a:extLst>
          </p:cNvPr>
          <p:cNvGrpSpPr/>
          <p:nvPr/>
        </p:nvGrpSpPr>
        <p:grpSpPr>
          <a:xfrm>
            <a:off x="1150434" y="968824"/>
            <a:ext cx="336296" cy="339235"/>
            <a:chOff x="4464775" y="3806475"/>
            <a:chExt cx="477625" cy="481800"/>
          </a:xfrm>
          <a:solidFill>
            <a:schemeClr val="accent6"/>
          </a:solidFill>
        </p:grpSpPr>
        <p:sp>
          <p:nvSpPr>
            <p:cNvPr id="36" name="Google Shape;6130;p52">
              <a:extLst>
                <a:ext uri="{FF2B5EF4-FFF2-40B4-BE49-F238E27FC236}">
                  <a16:creationId xmlns:a16="http://schemas.microsoft.com/office/drawing/2014/main" id="{2AB43A0A-5026-4A23-834F-AF469F1DAD51}"/>
                </a:ext>
              </a:extLst>
            </p:cNvPr>
            <p:cNvSpPr/>
            <p:nvPr/>
          </p:nvSpPr>
          <p:spPr>
            <a:xfrm>
              <a:off x="4726375" y="3806475"/>
              <a:ext cx="56500" cy="141125"/>
            </a:xfrm>
            <a:custGeom>
              <a:avLst/>
              <a:gdLst/>
              <a:ahLst/>
              <a:cxnLst/>
              <a:rect l="l" t="t" r="r" b="b"/>
              <a:pathLst>
                <a:path w="2260" h="5645" extrusionOk="0">
                  <a:moveTo>
                    <a:pt x="1133" y="1"/>
                  </a:moveTo>
                  <a:cubicBezTo>
                    <a:pt x="978" y="1"/>
                    <a:pt x="823" y="64"/>
                    <a:pt x="712" y="189"/>
                  </a:cubicBezTo>
                  <a:cubicBezTo>
                    <a:pt x="504" y="421"/>
                    <a:pt x="522" y="776"/>
                    <a:pt x="754" y="984"/>
                  </a:cubicBezTo>
                  <a:cubicBezTo>
                    <a:pt x="832" y="1056"/>
                    <a:pt x="1130" y="1385"/>
                    <a:pt x="1130" y="1695"/>
                  </a:cubicBezTo>
                  <a:cubicBezTo>
                    <a:pt x="1130" y="1990"/>
                    <a:pt x="850" y="2315"/>
                    <a:pt x="754" y="2402"/>
                  </a:cubicBezTo>
                  <a:cubicBezTo>
                    <a:pt x="678" y="2472"/>
                    <a:pt x="1" y="3101"/>
                    <a:pt x="1" y="3953"/>
                  </a:cubicBezTo>
                  <a:cubicBezTo>
                    <a:pt x="1" y="4802"/>
                    <a:pt x="675" y="5432"/>
                    <a:pt x="754" y="5501"/>
                  </a:cubicBezTo>
                  <a:cubicBezTo>
                    <a:pt x="861" y="5597"/>
                    <a:pt x="995" y="5644"/>
                    <a:pt x="1128" y="5644"/>
                  </a:cubicBezTo>
                  <a:cubicBezTo>
                    <a:pt x="1283" y="5644"/>
                    <a:pt x="1437" y="5580"/>
                    <a:pt x="1549" y="5456"/>
                  </a:cubicBezTo>
                  <a:cubicBezTo>
                    <a:pt x="1757" y="5224"/>
                    <a:pt x="1735" y="4869"/>
                    <a:pt x="1507" y="4661"/>
                  </a:cubicBezTo>
                  <a:cubicBezTo>
                    <a:pt x="1428" y="4588"/>
                    <a:pt x="1130" y="4260"/>
                    <a:pt x="1130" y="3950"/>
                  </a:cubicBezTo>
                  <a:cubicBezTo>
                    <a:pt x="1130" y="3655"/>
                    <a:pt x="1410" y="3330"/>
                    <a:pt x="1507" y="3242"/>
                  </a:cubicBezTo>
                  <a:cubicBezTo>
                    <a:pt x="1585" y="3173"/>
                    <a:pt x="2259" y="2544"/>
                    <a:pt x="2259" y="1692"/>
                  </a:cubicBezTo>
                  <a:cubicBezTo>
                    <a:pt x="2259" y="842"/>
                    <a:pt x="1585" y="213"/>
                    <a:pt x="1507" y="144"/>
                  </a:cubicBezTo>
                  <a:cubicBezTo>
                    <a:pt x="1399" y="48"/>
                    <a:pt x="1266" y="1"/>
                    <a:pt x="11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7" name="Google Shape;6131;p52">
              <a:extLst>
                <a:ext uri="{FF2B5EF4-FFF2-40B4-BE49-F238E27FC236}">
                  <a16:creationId xmlns:a16="http://schemas.microsoft.com/office/drawing/2014/main" id="{DC1FA845-5EB4-4183-AC92-FE3D1DF03E84}"/>
                </a:ext>
              </a:extLst>
            </p:cNvPr>
            <p:cNvSpPr/>
            <p:nvPr/>
          </p:nvSpPr>
          <p:spPr>
            <a:xfrm>
              <a:off x="4641700" y="3806475"/>
              <a:ext cx="56475" cy="141125"/>
            </a:xfrm>
            <a:custGeom>
              <a:avLst/>
              <a:gdLst/>
              <a:ahLst/>
              <a:cxnLst/>
              <a:rect l="l" t="t" r="r" b="b"/>
              <a:pathLst>
                <a:path w="2259" h="5645" extrusionOk="0">
                  <a:moveTo>
                    <a:pt x="1132" y="1"/>
                  </a:moveTo>
                  <a:cubicBezTo>
                    <a:pt x="977" y="1"/>
                    <a:pt x="823" y="64"/>
                    <a:pt x="711" y="189"/>
                  </a:cubicBezTo>
                  <a:cubicBezTo>
                    <a:pt x="503" y="421"/>
                    <a:pt x="521" y="776"/>
                    <a:pt x="753" y="984"/>
                  </a:cubicBezTo>
                  <a:cubicBezTo>
                    <a:pt x="831" y="1056"/>
                    <a:pt x="1130" y="1385"/>
                    <a:pt x="1130" y="1695"/>
                  </a:cubicBezTo>
                  <a:cubicBezTo>
                    <a:pt x="1130" y="1990"/>
                    <a:pt x="849" y="2315"/>
                    <a:pt x="753" y="2402"/>
                  </a:cubicBezTo>
                  <a:cubicBezTo>
                    <a:pt x="678" y="2472"/>
                    <a:pt x="0" y="3101"/>
                    <a:pt x="0" y="3953"/>
                  </a:cubicBezTo>
                  <a:cubicBezTo>
                    <a:pt x="0" y="4802"/>
                    <a:pt x="675" y="5432"/>
                    <a:pt x="753" y="5501"/>
                  </a:cubicBezTo>
                  <a:cubicBezTo>
                    <a:pt x="860" y="5597"/>
                    <a:pt x="994" y="5644"/>
                    <a:pt x="1127" y="5644"/>
                  </a:cubicBezTo>
                  <a:cubicBezTo>
                    <a:pt x="1282" y="5644"/>
                    <a:pt x="1436" y="5580"/>
                    <a:pt x="1548" y="5456"/>
                  </a:cubicBezTo>
                  <a:cubicBezTo>
                    <a:pt x="1756" y="5224"/>
                    <a:pt x="1735" y="4869"/>
                    <a:pt x="1506" y="4661"/>
                  </a:cubicBezTo>
                  <a:cubicBezTo>
                    <a:pt x="1428" y="4588"/>
                    <a:pt x="1130" y="4260"/>
                    <a:pt x="1130" y="3950"/>
                  </a:cubicBezTo>
                  <a:cubicBezTo>
                    <a:pt x="1130" y="3655"/>
                    <a:pt x="1410" y="3330"/>
                    <a:pt x="1506" y="3242"/>
                  </a:cubicBezTo>
                  <a:cubicBezTo>
                    <a:pt x="1581" y="3173"/>
                    <a:pt x="2259" y="2544"/>
                    <a:pt x="2259" y="1692"/>
                  </a:cubicBezTo>
                  <a:cubicBezTo>
                    <a:pt x="2259" y="842"/>
                    <a:pt x="1581" y="213"/>
                    <a:pt x="1506" y="144"/>
                  </a:cubicBezTo>
                  <a:cubicBezTo>
                    <a:pt x="1399" y="48"/>
                    <a:pt x="1265" y="1"/>
                    <a:pt x="11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8" name="Google Shape;6132;p52">
              <a:extLst>
                <a:ext uri="{FF2B5EF4-FFF2-40B4-BE49-F238E27FC236}">
                  <a16:creationId xmlns:a16="http://schemas.microsoft.com/office/drawing/2014/main" id="{7E59AEB5-98E4-46AE-BC74-EEE2BE6432FD}"/>
                </a:ext>
              </a:extLst>
            </p:cNvPr>
            <p:cNvSpPr/>
            <p:nvPr/>
          </p:nvSpPr>
          <p:spPr>
            <a:xfrm>
              <a:off x="4557000" y="3806475"/>
              <a:ext cx="56500" cy="141125"/>
            </a:xfrm>
            <a:custGeom>
              <a:avLst/>
              <a:gdLst/>
              <a:ahLst/>
              <a:cxnLst/>
              <a:rect l="l" t="t" r="r" b="b"/>
              <a:pathLst>
                <a:path w="2260" h="5645" extrusionOk="0">
                  <a:moveTo>
                    <a:pt x="1132" y="1"/>
                  </a:moveTo>
                  <a:cubicBezTo>
                    <a:pt x="977" y="1"/>
                    <a:pt x="823" y="64"/>
                    <a:pt x="711" y="189"/>
                  </a:cubicBezTo>
                  <a:cubicBezTo>
                    <a:pt x="504" y="421"/>
                    <a:pt x="522" y="776"/>
                    <a:pt x="753" y="984"/>
                  </a:cubicBezTo>
                  <a:cubicBezTo>
                    <a:pt x="832" y="1056"/>
                    <a:pt x="1130" y="1385"/>
                    <a:pt x="1130" y="1695"/>
                  </a:cubicBezTo>
                  <a:cubicBezTo>
                    <a:pt x="1130" y="1990"/>
                    <a:pt x="850" y="2315"/>
                    <a:pt x="753" y="2402"/>
                  </a:cubicBezTo>
                  <a:cubicBezTo>
                    <a:pt x="678" y="2472"/>
                    <a:pt x="1" y="3101"/>
                    <a:pt x="1" y="3953"/>
                  </a:cubicBezTo>
                  <a:cubicBezTo>
                    <a:pt x="1" y="4802"/>
                    <a:pt x="675" y="5432"/>
                    <a:pt x="753" y="5501"/>
                  </a:cubicBezTo>
                  <a:cubicBezTo>
                    <a:pt x="861" y="5597"/>
                    <a:pt x="994" y="5644"/>
                    <a:pt x="1127" y="5644"/>
                  </a:cubicBezTo>
                  <a:cubicBezTo>
                    <a:pt x="1282" y="5644"/>
                    <a:pt x="1437" y="5580"/>
                    <a:pt x="1548" y="5456"/>
                  </a:cubicBezTo>
                  <a:cubicBezTo>
                    <a:pt x="1756" y="5224"/>
                    <a:pt x="1735" y="4869"/>
                    <a:pt x="1506" y="4661"/>
                  </a:cubicBezTo>
                  <a:cubicBezTo>
                    <a:pt x="1428" y="4588"/>
                    <a:pt x="1130" y="4260"/>
                    <a:pt x="1130" y="3950"/>
                  </a:cubicBezTo>
                  <a:cubicBezTo>
                    <a:pt x="1130" y="3655"/>
                    <a:pt x="1410" y="3330"/>
                    <a:pt x="1506" y="3242"/>
                  </a:cubicBezTo>
                  <a:cubicBezTo>
                    <a:pt x="1582" y="3173"/>
                    <a:pt x="2259" y="2544"/>
                    <a:pt x="2259" y="1692"/>
                  </a:cubicBezTo>
                  <a:cubicBezTo>
                    <a:pt x="2259" y="842"/>
                    <a:pt x="1582" y="213"/>
                    <a:pt x="1506" y="144"/>
                  </a:cubicBezTo>
                  <a:cubicBezTo>
                    <a:pt x="1399" y="48"/>
                    <a:pt x="1265" y="1"/>
                    <a:pt x="11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9" name="Google Shape;6133;p52">
              <a:extLst>
                <a:ext uri="{FF2B5EF4-FFF2-40B4-BE49-F238E27FC236}">
                  <a16:creationId xmlns:a16="http://schemas.microsoft.com/office/drawing/2014/main" id="{D05984B2-DD18-465C-A46E-2AF8768F5A6A}"/>
                </a:ext>
              </a:extLst>
            </p:cNvPr>
            <p:cNvSpPr/>
            <p:nvPr/>
          </p:nvSpPr>
          <p:spPr>
            <a:xfrm>
              <a:off x="4464775" y="4230875"/>
              <a:ext cx="395250" cy="57400"/>
            </a:xfrm>
            <a:custGeom>
              <a:avLst/>
              <a:gdLst/>
              <a:ahLst/>
              <a:cxnLst/>
              <a:rect l="l" t="t" r="r" b="b"/>
              <a:pathLst>
                <a:path w="15810" h="2296" extrusionOk="0">
                  <a:moveTo>
                    <a:pt x="567" y="1"/>
                  </a:moveTo>
                  <a:cubicBezTo>
                    <a:pt x="254" y="1"/>
                    <a:pt x="1" y="251"/>
                    <a:pt x="1" y="564"/>
                  </a:cubicBezTo>
                  <a:cubicBezTo>
                    <a:pt x="1" y="877"/>
                    <a:pt x="254" y="1130"/>
                    <a:pt x="567" y="1130"/>
                  </a:cubicBezTo>
                  <a:lnTo>
                    <a:pt x="1910" y="1130"/>
                  </a:lnTo>
                  <a:lnTo>
                    <a:pt x="2006" y="1359"/>
                  </a:lnTo>
                  <a:cubicBezTo>
                    <a:pt x="2291" y="1932"/>
                    <a:pt x="2875" y="2295"/>
                    <a:pt x="3516" y="2295"/>
                  </a:cubicBezTo>
                  <a:cubicBezTo>
                    <a:pt x="3519" y="2295"/>
                    <a:pt x="3521" y="2295"/>
                    <a:pt x="3524" y="2295"/>
                  </a:cubicBezTo>
                  <a:lnTo>
                    <a:pt x="12290" y="2295"/>
                  </a:lnTo>
                  <a:cubicBezTo>
                    <a:pt x="12292" y="2295"/>
                    <a:pt x="12295" y="2295"/>
                    <a:pt x="12298" y="2295"/>
                  </a:cubicBezTo>
                  <a:cubicBezTo>
                    <a:pt x="12936" y="2295"/>
                    <a:pt x="13520" y="1932"/>
                    <a:pt x="13804" y="1359"/>
                  </a:cubicBezTo>
                  <a:lnTo>
                    <a:pt x="13901" y="1130"/>
                  </a:lnTo>
                  <a:lnTo>
                    <a:pt x="15247" y="1130"/>
                  </a:lnTo>
                  <a:cubicBezTo>
                    <a:pt x="15557" y="1130"/>
                    <a:pt x="15810" y="877"/>
                    <a:pt x="15810" y="564"/>
                  </a:cubicBezTo>
                  <a:cubicBezTo>
                    <a:pt x="15810" y="251"/>
                    <a:pt x="15557" y="1"/>
                    <a:pt x="152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0" name="Google Shape;6134;p52">
              <a:extLst>
                <a:ext uri="{FF2B5EF4-FFF2-40B4-BE49-F238E27FC236}">
                  <a16:creationId xmlns:a16="http://schemas.microsoft.com/office/drawing/2014/main" id="{635B9F2C-E452-43B0-AF55-E18163A8BF12}"/>
                </a:ext>
              </a:extLst>
            </p:cNvPr>
            <p:cNvSpPr/>
            <p:nvPr/>
          </p:nvSpPr>
          <p:spPr>
            <a:xfrm>
              <a:off x="4840675" y="4007300"/>
              <a:ext cx="101725" cy="166025"/>
            </a:xfrm>
            <a:custGeom>
              <a:avLst/>
              <a:gdLst/>
              <a:ahLst/>
              <a:cxnLst/>
              <a:rect l="l" t="t" r="r" b="b"/>
              <a:pathLst>
                <a:path w="4069" h="6641" extrusionOk="0">
                  <a:moveTo>
                    <a:pt x="1870" y="0"/>
                  </a:moveTo>
                  <a:cubicBezTo>
                    <a:pt x="1852" y="380"/>
                    <a:pt x="1837" y="759"/>
                    <a:pt x="1795" y="1130"/>
                  </a:cubicBezTo>
                  <a:cubicBezTo>
                    <a:pt x="1927" y="1181"/>
                    <a:pt x="2048" y="1256"/>
                    <a:pt x="2150" y="1355"/>
                  </a:cubicBezTo>
                  <a:cubicBezTo>
                    <a:pt x="2800" y="2006"/>
                    <a:pt x="2433" y="3469"/>
                    <a:pt x="1352" y="4550"/>
                  </a:cubicBezTo>
                  <a:cubicBezTo>
                    <a:pt x="1177" y="4722"/>
                    <a:pt x="991" y="4879"/>
                    <a:pt x="792" y="5017"/>
                  </a:cubicBezTo>
                  <a:cubicBezTo>
                    <a:pt x="566" y="5577"/>
                    <a:pt x="301" y="6119"/>
                    <a:pt x="0" y="6640"/>
                  </a:cubicBezTo>
                  <a:cubicBezTo>
                    <a:pt x="747" y="6429"/>
                    <a:pt x="1506" y="5993"/>
                    <a:pt x="2150" y="5348"/>
                  </a:cubicBezTo>
                  <a:cubicBezTo>
                    <a:pt x="3716" y="3782"/>
                    <a:pt x="4068" y="1678"/>
                    <a:pt x="2948" y="557"/>
                  </a:cubicBezTo>
                  <a:cubicBezTo>
                    <a:pt x="2656" y="268"/>
                    <a:pt x="2280" y="97"/>
                    <a:pt x="18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1" name="Google Shape;6135;p52">
              <a:extLst>
                <a:ext uri="{FF2B5EF4-FFF2-40B4-BE49-F238E27FC236}">
                  <a16:creationId xmlns:a16="http://schemas.microsoft.com/office/drawing/2014/main" id="{040A4CFE-8B79-4E5D-8AA7-6619E5B2F0FF}"/>
                </a:ext>
              </a:extLst>
            </p:cNvPr>
            <p:cNvSpPr/>
            <p:nvPr/>
          </p:nvSpPr>
          <p:spPr>
            <a:xfrm>
              <a:off x="4464775" y="3976800"/>
              <a:ext cx="395250" cy="225875"/>
            </a:xfrm>
            <a:custGeom>
              <a:avLst/>
              <a:gdLst/>
              <a:ahLst/>
              <a:cxnLst/>
              <a:rect l="l" t="t" r="r" b="b"/>
              <a:pathLst>
                <a:path w="15810" h="9035" extrusionOk="0">
                  <a:moveTo>
                    <a:pt x="564" y="1"/>
                  </a:moveTo>
                  <a:cubicBezTo>
                    <a:pt x="254" y="1"/>
                    <a:pt x="1" y="251"/>
                    <a:pt x="1" y="564"/>
                  </a:cubicBezTo>
                  <a:cubicBezTo>
                    <a:pt x="1" y="3930"/>
                    <a:pt x="1157" y="7026"/>
                    <a:pt x="3075" y="9035"/>
                  </a:cubicBezTo>
                  <a:lnTo>
                    <a:pt x="12735" y="9035"/>
                  </a:lnTo>
                  <a:cubicBezTo>
                    <a:pt x="14654" y="7026"/>
                    <a:pt x="15810" y="3930"/>
                    <a:pt x="15810" y="564"/>
                  </a:cubicBezTo>
                  <a:cubicBezTo>
                    <a:pt x="15810" y="251"/>
                    <a:pt x="15557" y="1"/>
                    <a:pt x="152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FB1DA7F2-60D7-4FBA-9FC4-C261EC5E4BE5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7610" y="508073"/>
            <a:ext cx="6513772" cy="3938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1317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4"/>
          <p:cNvSpPr txBox="1">
            <a:spLocks noGrp="1"/>
          </p:cNvSpPr>
          <p:nvPr>
            <p:ph type="ctrTitle"/>
          </p:nvPr>
        </p:nvSpPr>
        <p:spPr>
          <a:xfrm>
            <a:off x="151761" y="1365844"/>
            <a:ext cx="1766403" cy="79694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 dirty="0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  <a:t>PENGKODEAN</a:t>
            </a:r>
            <a:br>
              <a:rPr lang="es" sz="2000" dirty="0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</a:br>
            <a:r>
              <a:rPr lang="es" sz="2000" dirty="0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  <a:t>SYSTEM</a:t>
            </a:r>
            <a:endParaRPr sz="2000" dirty="0">
              <a:solidFill>
                <a:srgbClr val="48FFD5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5" name="Google Shape;270;p24">
            <a:extLst>
              <a:ext uri="{FF2B5EF4-FFF2-40B4-BE49-F238E27FC236}">
                <a16:creationId xmlns:a16="http://schemas.microsoft.com/office/drawing/2014/main" id="{826F4B58-B400-4659-B4CE-1684508A8953}"/>
              </a:ext>
            </a:extLst>
          </p:cNvPr>
          <p:cNvSpPr txBox="1">
            <a:spLocks/>
          </p:cNvSpPr>
          <p:nvPr/>
        </p:nvSpPr>
        <p:spPr>
          <a:xfrm>
            <a:off x="1646193" y="4446317"/>
            <a:ext cx="6935189" cy="525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oboto Black"/>
              <a:buNone/>
              <a:defRPr sz="3600" b="0" i="0" u="none" strike="noStrike" cap="none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9pPr>
          </a:lstStyle>
          <a:p>
            <a:pPr algn="ctr"/>
            <a:r>
              <a:rPr lang="en-US" sz="2000" dirty="0" err="1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  <a:t>Tampilan</a:t>
            </a:r>
            <a:r>
              <a:rPr lang="en-US" sz="2000" dirty="0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  <a:t> </a:t>
            </a:r>
            <a:r>
              <a:rPr lang="en-US" sz="2000" dirty="0" err="1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  <a:t>tujuan</a:t>
            </a:r>
            <a:r>
              <a:rPr lang="en-US" sz="2000" dirty="0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  <a:t> </a:t>
            </a:r>
            <a:r>
              <a:rPr lang="en-US" sz="2000" dirty="0" err="1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  <a:t>pengaduan</a:t>
            </a:r>
            <a:endParaRPr lang="en-US" sz="2000" dirty="0">
              <a:solidFill>
                <a:schemeClr val="accent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grpSp>
        <p:nvGrpSpPr>
          <p:cNvPr id="30" name="Google Shape;6112;p52">
            <a:extLst>
              <a:ext uri="{FF2B5EF4-FFF2-40B4-BE49-F238E27FC236}">
                <a16:creationId xmlns:a16="http://schemas.microsoft.com/office/drawing/2014/main" id="{4242C9B3-416D-4F66-94F9-B3F98CC371D5}"/>
              </a:ext>
            </a:extLst>
          </p:cNvPr>
          <p:cNvGrpSpPr/>
          <p:nvPr/>
        </p:nvGrpSpPr>
        <p:grpSpPr>
          <a:xfrm>
            <a:off x="620986" y="968837"/>
            <a:ext cx="346347" cy="339623"/>
            <a:chOff x="1490050" y="3805975"/>
            <a:chExt cx="491900" cy="482350"/>
          </a:xfrm>
          <a:solidFill>
            <a:schemeClr val="accent6"/>
          </a:solidFill>
        </p:grpSpPr>
        <p:sp>
          <p:nvSpPr>
            <p:cNvPr id="31" name="Google Shape;6113;p52">
              <a:extLst>
                <a:ext uri="{FF2B5EF4-FFF2-40B4-BE49-F238E27FC236}">
                  <a16:creationId xmlns:a16="http://schemas.microsoft.com/office/drawing/2014/main" id="{11609D5E-D4DF-47AE-85C3-093C27A5AC44}"/>
                </a:ext>
              </a:extLst>
            </p:cNvPr>
            <p:cNvSpPr/>
            <p:nvPr/>
          </p:nvSpPr>
          <p:spPr>
            <a:xfrm>
              <a:off x="1541775" y="3877050"/>
              <a:ext cx="302500" cy="277225"/>
            </a:xfrm>
            <a:custGeom>
              <a:avLst/>
              <a:gdLst/>
              <a:ahLst/>
              <a:cxnLst/>
              <a:rect l="l" t="t" r="r" b="b"/>
              <a:pathLst>
                <a:path w="12100" h="11089" extrusionOk="0">
                  <a:moveTo>
                    <a:pt x="10512" y="1"/>
                  </a:moveTo>
                  <a:lnTo>
                    <a:pt x="0" y="10513"/>
                  </a:lnTo>
                  <a:cubicBezTo>
                    <a:pt x="207" y="10475"/>
                    <a:pt x="415" y="10456"/>
                    <a:pt x="622" y="10456"/>
                  </a:cubicBezTo>
                  <a:cubicBezTo>
                    <a:pt x="1327" y="10456"/>
                    <a:pt x="2020" y="10674"/>
                    <a:pt x="2602" y="11088"/>
                  </a:cubicBezTo>
                  <a:lnTo>
                    <a:pt x="12099" y="1588"/>
                  </a:lnTo>
                  <a:lnTo>
                    <a:pt x="105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2" name="Google Shape;6114;p52">
              <a:extLst>
                <a:ext uri="{FF2B5EF4-FFF2-40B4-BE49-F238E27FC236}">
                  <a16:creationId xmlns:a16="http://schemas.microsoft.com/office/drawing/2014/main" id="{59ED7026-E90B-4C60-BA0D-9CA344A6C55D}"/>
                </a:ext>
              </a:extLst>
            </p:cNvPr>
            <p:cNvSpPr/>
            <p:nvPr/>
          </p:nvSpPr>
          <p:spPr>
            <a:xfrm>
              <a:off x="1824450" y="3805975"/>
              <a:ext cx="157500" cy="150525"/>
            </a:xfrm>
            <a:custGeom>
              <a:avLst/>
              <a:gdLst/>
              <a:ahLst/>
              <a:cxnLst/>
              <a:rect l="l" t="t" r="r" b="b"/>
              <a:pathLst>
                <a:path w="6300" h="6021" extrusionOk="0">
                  <a:moveTo>
                    <a:pt x="3211" y="0"/>
                  </a:moveTo>
                  <a:cubicBezTo>
                    <a:pt x="2484" y="0"/>
                    <a:pt x="1758" y="281"/>
                    <a:pt x="1208" y="841"/>
                  </a:cubicBezTo>
                  <a:lnTo>
                    <a:pt x="0" y="2049"/>
                  </a:lnTo>
                  <a:lnTo>
                    <a:pt x="3972" y="6021"/>
                  </a:lnTo>
                  <a:lnTo>
                    <a:pt x="5180" y="4813"/>
                  </a:lnTo>
                  <a:cubicBezTo>
                    <a:pt x="6294" y="3717"/>
                    <a:pt x="6300" y="1925"/>
                    <a:pt x="5198" y="823"/>
                  </a:cubicBezTo>
                  <a:cubicBezTo>
                    <a:pt x="4649" y="274"/>
                    <a:pt x="3930" y="0"/>
                    <a:pt x="32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3" name="Google Shape;6115;p52">
              <a:extLst>
                <a:ext uri="{FF2B5EF4-FFF2-40B4-BE49-F238E27FC236}">
                  <a16:creationId xmlns:a16="http://schemas.microsoft.com/office/drawing/2014/main" id="{A35A982C-2D4F-4CB8-B29F-2E416F5AFF55}"/>
                </a:ext>
              </a:extLst>
            </p:cNvPr>
            <p:cNvSpPr/>
            <p:nvPr/>
          </p:nvSpPr>
          <p:spPr>
            <a:xfrm>
              <a:off x="1626675" y="3936600"/>
              <a:ext cx="277225" cy="302600"/>
            </a:xfrm>
            <a:custGeom>
              <a:avLst/>
              <a:gdLst/>
              <a:ahLst/>
              <a:cxnLst/>
              <a:rect l="l" t="t" r="r" b="b"/>
              <a:pathLst>
                <a:path w="11089" h="12104" extrusionOk="0">
                  <a:moveTo>
                    <a:pt x="9501" y="1"/>
                  </a:moveTo>
                  <a:lnTo>
                    <a:pt x="1" y="9501"/>
                  </a:lnTo>
                  <a:cubicBezTo>
                    <a:pt x="537" y="10254"/>
                    <a:pt x="745" y="11194"/>
                    <a:pt x="576" y="12103"/>
                  </a:cubicBezTo>
                  <a:lnTo>
                    <a:pt x="11088" y="1591"/>
                  </a:lnTo>
                  <a:lnTo>
                    <a:pt x="950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4" name="Google Shape;6116;p52">
              <a:extLst>
                <a:ext uri="{FF2B5EF4-FFF2-40B4-BE49-F238E27FC236}">
                  <a16:creationId xmlns:a16="http://schemas.microsoft.com/office/drawing/2014/main" id="{196F6B18-F506-4B4E-A071-E20ACFB5D390}"/>
                </a:ext>
              </a:extLst>
            </p:cNvPr>
            <p:cNvSpPr/>
            <p:nvPr/>
          </p:nvSpPr>
          <p:spPr>
            <a:xfrm>
              <a:off x="1490050" y="4166500"/>
              <a:ext cx="129950" cy="121825"/>
            </a:xfrm>
            <a:custGeom>
              <a:avLst/>
              <a:gdLst/>
              <a:ahLst/>
              <a:cxnLst/>
              <a:rect l="l" t="t" r="r" b="b"/>
              <a:pathLst>
                <a:path w="5198" h="4873" extrusionOk="0">
                  <a:moveTo>
                    <a:pt x="2693" y="0"/>
                  </a:moveTo>
                  <a:cubicBezTo>
                    <a:pt x="2243" y="0"/>
                    <a:pt x="1790" y="133"/>
                    <a:pt x="1398" y="405"/>
                  </a:cubicBezTo>
                  <a:lnTo>
                    <a:pt x="1398" y="402"/>
                  </a:lnTo>
                  <a:lnTo>
                    <a:pt x="741" y="2446"/>
                  </a:lnTo>
                  <a:lnTo>
                    <a:pt x="139" y="4118"/>
                  </a:lnTo>
                  <a:cubicBezTo>
                    <a:pt x="0" y="4500"/>
                    <a:pt x="295" y="4872"/>
                    <a:pt x="664" y="4872"/>
                  </a:cubicBezTo>
                  <a:cubicBezTo>
                    <a:pt x="727" y="4872"/>
                    <a:pt x="793" y="4861"/>
                    <a:pt x="859" y="4837"/>
                  </a:cubicBezTo>
                  <a:lnTo>
                    <a:pt x="2530" y="4235"/>
                  </a:lnTo>
                  <a:lnTo>
                    <a:pt x="4574" y="3579"/>
                  </a:lnTo>
                  <a:cubicBezTo>
                    <a:pt x="5198" y="2672"/>
                    <a:pt x="5086" y="1450"/>
                    <a:pt x="4306" y="670"/>
                  </a:cubicBezTo>
                  <a:cubicBezTo>
                    <a:pt x="3866" y="228"/>
                    <a:pt x="3282" y="0"/>
                    <a:pt x="269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35" name="Google Shape;6129;p52">
            <a:extLst>
              <a:ext uri="{FF2B5EF4-FFF2-40B4-BE49-F238E27FC236}">
                <a16:creationId xmlns:a16="http://schemas.microsoft.com/office/drawing/2014/main" id="{4E8D1AE9-D5D3-4153-AD8C-91034433756A}"/>
              </a:ext>
            </a:extLst>
          </p:cNvPr>
          <p:cNvGrpSpPr/>
          <p:nvPr/>
        </p:nvGrpSpPr>
        <p:grpSpPr>
          <a:xfrm>
            <a:off x="1150434" y="968824"/>
            <a:ext cx="336296" cy="339235"/>
            <a:chOff x="4464775" y="3806475"/>
            <a:chExt cx="477625" cy="481800"/>
          </a:xfrm>
          <a:solidFill>
            <a:schemeClr val="accent6"/>
          </a:solidFill>
        </p:grpSpPr>
        <p:sp>
          <p:nvSpPr>
            <p:cNvPr id="36" name="Google Shape;6130;p52">
              <a:extLst>
                <a:ext uri="{FF2B5EF4-FFF2-40B4-BE49-F238E27FC236}">
                  <a16:creationId xmlns:a16="http://schemas.microsoft.com/office/drawing/2014/main" id="{2AB43A0A-5026-4A23-834F-AF469F1DAD51}"/>
                </a:ext>
              </a:extLst>
            </p:cNvPr>
            <p:cNvSpPr/>
            <p:nvPr/>
          </p:nvSpPr>
          <p:spPr>
            <a:xfrm>
              <a:off x="4726375" y="3806475"/>
              <a:ext cx="56500" cy="141125"/>
            </a:xfrm>
            <a:custGeom>
              <a:avLst/>
              <a:gdLst/>
              <a:ahLst/>
              <a:cxnLst/>
              <a:rect l="l" t="t" r="r" b="b"/>
              <a:pathLst>
                <a:path w="2260" h="5645" extrusionOk="0">
                  <a:moveTo>
                    <a:pt x="1133" y="1"/>
                  </a:moveTo>
                  <a:cubicBezTo>
                    <a:pt x="978" y="1"/>
                    <a:pt x="823" y="64"/>
                    <a:pt x="712" y="189"/>
                  </a:cubicBezTo>
                  <a:cubicBezTo>
                    <a:pt x="504" y="421"/>
                    <a:pt x="522" y="776"/>
                    <a:pt x="754" y="984"/>
                  </a:cubicBezTo>
                  <a:cubicBezTo>
                    <a:pt x="832" y="1056"/>
                    <a:pt x="1130" y="1385"/>
                    <a:pt x="1130" y="1695"/>
                  </a:cubicBezTo>
                  <a:cubicBezTo>
                    <a:pt x="1130" y="1990"/>
                    <a:pt x="850" y="2315"/>
                    <a:pt x="754" y="2402"/>
                  </a:cubicBezTo>
                  <a:cubicBezTo>
                    <a:pt x="678" y="2472"/>
                    <a:pt x="1" y="3101"/>
                    <a:pt x="1" y="3953"/>
                  </a:cubicBezTo>
                  <a:cubicBezTo>
                    <a:pt x="1" y="4802"/>
                    <a:pt x="675" y="5432"/>
                    <a:pt x="754" y="5501"/>
                  </a:cubicBezTo>
                  <a:cubicBezTo>
                    <a:pt x="861" y="5597"/>
                    <a:pt x="995" y="5644"/>
                    <a:pt x="1128" y="5644"/>
                  </a:cubicBezTo>
                  <a:cubicBezTo>
                    <a:pt x="1283" y="5644"/>
                    <a:pt x="1437" y="5580"/>
                    <a:pt x="1549" y="5456"/>
                  </a:cubicBezTo>
                  <a:cubicBezTo>
                    <a:pt x="1757" y="5224"/>
                    <a:pt x="1735" y="4869"/>
                    <a:pt x="1507" y="4661"/>
                  </a:cubicBezTo>
                  <a:cubicBezTo>
                    <a:pt x="1428" y="4588"/>
                    <a:pt x="1130" y="4260"/>
                    <a:pt x="1130" y="3950"/>
                  </a:cubicBezTo>
                  <a:cubicBezTo>
                    <a:pt x="1130" y="3655"/>
                    <a:pt x="1410" y="3330"/>
                    <a:pt x="1507" y="3242"/>
                  </a:cubicBezTo>
                  <a:cubicBezTo>
                    <a:pt x="1585" y="3173"/>
                    <a:pt x="2259" y="2544"/>
                    <a:pt x="2259" y="1692"/>
                  </a:cubicBezTo>
                  <a:cubicBezTo>
                    <a:pt x="2259" y="842"/>
                    <a:pt x="1585" y="213"/>
                    <a:pt x="1507" y="144"/>
                  </a:cubicBezTo>
                  <a:cubicBezTo>
                    <a:pt x="1399" y="48"/>
                    <a:pt x="1266" y="1"/>
                    <a:pt x="11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7" name="Google Shape;6131;p52">
              <a:extLst>
                <a:ext uri="{FF2B5EF4-FFF2-40B4-BE49-F238E27FC236}">
                  <a16:creationId xmlns:a16="http://schemas.microsoft.com/office/drawing/2014/main" id="{DC1FA845-5EB4-4183-AC92-FE3D1DF03E84}"/>
                </a:ext>
              </a:extLst>
            </p:cNvPr>
            <p:cNvSpPr/>
            <p:nvPr/>
          </p:nvSpPr>
          <p:spPr>
            <a:xfrm>
              <a:off x="4641700" y="3806475"/>
              <a:ext cx="56475" cy="141125"/>
            </a:xfrm>
            <a:custGeom>
              <a:avLst/>
              <a:gdLst/>
              <a:ahLst/>
              <a:cxnLst/>
              <a:rect l="l" t="t" r="r" b="b"/>
              <a:pathLst>
                <a:path w="2259" h="5645" extrusionOk="0">
                  <a:moveTo>
                    <a:pt x="1132" y="1"/>
                  </a:moveTo>
                  <a:cubicBezTo>
                    <a:pt x="977" y="1"/>
                    <a:pt x="823" y="64"/>
                    <a:pt x="711" y="189"/>
                  </a:cubicBezTo>
                  <a:cubicBezTo>
                    <a:pt x="503" y="421"/>
                    <a:pt x="521" y="776"/>
                    <a:pt x="753" y="984"/>
                  </a:cubicBezTo>
                  <a:cubicBezTo>
                    <a:pt x="831" y="1056"/>
                    <a:pt x="1130" y="1385"/>
                    <a:pt x="1130" y="1695"/>
                  </a:cubicBezTo>
                  <a:cubicBezTo>
                    <a:pt x="1130" y="1990"/>
                    <a:pt x="849" y="2315"/>
                    <a:pt x="753" y="2402"/>
                  </a:cubicBezTo>
                  <a:cubicBezTo>
                    <a:pt x="678" y="2472"/>
                    <a:pt x="0" y="3101"/>
                    <a:pt x="0" y="3953"/>
                  </a:cubicBezTo>
                  <a:cubicBezTo>
                    <a:pt x="0" y="4802"/>
                    <a:pt x="675" y="5432"/>
                    <a:pt x="753" y="5501"/>
                  </a:cubicBezTo>
                  <a:cubicBezTo>
                    <a:pt x="860" y="5597"/>
                    <a:pt x="994" y="5644"/>
                    <a:pt x="1127" y="5644"/>
                  </a:cubicBezTo>
                  <a:cubicBezTo>
                    <a:pt x="1282" y="5644"/>
                    <a:pt x="1436" y="5580"/>
                    <a:pt x="1548" y="5456"/>
                  </a:cubicBezTo>
                  <a:cubicBezTo>
                    <a:pt x="1756" y="5224"/>
                    <a:pt x="1735" y="4869"/>
                    <a:pt x="1506" y="4661"/>
                  </a:cubicBezTo>
                  <a:cubicBezTo>
                    <a:pt x="1428" y="4588"/>
                    <a:pt x="1130" y="4260"/>
                    <a:pt x="1130" y="3950"/>
                  </a:cubicBezTo>
                  <a:cubicBezTo>
                    <a:pt x="1130" y="3655"/>
                    <a:pt x="1410" y="3330"/>
                    <a:pt x="1506" y="3242"/>
                  </a:cubicBezTo>
                  <a:cubicBezTo>
                    <a:pt x="1581" y="3173"/>
                    <a:pt x="2259" y="2544"/>
                    <a:pt x="2259" y="1692"/>
                  </a:cubicBezTo>
                  <a:cubicBezTo>
                    <a:pt x="2259" y="842"/>
                    <a:pt x="1581" y="213"/>
                    <a:pt x="1506" y="144"/>
                  </a:cubicBezTo>
                  <a:cubicBezTo>
                    <a:pt x="1399" y="48"/>
                    <a:pt x="1265" y="1"/>
                    <a:pt x="11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8" name="Google Shape;6132;p52">
              <a:extLst>
                <a:ext uri="{FF2B5EF4-FFF2-40B4-BE49-F238E27FC236}">
                  <a16:creationId xmlns:a16="http://schemas.microsoft.com/office/drawing/2014/main" id="{7E59AEB5-98E4-46AE-BC74-EEE2BE6432FD}"/>
                </a:ext>
              </a:extLst>
            </p:cNvPr>
            <p:cNvSpPr/>
            <p:nvPr/>
          </p:nvSpPr>
          <p:spPr>
            <a:xfrm>
              <a:off x="4557000" y="3806475"/>
              <a:ext cx="56500" cy="141125"/>
            </a:xfrm>
            <a:custGeom>
              <a:avLst/>
              <a:gdLst/>
              <a:ahLst/>
              <a:cxnLst/>
              <a:rect l="l" t="t" r="r" b="b"/>
              <a:pathLst>
                <a:path w="2260" h="5645" extrusionOk="0">
                  <a:moveTo>
                    <a:pt x="1132" y="1"/>
                  </a:moveTo>
                  <a:cubicBezTo>
                    <a:pt x="977" y="1"/>
                    <a:pt x="823" y="64"/>
                    <a:pt x="711" y="189"/>
                  </a:cubicBezTo>
                  <a:cubicBezTo>
                    <a:pt x="504" y="421"/>
                    <a:pt x="522" y="776"/>
                    <a:pt x="753" y="984"/>
                  </a:cubicBezTo>
                  <a:cubicBezTo>
                    <a:pt x="832" y="1056"/>
                    <a:pt x="1130" y="1385"/>
                    <a:pt x="1130" y="1695"/>
                  </a:cubicBezTo>
                  <a:cubicBezTo>
                    <a:pt x="1130" y="1990"/>
                    <a:pt x="850" y="2315"/>
                    <a:pt x="753" y="2402"/>
                  </a:cubicBezTo>
                  <a:cubicBezTo>
                    <a:pt x="678" y="2472"/>
                    <a:pt x="1" y="3101"/>
                    <a:pt x="1" y="3953"/>
                  </a:cubicBezTo>
                  <a:cubicBezTo>
                    <a:pt x="1" y="4802"/>
                    <a:pt x="675" y="5432"/>
                    <a:pt x="753" y="5501"/>
                  </a:cubicBezTo>
                  <a:cubicBezTo>
                    <a:pt x="861" y="5597"/>
                    <a:pt x="994" y="5644"/>
                    <a:pt x="1127" y="5644"/>
                  </a:cubicBezTo>
                  <a:cubicBezTo>
                    <a:pt x="1282" y="5644"/>
                    <a:pt x="1437" y="5580"/>
                    <a:pt x="1548" y="5456"/>
                  </a:cubicBezTo>
                  <a:cubicBezTo>
                    <a:pt x="1756" y="5224"/>
                    <a:pt x="1735" y="4869"/>
                    <a:pt x="1506" y="4661"/>
                  </a:cubicBezTo>
                  <a:cubicBezTo>
                    <a:pt x="1428" y="4588"/>
                    <a:pt x="1130" y="4260"/>
                    <a:pt x="1130" y="3950"/>
                  </a:cubicBezTo>
                  <a:cubicBezTo>
                    <a:pt x="1130" y="3655"/>
                    <a:pt x="1410" y="3330"/>
                    <a:pt x="1506" y="3242"/>
                  </a:cubicBezTo>
                  <a:cubicBezTo>
                    <a:pt x="1582" y="3173"/>
                    <a:pt x="2259" y="2544"/>
                    <a:pt x="2259" y="1692"/>
                  </a:cubicBezTo>
                  <a:cubicBezTo>
                    <a:pt x="2259" y="842"/>
                    <a:pt x="1582" y="213"/>
                    <a:pt x="1506" y="144"/>
                  </a:cubicBezTo>
                  <a:cubicBezTo>
                    <a:pt x="1399" y="48"/>
                    <a:pt x="1265" y="1"/>
                    <a:pt x="11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9" name="Google Shape;6133;p52">
              <a:extLst>
                <a:ext uri="{FF2B5EF4-FFF2-40B4-BE49-F238E27FC236}">
                  <a16:creationId xmlns:a16="http://schemas.microsoft.com/office/drawing/2014/main" id="{D05984B2-DD18-465C-A46E-2AF8768F5A6A}"/>
                </a:ext>
              </a:extLst>
            </p:cNvPr>
            <p:cNvSpPr/>
            <p:nvPr/>
          </p:nvSpPr>
          <p:spPr>
            <a:xfrm>
              <a:off x="4464775" y="4230875"/>
              <a:ext cx="395250" cy="57400"/>
            </a:xfrm>
            <a:custGeom>
              <a:avLst/>
              <a:gdLst/>
              <a:ahLst/>
              <a:cxnLst/>
              <a:rect l="l" t="t" r="r" b="b"/>
              <a:pathLst>
                <a:path w="15810" h="2296" extrusionOk="0">
                  <a:moveTo>
                    <a:pt x="567" y="1"/>
                  </a:moveTo>
                  <a:cubicBezTo>
                    <a:pt x="254" y="1"/>
                    <a:pt x="1" y="251"/>
                    <a:pt x="1" y="564"/>
                  </a:cubicBezTo>
                  <a:cubicBezTo>
                    <a:pt x="1" y="877"/>
                    <a:pt x="254" y="1130"/>
                    <a:pt x="567" y="1130"/>
                  </a:cubicBezTo>
                  <a:lnTo>
                    <a:pt x="1910" y="1130"/>
                  </a:lnTo>
                  <a:lnTo>
                    <a:pt x="2006" y="1359"/>
                  </a:lnTo>
                  <a:cubicBezTo>
                    <a:pt x="2291" y="1932"/>
                    <a:pt x="2875" y="2295"/>
                    <a:pt x="3516" y="2295"/>
                  </a:cubicBezTo>
                  <a:cubicBezTo>
                    <a:pt x="3519" y="2295"/>
                    <a:pt x="3521" y="2295"/>
                    <a:pt x="3524" y="2295"/>
                  </a:cubicBezTo>
                  <a:lnTo>
                    <a:pt x="12290" y="2295"/>
                  </a:lnTo>
                  <a:cubicBezTo>
                    <a:pt x="12292" y="2295"/>
                    <a:pt x="12295" y="2295"/>
                    <a:pt x="12298" y="2295"/>
                  </a:cubicBezTo>
                  <a:cubicBezTo>
                    <a:pt x="12936" y="2295"/>
                    <a:pt x="13520" y="1932"/>
                    <a:pt x="13804" y="1359"/>
                  </a:cubicBezTo>
                  <a:lnTo>
                    <a:pt x="13901" y="1130"/>
                  </a:lnTo>
                  <a:lnTo>
                    <a:pt x="15247" y="1130"/>
                  </a:lnTo>
                  <a:cubicBezTo>
                    <a:pt x="15557" y="1130"/>
                    <a:pt x="15810" y="877"/>
                    <a:pt x="15810" y="564"/>
                  </a:cubicBezTo>
                  <a:cubicBezTo>
                    <a:pt x="15810" y="251"/>
                    <a:pt x="15557" y="1"/>
                    <a:pt x="152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0" name="Google Shape;6134;p52">
              <a:extLst>
                <a:ext uri="{FF2B5EF4-FFF2-40B4-BE49-F238E27FC236}">
                  <a16:creationId xmlns:a16="http://schemas.microsoft.com/office/drawing/2014/main" id="{635B9F2C-E452-43B0-AF55-E18163A8BF12}"/>
                </a:ext>
              </a:extLst>
            </p:cNvPr>
            <p:cNvSpPr/>
            <p:nvPr/>
          </p:nvSpPr>
          <p:spPr>
            <a:xfrm>
              <a:off x="4840675" y="4007300"/>
              <a:ext cx="101725" cy="166025"/>
            </a:xfrm>
            <a:custGeom>
              <a:avLst/>
              <a:gdLst/>
              <a:ahLst/>
              <a:cxnLst/>
              <a:rect l="l" t="t" r="r" b="b"/>
              <a:pathLst>
                <a:path w="4069" h="6641" extrusionOk="0">
                  <a:moveTo>
                    <a:pt x="1870" y="0"/>
                  </a:moveTo>
                  <a:cubicBezTo>
                    <a:pt x="1852" y="380"/>
                    <a:pt x="1837" y="759"/>
                    <a:pt x="1795" y="1130"/>
                  </a:cubicBezTo>
                  <a:cubicBezTo>
                    <a:pt x="1927" y="1181"/>
                    <a:pt x="2048" y="1256"/>
                    <a:pt x="2150" y="1355"/>
                  </a:cubicBezTo>
                  <a:cubicBezTo>
                    <a:pt x="2800" y="2006"/>
                    <a:pt x="2433" y="3469"/>
                    <a:pt x="1352" y="4550"/>
                  </a:cubicBezTo>
                  <a:cubicBezTo>
                    <a:pt x="1177" y="4722"/>
                    <a:pt x="991" y="4879"/>
                    <a:pt x="792" y="5017"/>
                  </a:cubicBezTo>
                  <a:cubicBezTo>
                    <a:pt x="566" y="5577"/>
                    <a:pt x="301" y="6119"/>
                    <a:pt x="0" y="6640"/>
                  </a:cubicBezTo>
                  <a:cubicBezTo>
                    <a:pt x="747" y="6429"/>
                    <a:pt x="1506" y="5993"/>
                    <a:pt x="2150" y="5348"/>
                  </a:cubicBezTo>
                  <a:cubicBezTo>
                    <a:pt x="3716" y="3782"/>
                    <a:pt x="4068" y="1678"/>
                    <a:pt x="2948" y="557"/>
                  </a:cubicBezTo>
                  <a:cubicBezTo>
                    <a:pt x="2656" y="268"/>
                    <a:pt x="2280" y="97"/>
                    <a:pt x="18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1" name="Google Shape;6135;p52">
              <a:extLst>
                <a:ext uri="{FF2B5EF4-FFF2-40B4-BE49-F238E27FC236}">
                  <a16:creationId xmlns:a16="http://schemas.microsoft.com/office/drawing/2014/main" id="{040A4CFE-8B79-4E5D-8AA7-6619E5B2F0FF}"/>
                </a:ext>
              </a:extLst>
            </p:cNvPr>
            <p:cNvSpPr/>
            <p:nvPr/>
          </p:nvSpPr>
          <p:spPr>
            <a:xfrm>
              <a:off x="4464775" y="3976800"/>
              <a:ext cx="395250" cy="225875"/>
            </a:xfrm>
            <a:custGeom>
              <a:avLst/>
              <a:gdLst/>
              <a:ahLst/>
              <a:cxnLst/>
              <a:rect l="l" t="t" r="r" b="b"/>
              <a:pathLst>
                <a:path w="15810" h="9035" extrusionOk="0">
                  <a:moveTo>
                    <a:pt x="564" y="1"/>
                  </a:moveTo>
                  <a:cubicBezTo>
                    <a:pt x="254" y="1"/>
                    <a:pt x="1" y="251"/>
                    <a:pt x="1" y="564"/>
                  </a:cubicBezTo>
                  <a:cubicBezTo>
                    <a:pt x="1" y="3930"/>
                    <a:pt x="1157" y="7026"/>
                    <a:pt x="3075" y="9035"/>
                  </a:cubicBezTo>
                  <a:lnTo>
                    <a:pt x="12735" y="9035"/>
                  </a:lnTo>
                  <a:cubicBezTo>
                    <a:pt x="14654" y="7026"/>
                    <a:pt x="15810" y="3930"/>
                    <a:pt x="15810" y="564"/>
                  </a:cubicBezTo>
                  <a:cubicBezTo>
                    <a:pt x="15810" y="251"/>
                    <a:pt x="15557" y="1"/>
                    <a:pt x="152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08A41B09-D09E-41A4-BFE6-8EBC6EC5CF32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8020" y="369909"/>
            <a:ext cx="6823880" cy="3947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8454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4"/>
          <p:cNvSpPr txBox="1">
            <a:spLocks noGrp="1"/>
          </p:cNvSpPr>
          <p:nvPr>
            <p:ph type="ctrTitle"/>
          </p:nvPr>
        </p:nvSpPr>
        <p:spPr>
          <a:xfrm>
            <a:off x="151761" y="1365844"/>
            <a:ext cx="1766403" cy="79694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 dirty="0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  <a:t>PENGKODEAN</a:t>
            </a:r>
            <a:br>
              <a:rPr lang="es" sz="2000" dirty="0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</a:br>
            <a:r>
              <a:rPr lang="es" sz="2000" dirty="0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  <a:t>SYSTEM</a:t>
            </a:r>
            <a:endParaRPr sz="2000" dirty="0">
              <a:solidFill>
                <a:srgbClr val="48FFD5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5" name="Google Shape;270;p24">
            <a:extLst>
              <a:ext uri="{FF2B5EF4-FFF2-40B4-BE49-F238E27FC236}">
                <a16:creationId xmlns:a16="http://schemas.microsoft.com/office/drawing/2014/main" id="{826F4B58-B400-4659-B4CE-1684508A8953}"/>
              </a:ext>
            </a:extLst>
          </p:cNvPr>
          <p:cNvSpPr txBox="1">
            <a:spLocks/>
          </p:cNvSpPr>
          <p:nvPr/>
        </p:nvSpPr>
        <p:spPr>
          <a:xfrm>
            <a:off x="1646193" y="4446317"/>
            <a:ext cx="6935189" cy="525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oboto Black"/>
              <a:buNone/>
              <a:defRPr sz="3600" b="0" i="0" u="none" strike="noStrike" cap="none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9pPr>
          </a:lstStyle>
          <a:p>
            <a:pPr algn="ctr"/>
            <a:r>
              <a:rPr lang="en-US" sz="2000" dirty="0" err="1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  <a:t>Tampilan</a:t>
            </a:r>
            <a:r>
              <a:rPr lang="en-US" sz="2000" dirty="0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  <a:t> </a:t>
            </a:r>
            <a:r>
              <a:rPr lang="en-US" sz="2000" dirty="0" err="1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  <a:t>kirim</a:t>
            </a:r>
            <a:r>
              <a:rPr lang="en-US" sz="2000" dirty="0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  <a:t> email</a:t>
            </a:r>
          </a:p>
        </p:txBody>
      </p:sp>
      <p:grpSp>
        <p:nvGrpSpPr>
          <p:cNvPr id="30" name="Google Shape;6112;p52">
            <a:extLst>
              <a:ext uri="{FF2B5EF4-FFF2-40B4-BE49-F238E27FC236}">
                <a16:creationId xmlns:a16="http://schemas.microsoft.com/office/drawing/2014/main" id="{4242C9B3-416D-4F66-94F9-B3F98CC371D5}"/>
              </a:ext>
            </a:extLst>
          </p:cNvPr>
          <p:cNvGrpSpPr/>
          <p:nvPr/>
        </p:nvGrpSpPr>
        <p:grpSpPr>
          <a:xfrm>
            <a:off x="620986" y="968837"/>
            <a:ext cx="346347" cy="339623"/>
            <a:chOff x="1490050" y="3805975"/>
            <a:chExt cx="491900" cy="482350"/>
          </a:xfrm>
          <a:solidFill>
            <a:schemeClr val="accent6"/>
          </a:solidFill>
        </p:grpSpPr>
        <p:sp>
          <p:nvSpPr>
            <p:cNvPr id="31" name="Google Shape;6113;p52">
              <a:extLst>
                <a:ext uri="{FF2B5EF4-FFF2-40B4-BE49-F238E27FC236}">
                  <a16:creationId xmlns:a16="http://schemas.microsoft.com/office/drawing/2014/main" id="{11609D5E-D4DF-47AE-85C3-093C27A5AC44}"/>
                </a:ext>
              </a:extLst>
            </p:cNvPr>
            <p:cNvSpPr/>
            <p:nvPr/>
          </p:nvSpPr>
          <p:spPr>
            <a:xfrm>
              <a:off x="1541775" y="3877050"/>
              <a:ext cx="302500" cy="277225"/>
            </a:xfrm>
            <a:custGeom>
              <a:avLst/>
              <a:gdLst/>
              <a:ahLst/>
              <a:cxnLst/>
              <a:rect l="l" t="t" r="r" b="b"/>
              <a:pathLst>
                <a:path w="12100" h="11089" extrusionOk="0">
                  <a:moveTo>
                    <a:pt x="10512" y="1"/>
                  </a:moveTo>
                  <a:lnTo>
                    <a:pt x="0" y="10513"/>
                  </a:lnTo>
                  <a:cubicBezTo>
                    <a:pt x="207" y="10475"/>
                    <a:pt x="415" y="10456"/>
                    <a:pt x="622" y="10456"/>
                  </a:cubicBezTo>
                  <a:cubicBezTo>
                    <a:pt x="1327" y="10456"/>
                    <a:pt x="2020" y="10674"/>
                    <a:pt x="2602" y="11088"/>
                  </a:cubicBezTo>
                  <a:lnTo>
                    <a:pt x="12099" y="1588"/>
                  </a:lnTo>
                  <a:lnTo>
                    <a:pt x="105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2" name="Google Shape;6114;p52">
              <a:extLst>
                <a:ext uri="{FF2B5EF4-FFF2-40B4-BE49-F238E27FC236}">
                  <a16:creationId xmlns:a16="http://schemas.microsoft.com/office/drawing/2014/main" id="{59ED7026-E90B-4C60-BA0D-9CA344A6C55D}"/>
                </a:ext>
              </a:extLst>
            </p:cNvPr>
            <p:cNvSpPr/>
            <p:nvPr/>
          </p:nvSpPr>
          <p:spPr>
            <a:xfrm>
              <a:off x="1824450" y="3805975"/>
              <a:ext cx="157500" cy="150525"/>
            </a:xfrm>
            <a:custGeom>
              <a:avLst/>
              <a:gdLst/>
              <a:ahLst/>
              <a:cxnLst/>
              <a:rect l="l" t="t" r="r" b="b"/>
              <a:pathLst>
                <a:path w="6300" h="6021" extrusionOk="0">
                  <a:moveTo>
                    <a:pt x="3211" y="0"/>
                  </a:moveTo>
                  <a:cubicBezTo>
                    <a:pt x="2484" y="0"/>
                    <a:pt x="1758" y="281"/>
                    <a:pt x="1208" y="841"/>
                  </a:cubicBezTo>
                  <a:lnTo>
                    <a:pt x="0" y="2049"/>
                  </a:lnTo>
                  <a:lnTo>
                    <a:pt x="3972" y="6021"/>
                  </a:lnTo>
                  <a:lnTo>
                    <a:pt x="5180" y="4813"/>
                  </a:lnTo>
                  <a:cubicBezTo>
                    <a:pt x="6294" y="3717"/>
                    <a:pt x="6300" y="1925"/>
                    <a:pt x="5198" y="823"/>
                  </a:cubicBezTo>
                  <a:cubicBezTo>
                    <a:pt x="4649" y="274"/>
                    <a:pt x="3930" y="0"/>
                    <a:pt x="32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3" name="Google Shape;6115;p52">
              <a:extLst>
                <a:ext uri="{FF2B5EF4-FFF2-40B4-BE49-F238E27FC236}">
                  <a16:creationId xmlns:a16="http://schemas.microsoft.com/office/drawing/2014/main" id="{A35A982C-2D4F-4CB8-B29F-2E416F5AFF55}"/>
                </a:ext>
              </a:extLst>
            </p:cNvPr>
            <p:cNvSpPr/>
            <p:nvPr/>
          </p:nvSpPr>
          <p:spPr>
            <a:xfrm>
              <a:off x="1626675" y="3936600"/>
              <a:ext cx="277225" cy="302600"/>
            </a:xfrm>
            <a:custGeom>
              <a:avLst/>
              <a:gdLst/>
              <a:ahLst/>
              <a:cxnLst/>
              <a:rect l="l" t="t" r="r" b="b"/>
              <a:pathLst>
                <a:path w="11089" h="12104" extrusionOk="0">
                  <a:moveTo>
                    <a:pt x="9501" y="1"/>
                  </a:moveTo>
                  <a:lnTo>
                    <a:pt x="1" y="9501"/>
                  </a:lnTo>
                  <a:cubicBezTo>
                    <a:pt x="537" y="10254"/>
                    <a:pt x="745" y="11194"/>
                    <a:pt x="576" y="12103"/>
                  </a:cubicBezTo>
                  <a:lnTo>
                    <a:pt x="11088" y="1591"/>
                  </a:lnTo>
                  <a:lnTo>
                    <a:pt x="950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4" name="Google Shape;6116;p52">
              <a:extLst>
                <a:ext uri="{FF2B5EF4-FFF2-40B4-BE49-F238E27FC236}">
                  <a16:creationId xmlns:a16="http://schemas.microsoft.com/office/drawing/2014/main" id="{196F6B18-F506-4B4E-A071-E20ACFB5D390}"/>
                </a:ext>
              </a:extLst>
            </p:cNvPr>
            <p:cNvSpPr/>
            <p:nvPr/>
          </p:nvSpPr>
          <p:spPr>
            <a:xfrm>
              <a:off x="1490050" y="4166500"/>
              <a:ext cx="129950" cy="121825"/>
            </a:xfrm>
            <a:custGeom>
              <a:avLst/>
              <a:gdLst/>
              <a:ahLst/>
              <a:cxnLst/>
              <a:rect l="l" t="t" r="r" b="b"/>
              <a:pathLst>
                <a:path w="5198" h="4873" extrusionOk="0">
                  <a:moveTo>
                    <a:pt x="2693" y="0"/>
                  </a:moveTo>
                  <a:cubicBezTo>
                    <a:pt x="2243" y="0"/>
                    <a:pt x="1790" y="133"/>
                    <a:pt x="1398" y="405"/>
                  </a:cubicBezTo>
                  <a:lnTo>
                    <a:pt x="1398" y="402"/>
                  </a:lnTo>
                  <a:lnTo>
                    <a:pt x="741" y="2446"/>
                  </a:lnTo>
                  <a:lnTo>
                    <a:pt x="139" y="4118"/>
                  </a:lnTo>
                  <a:cubicBezTo>
                    <a:pt x="0" y="4500"/>
                    <a:pt x="295" y="4872"/>
                    <a:pt x="664" y="4872"/>
                  </a:cubicBezTo>
                  <a:cubicBezTo>
                    <a:pt x="727" y="4872"/>
                    <a:pt x="793" y="4861"/>
                    <a:pt x="859" y="4837"/>
                  </a:cubicBezTo>
                  <a:lnTo>
                    <a:pt x="2530" y="4235"/>
                  </a:lnTo>
                  <a:lnTo>
                    <a:pt x="4574" y="3579"/>
                  </a:lnTo>
                  <a:cubicBezTo>
                    <a:pt x="5198" y="2672"/>
                    <a:pt x="5086" y="1450"/>
                    <a:pt x="4306" y="670"/>
                  </a:cubicBezTo>
                  <a:cubicBezTo>
                    <a:pt x="3866" y="228"/>
                    <a:pt x="3282" y="0"/>
                    <a:pt x="269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35" name="Google Shape;6129;p52">
            <a:extLst>
              <a:ext uri="{FF2B5EF4-FFF2-40B4-BE49-F238E27FC236}">
                <a16:creationId xmlns:a16="http://schemas.microsoft.com/office/drawing/2014/main" id="{4E8D1AE9-D5D3-4153-AD8C-91034433756A}"/>
              </a:ext>
            </a:extLst>
          </p:cNvPr>
          <p:cNvGrpSpPr/>
          <p:nvPr/>
        </p:nvGrpSpPr>
        <p:grpSpPr>
          <a:xfrm>
            <a:off x="1150434" y="968824"/>
            <a:ext cx="336296" cy="339235"/>
            <a:chOff x="4464775" y="3806475"/>
            <a:chExt cx="477625" cy="481800"/>
          </a:xfrm>
          <a:solidFill>
            <a:schemeClr val="accent6"/>
          </a:solidFill>
        </p:grpSpPr>
        <p:sp>
          <p:nvSpPr>
            <p:cNvPr id="36" name="Google Shape;6130;p52">
              <a:extLst>
                <a:ext uri="{FF2B5EF4-FFF2-40B4-BE49-F238E27FC236}">
                  <a16:creationId xmlns:a16="http://schemas.microsoft.com/office/drawing/2014/main" id="{2AB43A0A-5026-4A23-834F-AF469F1DAD51}"/>
                </a:ext>
              </a:extLst>
            </p:cNvPr>
            <p:cNvSpPr/>
            <p:nvPr/>
          </p:nvSpPr>
          <p:spPr>
            <a:xfrm>
              <a:off x="4726375" y="3806475"/>
              <a:ext cx="56500" cy="141125"/>
            </a:xfrm>
            <a:custGeom>
              <a:avLst/>
              <a:gdLst/>
              <a:ahLst/>
              <a:cxnLst/>
              <a:rect l="l" t="t" r="r" b="b"/>
              <a:pathLst>
                <a:path w="2260" h="5645" extrusionOk="0">
                  <a:moveTo>
                    <a:pt x="1133" y="1"/>
                  </a:moveTo>
                  <a:cubicBezTo>
                    <a:pt x="978" y="1"/>
                    <a:pt x="823" y="64"/>
                    <a:pt x="712" y="189"/>
                  </a:cubicBezTo>
                  <a:cubicBezTo>
                    <a:pt x="504" y="421"/>
                    <a:pt x="522" y="776"/>
                    <a:pt x="754" y="984"/>
                  </a:cubicBezTo>
                  <a:cubicBezTo>
                    <a:pt x="832" y="1056"/>
                    <a:pt x="1130" y="1385"/>
                    <a:pt x="1130" y="1695"/>
                  </a:cubicBezTo>
                  <a:cubicBezTo>
                    <a:pt x="1130" y="1990"/>
                    <a:pt x="850" y="2315"/>
                    <a:pt x="754" y="2402"/>
                  </a:cubicBezTo>
                  <a:cubicBezTo>
                    <a:pt x="678" y="2472"/>
                    <a:pt x="1" y="3101"/>
                    <a:pt x="1" y="3953"/>
                  </a:cubicBezTo>
                  <a:cubicBezTo>
                    <a:pt x="1" y="4802"/>
                    <a:pt x="675" y="5432"/>
                    <a:pt x="754" y="5501"/>
                  </a:cubicBezTo>
                  <a:cubicBezTo>
                    <a:pt x="861" y="5597"/>
                    <a:pt x="995" y="5644"/>
                    <a:pt x="1128" y="5644"/>
                  </a:cubicBezTo>
                  <a:cubicBezTo>
                    <a:pt x="1283" y="5644"/>
                    <a:pt x="1437" y="5580"/>
                    <a:pt x="1549" y="5456"/>
                  </a:cubicBezTo>
                  <a:cubicBezTo>
                    <a:pt x="1757" y="5224"/>
                    <a:pt x="1735" y="4869"/>
                    <a:pt x="1507" y="4661"/>
                  </a:cubicBezTo>
                  <a:cubicBezTo>
                    <a:pt x="1428" y="4588"/>
                    <a:pt x="1130" y="4260"/>
                    <a:pt x="1130" y="3950"/>
                  </a:cubicBezTo>
                  <a:cubicBezTo>
                    <a:pt x="1130" y="3655"/>
                    <a:pt x="1410" y="3330"/>
                    <a:pt x="1507" y="3242"/>
                  </a:cubicBezTo>
                  <a:cubicBezTo>
                    <a:pt x="1585" y="3173"/>
                    <a:pt x="2259" y="2544"/>
                    <a:pt x="2259" y="1692"/>
                  </a:cubicBezTo>
                  <a:cubicBezTo>
                    <a:pt x="2259" y="842"/>
                    <a:pt x="1585" y="213"/>
                    <a:pt x="1507" y="144"/>
                  </a:cubicBezTo>
                  <a:cubicBezTo>
                    <a:pt x="1399" y="48"/>
                    <a:pt x="1266" y="1"/>
                    <a:pt x="11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7" name="Google Shape;6131;p52">
              <a:extLst>
                <a:ext uri="{FF2B5EF4-FFF2-40B4-BE49-F238E27FC236}">
                  <a16:creationId xmlns:a16="http://schemas.microsoft.com/office/drawing/2014/main" id="{DC1FA845-5EB4-4183-AC92-FE3D1DF03E84}"/>
                </a:ext>
              </a:extLst>
            </p:cNvPr>
            <p:cNvSpPr/>
            <p:nvPr/>
          </p:nvSpPr>
          <p:spPr>
            <a:xfrm>
              <a:off x="4641700" y="3806475"/>
              <a:ext cx="56475" cy="141125"/>
            </a:xfrm>
            <a:custGeom>
              <a:avLst/>
              <a:gdLst/>
              <a:ahLst/>
              <a:cxnLst/>
              <a:rect l="l" t="t" r="r" b="b"/>
              <a:pathLst>
                <a:path w="2259" h="5645" extrusionOk="0">
                  <a:moveTo>
                    <a:pt x="1132" y="1"/>
                  </a:moveTo>
                  <a:cubicBezTo>
                    <a:pt x="977" y="1"/>
                    <a:pt x="823" y="64"/>
                    <a:pt x="711" y="189"/>
                  </a:cubicBezTo>
                  <a:cubicBezTo>
                    <a:pt x="503" y="421"/>
                    <a:pt x="521" y="776"/>
                    <a:pt x="753" y="984"/>
                  </a:cubicBezTo>
                  <a:cubicBezTo>
                    <a:pt x="831" y="1056"/>
                    <a:pt x="1130" y="1385"/>
                    <a:pt x="1130" y="1695"/>
                  </a:cubicBezTo>
                  <a:cubicBezTo>
                    <a:pt x="1130" y="1990"/>
                    <a:pt x="849" y="2315"/>
                    <a:pt x="753" y="2402"/>
                  </a:cubicBezTo>
                  <a:cubicBezTo>
                    <a:pt x="678" y="2472"/>
                    <a:pt x="0" y="3101"/>
                    <a:pt x="0" y="3953"/>
                  </a:cubicBezTo>
                  <a:cubicBezTo>
                    <a:pt x="0" y="4802"/>
                    <a:pt x="675" y="5432"/>
                    <a:pt x="753" y="5501"/>
                  </a:cubicBezTo>
                  <a:cubicBezTo>
                    <a:pt x="860" y="5597"/>
                    <a:pt x="994" y="5644"/>
                    <a:pt x="1127" y="5644"/>
                  </a:cubicBezTo>
                  <a:cubicBezTo>
                    <a:pt x="1282" y="5644"/>
                    <a:pt x="1436" y="5580"/>
                    <a:pt x="1548" y="5456"/>
                  </a:cubicBezTo>
                  <a:cubicBezTo>
                    <a:pt x="1756" y="5224"/>
                    <a:pt x="1735" y="4869"/>
                    <a:pt x="1506" y="4661"/>
                  </a:cubicBezTo>
                  <a:cubicBezTo>
                    <a:pt x="1428" y="4588"/>
                    <a:pt x="1130" y="4260"/>
                    <a:pt x="1130" y="3950"/>
                  </a:cubicBezTo>
                  <a:cubicBezTo>
                    <a:pt x="1130" y="3655"/>
                    <a:pt x="1410" y="3330"/>
                    <a:pt x="1506" y="3242"/>
                  </a:cubicBezTo>
                  <a:cubicBezTo>
                    <a:pt x="1581" y="3173"/>
                    <a:pt x="2259" y="2544"/>
                    <a:pt x="2259" y="1692"/>
                  </a:cubicBezTo>
                  <a:cubicBezTo>
                    <a:pt x="2259" y="842"/>
                    <a:pt x="1581" y="213"/>
                    <a:pt x="1506" y="144"/>
                  </a:cubicBezTo>
                  <a:cubicBezTo>
                    <a:pt x="1399" y="48"/>
                    <a:pt x="1265" y="1"/>
                    <a:pt x="11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8" name="Google Shape;6132;p52">
              <a:extLst>
                <a:ext uri="{FF2B5EF4-FFF2-40B4-BE49-F238E27FC236}">
                  <a16:creationId xmlns:a16="http://schemas.microsoft.com/office/drawing/2014/main" id="{7E59AEB5-98E4-46AE-BC74-EEE2BE6432FD}"/>
                </a:ext>
              </a:extLst>
            </p:cNvPr>
            <p:cNvSpPr/>
            <p:nvPr/>
          </p:nvSpPr>
          <p:spPr>
            <a:xfrm>
              <a:off x="4557000" y="3806475"/>
              <a:ext cx="56500" cy="141125"/>
            </a:xfrm>
            <a:custGeom>
              <a:avLst/>
              <a:gdLst/>
              <a:ahLst/>
              <a:cxnLst/>
              <a:rect l="l" t="t" r="r" b="b"/>
              <a:pathLst>
                <a:path w="2260" h="5645" extrusionOk="0">
                  <a:moveTo>
                    <a:pt x="1132" y="1"/>
                  </a:moveTo>
                  <a:cubicBezTo>
                    <a:pt x="977" y="1"/>
                    <a:pt x="823" y="64"/>
                    <a:pt x="711" y="189"/>
                  </a:cubicBezTo>
                  <a:cubicBezTo>
                    <a:pt x="504" y="421"/>
                    <a:pt x="522" y="776"/>
                    <a:pt x="753" y="984"/>
                  </a:cubicBezTo>
                  <a:cubicBezTo>
                    <a:pt x="832" y="1056"/>
                    <a:pt x="1130" y="1385"/>
                    <a:pt x="1130" y="1695"/>
                  </a:cubicBezTo>
                  <a:cubicBezTo>
                    <a:pt x="1130" y="1990"/>
                    <a:pt x="850" y="2315"/>
                    <a:pt x="753" y="2402"/>
                  </a:cubicBezTo>
                  <a:cubicBezTo>
                    <a:pt x="678" y="2472"/>
                    <a:pt x="1" y="3101"/>
                    <a:pt x="1" y="3953"/>
                  </a:cubicBezTo>
                  <a:cubicBezTo>
                    <a:pt x="1" y="4802"/>
                    <a:pt x="675" y="5432"/>
                    <a:pt x="753" y="5501"/>
                  </a:cubicBezTo>
                  <a:cubicBezTo>
                    <a:pt x="861" y="5597"/>
                    <a:pt x="994" y="5644"/>
                    <a:pt x="1127" y="5644"/>
                  </a:cubicBezTo>
                  <a:cubicBezTo>
                    <a:pt x="1282" y="5644"/>
                    <a:pt x="1437" y="5580"/>
                    <a:pt x="1548" y="5456"/>
                  </a:cubicBezTo>
                  <a:cubicBezTo>
                    <a:pt x="1756" y="5224"/>
                    <a:pt x="1735" y="4869"/>
                    <a:pt x="1506" y="4661"/>
                  </a:cubicBezTo>
                  <a:cubicBezTo>
                    <a:pt x="1428" y="4588"/>
                    <a:pt x="1130" y="4260"/>
                    <a:pt x="1130" y="3950"/>
                  </a:cubicBezTo>
                  <a:cubicBezTo>
                    <a:pt x="1130" y="3655"/>
                    <a:pt x="1410" y="3330"/>
                    <a:pt x="1506" y="3242"/>
                  </a:cubicBezTo>
                  <a:cubicBezTo>
                    <a:pt x="1582" y="3173"/>
                    <a:pt x="2259" y="2544"/>
                    <a:pt x="2259" y="1692"/>
                  </a:cubicBezTo>
                  <a:cubicBezTo>
                    <a:pt x="2259" y="842"/>
                    <a:pt x="1582" y="213"/>
                    <a:pt x="1506" y="144"/>
                  </a:cubicBezTo>
                  <a:cubicBezTo>
                    <a:pt x="1399" y="48"/>
                    <a:pt x="1265" y="1"/>
                    <a:pt x="11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9" name="Google Shape;6133;p52">
              <a:extLst>
                <a:ext uri="{FF2B5EF4-FFF2-40B4-BE49-F238E27FC236}">
                  <a16:creationId xmlns:a16="http://schemas.microsoft.com/office/drawing/2014/main" id="{D05984B2-DD18-465C-A46E-2AF8768F5A6A}"/>
                </a:ext>
              </a:extLst>
            </p:cNvPr>
            <p:cNvSpPr/>
            <p:nvPr/>
          </p:nvSpPr>
          <p:spPr>
            <a:xfrm>
              <a:off x="4464775" y="4230875"/>
              <a:ext cx="395250" cy="57400"/>
            </a:xfrm>
            <a:custGeom>
              <a:avLst/>
              <a:gdLst/>
              <a:ahLst/>
              <a:cxnLst/>
              <a:rect l="l" t="t" r="r" b="b"/>
              <a:pathLst>
                <a:path w="15810" h="2296" extrusionOk="0">
                  <a:moveTo>
                    <a:pt x="567" y="1"/>
                  </a:moveTo>
                  <a:cubicBezTo>
                    <a:pt x="254" y="1"/>
                    <a:pt x="1" y="251"/>
                    <a:pt x="1" y="564"/>
                  </a:cubicBezTo>
                  <a:cubicBezTo>
                    <a:pt x="1" y="877"/>
                    <a:pt x="254" y="1130"/>
                    <a:pt x="567" y="1130"/>
                  </a:cubicBezTo>
                  <a:lnTo>
                    <a:pt x="1910" y="1130"/>
                  </a:lnTo>
                  <a:lnTo>
                    <a:pt x="2006" y="1359"/>
                  </a:lnTo>
                  <a:cubicBezTo>
                    <a:pt x="2291" y="1932"/>
                    <a:pt x="2875" y="2295"/>
                    <a:pt x="3516" y="2295"/>
                  </a:cubicBezTo>
                  <a:cubicBezTo>
                    <a:pt x="3519" y="2295"/>
                    <a:pt x="3521" y="2295"/>
                    <a:pt x="3524" y="2295"/>
                  </a:cubicBezTo>
                  <a:lnTo>
                    <a:pt x="12290" y="2295"/>
                  </a:lnTo>
                  <a:cubicBezTo>
                    <a:pt x="12292" y="2295"/>
                    <a:pt x="12295" y="2295"/>
                    <a:pt x="12298" y="2295"/>
                  </a:cubicBezTo>
                  <a:cubicBezTo>
                    <a:pt x="12936" y="2295"/>
                    <a:pt x="13520" y="1932"/>
                    <a:pt x="13804" y="1359"/>
                  </a:cubicBezTo>
                  <a:lnTo>
                    <a:pt x="13901" y="1130"/>
                  </a:lnTo>
                  <a:lnTo>
                    <a:pt x="15247" y="1130"/>
                  </a:lnTo>
                  <a:cubicBezTo>
                    <a:pt x="15557" y="1130"/>
                    <a:pt x="15810" y="877"/>
                    <a:pt x="15810" y="564"/>
                  </a:cubicBezTo>
                  <a:cubicBezTo>
                    <a:pt x="15810" y="251"/>
                    <a:pt x="15557" y="1"/>
                    <a:pt x="152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0" name="Google Shape;6134;p52">
              <a:extLst>
                <a:ext uri="{FF2B5EF4-FFF2-40B4-BE49-F238E27FC236}">
                  <a16:creationId xmlns:a16="http://schemas.microsoft.com/office/drawing/2014/main" id="{635B9F2C-E452-43B0-AF55-E18163A8BF12}"/>
                </a:ext>
              </a:extLst>
            </p:cNvPr>
            <p:cNvSpPr/>
            <p:nvPr/>
          </p:nvSpPr>
          <p:spPr>
            <a:xfrm>
              <a:off x="4840675" y="4007300"/>
              <a:ext cx="101725" cy="166025"/>
            </a:xfrm>
            <a:custGeom>
              <a:avLst/>
              <a:gdLst/>
              <a:ahLst/>
              <a:cxnLst/>
              <a:rect l="l" t="t" r="r" b="b"/>
              <a:pathLst>
                <a:path w="4069" h="6641" extrusionOk="0">
                  <a:moveTo>
                    <a:pt x="1870" y="0"/>
                  </a:moveTo>
                  <a:cubicBezTo>
                    <a:pt x="1852" y="380"/>
                    <a:pt x="1837" y="759"/>
                    <a:pt x="1795" y="1130"/>
                  </a:cubicBezTo>
                  <a:cubicBezTo>
                    <a:pt x="1927" y="1181"/>
                    <a:pt x="2048" y="1256"/>
                    <a:pt x="2150" y="1355"/>
                  </a:cubicBezTo>
                  <a:cubicBezTo>
                    <a:pt x="2800" y="2006"/>
                    <a:pt x="2433" y="3469"/>
                    <a:pt x="1352" y="4550"/>
                  </a:cubicBezTo>
                  <a:cubicBezTo>
                    <a:pt x="1177" y="4722"/>
                    <a:pt x="991" y="4879"/>
                    <a:pt x="792" y="5017"/>
                  </a:cubicBezTo>
                  <a:cubicBezTo>
                    <a:pt x="566" y="5577"/>
                    <a:pt x="301" y="6119"/>
                    <a:pt x="0" y="6640"/>
                  </a:cubicBezTo>
                  <a:cubicBezTo>
                    <a:pt x="747" y="6429"/>
                    <a:pt x="1506" y="5993"/>
                    <a:pt x="2150" y="5348"/>
                  </a:cubicBezTo>
                  <a:cubicBezTo>
                    <a:pt x="3716" y="3782"/>
                    <a:pt x="4068" y="1678"/>
                    <a:pt x="2948" y="557"/>
                  </a:cubicBezTo>
                  <a:cubicBezTo>
                    <a:pt x="2656" y="268"/>
                    <a:pt x="2280" y="97"/>
                    <a:pt x="18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1" name="Google Shape;6135;p52">
              <a:extLst>
                <a:ext uri="{FF2B5EF4-FFF2-40B4-BE49-F238E27FC236}">
                  <a16:creationId xmlns:a16="http://schemas.microsoft.com/office/drawing/2014/main" id="{040A4CFE-8B79-4E5D-8AA7-6619E5B2F0FF}"/>
                </a:ext>
              </a:extLst>
            </p:cNvPr>
            <p:cNvSpPr/>
            <p:nvPr/>
          </p:nvSpPr>
          <p:spPr>
            <a:xfrm>
              <a:off x="4464775" y="3976800"/>
              <a:ext cx="395250" cy="225875"/>
            </a:xfrm>
            <a:custGeom>
              <a:avLst/>
              <a:gdLst/>
              <a:ahLst/>
              <a:cxnLst/>
              <a:rect l="l" t="t" r="r" b="b"/>
              <a:pathLst>
                <a:path w="15810" h="9035" extrusionOk="0">
                  <a:moveTo>
                    <a:pt x="564" y="1"/>
                  </a:moveTo>
                  <a:cubicBezTo>
                    <a:pt x="254" y="1"/>
                    <a:pt x="1" y="251"/>
                    <a:pt x="1" y="564"/>
                  </a:cubicBezTo>
                  <a:cubicBezTo>
                    <a:pt x="1" y="3930"/>
                    <a:pt x="1157" y="7026"/>
                    <a:pt x="3075" y="9035"/>
                  </a:cubicBezTo>
                  <a:lnTo>
                    <a:pt x="12735" y="9035"/>
                  </a:lnTo>
                  <a:cubicBezTo>
                    <a:pt x="14654" y="7026"/>
                    <a:pt x="15810" y="3930"/>
                    <a:pt x="15810" y="564"/>
                  </a:cubicBezTo>
                  <a:cubicBezTo>
                    <a:pt x="15810" y="251"/>
                    <a:pt x="15557" y="1"/>
                    <a:pt x="152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47F028CD-DAC3-4A23-886F-649628DD55BE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6679" y="171751"/>
            <a:ext cx="7125559" cy="4371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062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4"/>
          <p:cNvSpPr txBox="1">
            <a:spLocks noGrp="1"/>
          </p:cNvSpPr>
          <p:nvPr>
            <p:ph type="ctrTitle"/>
          </p:nvPr>
        </p:nvSpPr>
        <p:spPr>
          <a:xfrm>
            <a:off x="151761" y="1365844"/>
            <a:ext cx="1766403" cy="79694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 dirty="0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  <a:t>PENGKODEAN</a:t>
            </a:r>
            <a:br>
              <a:rPr lang="es" sz="2000" dirty="0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</a:br>
            <a:r>
              <a:rPr lang="es" sz="2000" dirty="0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  <a:t>SYSTEM</a:t>
            </a:r>
            <a:endParaRPr sz="2000" dirty="0">
              <a:solidFill>
                <a:srgbClr val="48FFD5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5" name="Google Shape;270;p24">
            <a:extLst>
              <a:ext uri="{FF2B5EF4-FFF2-40B4-BE49-F238E27FC236}">
                <a16:creationId xmlns:a16="http://schemas.microsoft.com/office/drawing/2014/main" id="{826F4B58-B400-4659-B4CE-1684508A8953}"/>
              </a:ext>
            </a:extLst>
          </p:cNvPr>
          <p:cNvSpPr txBox="1">
            <a:spLocks/>
          </p:cNvSpPr>
          <p:nvPr/>
        </p:nvSpPr>
        <p:spPr>
          <a:xfrm>
            <a:off x="1646193" y="4446317"/>
            <a:ext cx="6935189" cy="525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oboto Black"/>
              <a:buNone/>
              <a:defRPr sz="3600" b="0" i="0" u="none" strike="noStrike" cap="none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9pPr>
          </a:lstStyle>
          <a:p>
            <a:pPr algn="ctr"/>
            <a:r>
              <a:rPr lang="en-US" sz="2000" dirty="0" err="1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  <a:t>Tampilan</a:t>
            </a:r>
            <a:r>
              <a:rPr lang="en-US" sz="2000" dirty="0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  <a:t> update </a:t>
            </a:r>
            <a:r>
              <a:rPr lang="en-US" sz="2000" dirty="0" err="1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  <a:t>pengaduan</a:t>
            </a:r>
            <a:r>
              <a:rPr lang="en-US" sz="2000" dirty="0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  <a:t> </a:t>
            </a:r>
            <a:r>
              <a:rPr lang="en-US" sz="2000" dirty="0" err="1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  <a:t>masuk</a:t>
            </a:r>
            <a:endParaRPr lang="en-US" sz="2000" dirty="0">
              <a:solidFill>
                <a:schemeClr val="accent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grpSp>
        <p:nvGrpSpPr>
          <p:cNvPr id="30" name="Google Shape;6112;p52">
            <a:extLst>
              <a:ext uri="{FF2B5EF4-FFF2-40B4-BE49-F238E27FC236}">
                <a16:creationId xmlns:a16="http://schemas.microsoft.com/office/drawing/2014/main" id="{4242C9B3-416D-4F66-94F9-B3F98CC371D5}"/>
              </a:ext>
            </a:extLst>
          </p:cNvPr>
          <p:cNvGrpSpPr/>
          <p:nvPr/>
        </p:nvGrpSpPr>
        <p:grpSpPr>
          <a:xfrm>
            <a:off x="620986" y="968837"/>
            <a:ext cx="346347" cy="339623"/>
            <a:chOff x="1490050" y="3805975"/>
            <a:chExt cx="491900" cy="482350"/>
          </a:xfrm>
          <a:solidFill>
            <a:schemeClr val="accent6"/>
          </a:solidFill>
        </p:grpSpPr>
        <p:sp>
          <p:nvSpPr>
            <p:cNvPr id="31" name="Google Shape;6113;p52">
              <a:extLst>
                <a:ext uri="{FF2B5EF4-FFF2-40B4-BE49-F238E27FC236}">
                  <a16:creationId xmlns:a16="http://schemas.microsoft.com/office/drawing/2014/main" id="{11609D5E-D4DF-47AE-85C3-093C27A5AC44}"/>
                </a:ext>
              </a:extLst>
            </p:cNvPr>
            <p:cNvSpPr/>
            <p:nvPr/>
          </p:nvSpPr>
          <p:spPr>
            <a:xfrm>
              <a:off x="1541775" y="3877050"/>
              <a:ext cx="302500" cy="277225"/>
            </a:xfrm>
            <a:custGeom>
              <a:avLst/>
              <a:gdLst/>
              <a:ahLst/>
              <a:cxnLst/>
              <a:rect l="l" t="t" r="r" b="b"/>
              <a:pathLst>
                <a:path w="12100" h="11089" extrusionOk="0">
                  <a:moveTo>
                    <a:pt x="10512" y="1"/>
                  </a:moveTo>
                  <a:lnTo>
                    <a:pt x="0" y="10513"/>
                  </a:lnTo>
                  <a:cubicBezTo>
                    <a:pt x="207" y="10475"/>
                    <a:pt x="415" y="10456"/>
                    <a:pt x="622" y="10456"/>
                  </a:cubicBezTo>
                  <a:cubicBezTo>
                    <a:pt x="1327" y="10456"/>
                    <a:pt x="2020" y="10674"/>
                    <a:pt x="2602" y="11088"/>
                  </a:cubicBezTo>
                  <a:lnTo>
                    <a:pt x="12099" y="1588"/>
                  </a:lnTo>
                  <a:lnTo>
                    <a:pt x="105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2" name="Google Shape;6114;p52">
              <a:extLst>
                <a:ext uri="{FF2B5EF4-FFF2-40B4-BE49-F238E27FC236}">
                  <a16:creationId xmlns:a16="http://schemas.microsoft.com/office/drawing/2014/main" id="{59ED7026-E90B-4C60-BA0D-9CA344A6C55D}"/>
                </a:ext>
              </a:extLst>
            </p:cNvPr>
            <p:cNvSpPr/>
            <p:nvPr/>
          </p:nvSpPr>
          <p:spPr>
            <a:xfrm>
              <a:off x="1824450" y="3805975"/>
              <a:ext cx="157500" cy="150525"/>
            </a:xfrm>
            <a:custGeom>
              <a:avLst/>
              <a:gdLst/>
              <a:ahLst/>
              <a:cxnLst/>
              <a:rect l="l" t="t" r="r" b="b"/>
              <a:pathLst>
                <a:path w="6300" h="6021" extrusionOk="0">
                  <a:moveTo>
                    <a:pt x="3211" y="0"/>
                  </a:moveTo>
                  <a:cubicBezTo>
                    <a:pt x="2484" y="0"/>
                    <a:pt x="1758" y="281"/>
                    <a:pt x="1208" y="841"/>
                  </a:cubicBezTo>
                  <a:lnTo>
                    <a:pt x="0" y="2049"/>
                  </a:lnTo>
                  <a:lnTo>
                    <a:pt x="3972" y="6021"/>
                  </a:lnTo>
                  <a:lnTo>
                    <a:pt x="5180" y="4813"/>
                  </a:lnTo>
                  <a:cubicBezTo>
                    <a:pt x="6294" y="3717"/>
                    <a:pt x="6300" y="1925"/>
                    <a:pt x="5198" y="823"/>
                  </a:cubicBezTo>
                  <a:cubicBezTo>
                    <a:pt x="4649" y="274"/>
                    <a:pt x="3930" y="0"/>
                    <a:pt x="32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3" name="Google Shape;6115;p52">
              <a:extLst>
                <a:ext uri="{FF2B5EF4-FFF2-40B4-BE49-F238E27FC236}">
                  <a16:creationId xmlns:a16="http://schemas.microsoft.com/office/drawing/2014/main" id="{A35A982C-2D4F-4CB8-B29F-2E416F5AFF55}"/>
                </a:ext>
              </a:extLst>
            </p:cNvPr>
            <p:cNvSpPr/>
            <p:nvPr/>
          </p:nvSpPr>
          <p:spPr>
            <a:xfrm>
              <a:off x="1626675" y="3936600"/>
              <a:ext cx="277225" cy="302600"/>
            </a:xfrm>
            <a:custGeom>
              <a:avLst/>
              <a:gdLst/>
              <a:ahLst/>
              <a:cxnLst/>
              <a:rect l="l" t="t" r="r" b="b"/>
              <a:pathLst>
                <a:path w="11089" h="12104" extrusionOk="0">
                  <a:moveTo>
                    <a:pt x="9501" y="1"/>
                  </a:moveTo>
                  <a:lnTo>
                    <a:pt x="1" y="9501"/>
                  </a:lnTo>
                  <a:cubicBezTo>
                    <a:pt x="537" y="10254"/>
                    <a:pt x="745" y="11194"/>
                    <a:pt x="576" y="12103"/>
                  </a:cubicBezTo>
                  <a:lnTo>
                    <a:pt x="11088" y="1591"/>
                  </a:lnTo>
                  <a:lnTo>
                    <a:pt x="950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4" name="Google Shape;6116;p52">
              <a:extLst>
                <a:ext uri="{FF2B5EF4-FFF2-40B4-BE49-F238E27FC236}">
                  <a16:creationId xmlns:a16="http://schemas.microsoft.com/office/drawing/2014/main" id="{196F6B18-F506-4B4E-A071-E20ACFB5D390}"/>
                </a:ext>
              </a:extLst>
            </p:cNvPr>
            <p:cNvSpPr/>
            <p:nvPr/>
          </p:nvSpPr>
          <p:spPr>
            <a:xfrm>
              <a:off x="1490050" y="4166500"/>
              <a:ext cx="129950" cy="121825"/>
            </a:xfrm>
            <a:custGeom>
              <a:avLst/>
              <a:gdLst/>
              <a:ahLst/>
              <a:cxnLst/>
              <a:rect l="l" t="t" r="r" b="b"/>
              <a:pathLst>
                <a:path w="5198" h="4873" extrusionOk="0">
                  <a:moveTo>
                    <a:pt x="2693" y="0"/>
                  </a:moveTo>
                  <a:cubicBezTo>
                    <a:pt x="2243" y="0"/>
                    <a:pt x="1790" y="133"/>
                    <a:pt x="1398" y="405"/>
                  </a:cubicBezTo>
                  <a:lnTo>
                    <a:pt x="1398" y="402"/>
                  </a:lnTo>
                  <a:lnTo>
                    <a:pt x="741" y="2446"/>
                  </a:lnTo>
                  <a:lnTo>
                    <a:pt x="139" y="4118"/>
                  </a:lnTo>
                  <a:cubicBezTo>
                    <a:pt x="0" y="4500"/>
                    <a:pt x="295" y="4872"/>
                    <a:pt x="664" y="4872"/>
                  </a:cubicBezTo>
                  <a:cubicBezTo>
                    <a:pt x="727" y="4872"/>
                    <a:pt x="793" y="4861"/>
                    <a:pt x="859" y="4837"/>
                  </a:cubicBezTo>
                  <a:lnTo>
                    <a:pt x="2530" y="4235"/>
                  </a:lnTo>
                  <a:lnTo>
                    <a:pt x="4574" y="3579"/>
                  </a:lnTo>
                  <a:cubicBezTo>
                    <a:pt x="5198" y="2672"/>
                    <a:pt x="5086" y="1450"/>
                    <a:pt x="4306" y="670"/>
                  </a:cubicBezTo>
                  <a:cubicBezTo>
                    <a:pt x="3866" y="228"/>
                    <a:pt x="3282" y="0"/>
                    <a:pt x="269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35" name="Google Shape;6129;p52">
            <a:extLst>
              <a:ext uri="{FF2B5EF4-FFF2-40B4-BE49-F238E27FC236}">
                <a16:creationId xmlns:a16="http://schemas.microsoft.com/office/drawing/2014/main" id="{4E8D1AE9-D5D3-4153-AD8C-91034433756A}"/>
              </a:ext>
            </a:extLst>
          </p:cNvPr>
          <p:cNvGrpSpPr/>
          <p:nvPr/>
        </p:nvGrpSpPr>
        <p:grpSpPr>
          <a:xfrm>
            <a:off x="1150434" y="968824"/>
            <a:ext cx="336296" cy="339235"/>
            <a:chOff x="4464775" y="3806475"/>
            <a:chExt cx="477625" cy="481800"/>
          </a:xfrm>
          <a:solidFill>
            <a:schemeClr val="accent6"/>
          </a:solidFill>
        </p:grpSpPr>
        <p:sp>
          <p:nvSpPr>
            <p:cNvPr id="36" name="Google Shape;6130;p52">
              <a:extLst>
                <a:ext uri="{FF2B5EF4-FFF2-40B4-BE49-F238E27FC236}">
                  <a16:creationId xmlns:a16="http://schemas.microsoft.com/office/drawing/2014/main" id="{2AB43A0A-5026-4A23-834F-AF469F1DAD51}"/>
                </a:ext>
              </a:extLst>
            </p:cNvPr>
            <p:cNvSpPr/>
            <p:nvPr/>
          </p:nvSpPr>
          <p:spPr>
            <a:xfrm>
              <a:off x="4726375" y="3806475"/>
              <a:ext cx="56500" cy="141125"/>
            </a:xfrm>
            <a:custGeom>
              <a:avLst/>
              <a:gdLst/>
              <a:ahLst/>
              <a:cxnLst/>
              <a:rect l="l" t="t" r="r" b="b"/>
              <a:pathLst>
                <a:path w="2260" h="5645" extrusionOk="0">
                  <a:moveTo>
                    <a:pt x="1133" y="1"/>
                  </a:moveTo>
                  <a:cubicBezTo>
                    <a:pt x="978" y="1"/>
                    <a:pt x="823" y="64"/>
                    <a:pt x="712" y="189"/>
                  </a:cubicBezTo>
                  <a:cubicBezTo>
                    <a:pt x="504" y="421"/>
                    <a:pt x="522" y="776"/>
                    <a:pt x="754" y="984"/>
                  </a:cubicBezTo>
                  <a:cubicBezTo>
                    <a:pt x="832" y="1056"/>
                    <a:pt x="1130" y="1385"/>
                    <a:pt x="1130" y="1695"/>
                  </a:cubicBezTo>
                  <a:cubicBezTo>
                    <a:pt x="1130" y="1990"/>
                    <a:pt x="850" y="2315"/>
                    <a:pt x="754" y="2402"/>
                  </a:cubicBezTo>
                  <a:cubicBezTo>
                    <a:pt x="678" y="2472"/>
                    <a:pt x="1" y="3101"/>
                    <a:pt x="1" y="3953"/>
                  </a:cubicBezTo>
                  <a:cubicBezTo>
                    <a:pt x="1" y="4802"/>
                    <a:pt x="675" y="5432"/>
                    <a:pt x="754" y="5501"/>
                  </a:cubicBezTo>
                  <a:cubicBezTo>
                    <a:pt x="861" y="5597"/>
                    <a:pt x="995" y="5644"/>
                    <a:pt x="1128" y="5644"/>
                  </a:cubicBezTo>
                  <a:cubicBezTo>
                    <a:pt x="1283" y="5644"/>
                    <a:pt x="1437" y="5580"/>
                    <a:pt x="1549" y="5456"/>
                  </a:cubicBezTo>
                  <a:cubicBezTo>
                    <a:pt x="1757" y="5224"/>
                    <a:pt x="1735" y="4869"/>
                    <a:pt x="1507" y="4661"/>
                  </a:cubicBezTo>
                  <a:cubicBezTo>
                    <a:pt x="1428" y="4588"/>
                    <a:pt x="1130" y="4260"/>
                    <a:pt x="1130" y="3950"/>
                  </a:cubicBezTo>
                  <a:cubicBezTo>
                    <a:pt x="1130" y="3655"/>
                    <a:pt x="1410" y="3330"/>
                    <a:pt x="1507" y="3242"/>
                  </a:cubicBezTo>
                  <a:cubicBezTo>
                    <a:pt x="1585" y="3173"/>
                    <a:pt x="2259" y="2544"/>
                    <a:pt x="2259" y="1692"/>
                  </a:cubicBezTo>
                  <a:cubicBezTo>
                    <a:pt x="2259" y="842"/>
                    <a:pt x="1585" y="213"/>
                    <a:pt x="1507" y="144"/>
                  </a:cubicBezTo>
                  <a:cubicBezTo>
                    <a:pt x="1399" y="48"/>
                    <a:pt x="1266" y="1"/>
                    <a:pt x="11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7" name="Google Shape;6131;p52">
              <a:extLst>
                <a:ext uri="{FF2B5EF4-FFF2-40B4-BE49-F238E27FC236}">
                  <a16:creationId xmlns:a16="http://schemas.microsoft.com/office/drawing/2014/main" id="{DC1FA845-5EB4-4183-AC92-FE3D1DF03E84}"/>
                </a:ext>
              </a:extLst>
            </p:cNvPr>
            <p:cNvSpPr/>
            <p:nvPr/>
          </p:nvSpPr>
          <p:spPr>
            <a:xfrm>
              <a:off x="4641700" y="3806475"/>
              <a:ext cx="56475" cy="141125"/>
            </a:xfrm>
            <a:custGeom>
              <a:avLst/>
              <a:gdLst/>
              <a:ahLst/>
              <a:cxnLst/>
              <a:rect l="l" t="t" r="r" b="b"/>
              <a:pathLst>
                <a:path w="2259" h="5645" extrusionOk="0">
                  <a:moveTo>
                    <a:pt x="1132" y="1"/>
                  </a:moveTo>
                  <a:cubicBezTo>
                    <a:pt x="977" y="1"/>
                    <a:pt x="823" y="64"/>
                    <a:pt x="711" y="189"/>
                  </a:cubicBezTo>
                  <a:cubicBezTo>
                    <a:pt x="503" y="421"/>
                    <a:pt x="521" y="776"/>
                    <a:pt x="753" y="984"/>
                  </a:cubicBezTo>
                  <a:cubicBezTo>
                    <a:pt x="831" y="1056"/>
                    <a:pt x="1130" y="1385"/>
                    <a:pt x="1130" y="1695"/>
                  </a:cubicBezTo>
                  <a:cubicBezTo>
                    <a:pt x="1130" y="1990"/>
                    <a:pt x="849" y="2315"/>
                    <a:pt x="753" y="2402"/>
                  </a:cubicBezTo>
                  <a:cubicBezTo>
                    <a:pt x="678" y="2472"/>
                    <a:pt x="0" y="3101"/>
                    <a:pt x="0" y="3953"/>
                  </a:cubicBezTo>
                  <a:cubicBezTo>
                    <a:pt x="0" y="4802"/>
                    <a:pt x="675" y="5432"/>
                    <a:pt x="753" y="5501"/>
                  </a:cubicBezTo>
                  <a:cubicBezTo>
                    <a:pt x="860" y="5597"/>
                    <a:pt x="994" y="5644"/>
                    <a:pt x="1127" y="5644"/>
                  </a:cubicBezTo>
                  <a:cubicBezTo>
                    <a:pt x="1282" y="5644"/>
                    <a:pt x="1436" y="5580"/>
                    <a:pt x="1548" y="5456"/>
                  </a:cubicBezTo>
                  <a:cubicBezTo>
                    <a:pt x="1756" y="5224"/>
                    <a:pt x="1735" y="4869"/>
                    <a:pt x="1506" y="4661"/>
                  </a:cubicBezTo>
                  <a:cubicBezTo>
                    <a:pt x="1428" y="4588"/>
                    <a:pt x="1130" y="4260"/>
                    <a:pt x="1130" y="3950"/>
                  </a:cubicBezTo>
                  <a:cubicBezTo>
                    <a:pt x="1130" y="3655"/>
                    <a:pt x="1410" y="3330"/>
                    <a:pt x="1506" y="3242"/>
                  </a:cubicBezTo>
                  <a:cubicBezTo>
                    <a:pt x="1581" y="3173"/>
                    <a:pt x="2259" y="2544"/>
                    <a:pt x="2259" y="1692"/>
                  </a:cubicBezTo>
                  <a:cubicBezTo>
                    <a:pt x="2259" y="842"/>
                    <a:pt x="1581" y="213"/>
                    <a:pt x="1506" y="144"/>
                  </a:cubicBezTo>
                  <a:cubicBezTo>
                    <a:pt x="1399" y="48"/>
                    <a:pt x="1265" y="1"/>
                    <a:pt x="11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8" name="Google Shape;6132;p52">
              <a:extLst>
                <a:ext uri="{FF2B5EF4-FFF2-40B4-BE49-F238E27FC236}">
                  <a16:creationId xmlns:a16="http://schemas.microsoft.com/office/drawing/2014/main" id="{7E59AEB5-98E4-46AE-BC74-EEE2BE6432FD}"/>
                </a:ext>
              </a:extLst>
            </p:cNvPr>
            <p:cNvSpPr/>
            <p:nvPr/>
          </p:nvSpPr>
          <p:spPr>
            <a:xfrm>
              <a:off x="4557000" y="3806475"/>
              <a:ext cx="56500" cy="141125"/>
            </a:xfrm>
            <a:custGeom>
              <a:avLst/>
              <a:gdLst/>
              <a:ahLst/>
              <a:cxnLst/>
              <a:rect l="l" t="t" r="r" b="b"/>
              <a:pathLst>
                <a:path w="2260" h="5645" extrusionOk="0">
                  <a:moveTo>
                    <a:pt x="1132" y="1"/>
                  </a:moveTo>
                  <a:cubicBezTo>
                    <a:pt x="977" y="1"/>
                    <a:pt x="823" y="64"/>
                    <a:pt x="711" y="189"/>
                  </a:cubicBezTo>
                  <a:cubicBezTo>
                    <a:pt x="504" y="421"/>
                    <a:pt x="522" y="776"/>
                    <a:pt x="753" y="984"/>
                  </a:cubicBezTo>
                  <a:cubicBezTo>
                    <a:pt x="832" y="1056"/>
                    <a:pt x="1130" y="1385"/>
                    <a:pt x="1130" y="1695"/>
                  </a:cubicBezTo>
                  <a:cubicBezTo>
                    <a:pt x="1130" y="1990"/>
                    <a:pt x="850" y="2315"/>
                    <a:pt x="753" y="2402"/>
                  </a:cubicBezTo>
                  <a:cubicBezTo>
                    <a:pt x="678" y="2472"/>
                    <a:pt x="1" y="3101"/>
                    <a:pt x="1" y="3953"/>
                  </a:cubicBezTo>
                  <a:cubicBezTo>
                    <a:pt x="1" y="4802"/>
                    <a:pt x="675" y="5432"/>
                    <a:pt x="753" y="5501"/>
                  </a:cubicBezTo>
                  <a:cubicBezTo>
                    <a:pt x="861" y="5597"/>
                    <a:pt x="994" y="5644"/>
                    <a:pt x="1127" y="5644"/>
                  </a:cubicBezTo>
                  <a:cubicBezTo>
                    <a:pt x="1282" y="5644"/>
                    <a:pt x="1437" y="5580"/>
                    <a:pt x="1548" y="5456"/>
                  </a:cubicBezTo>
                  <a:cubicBezTo>
                    <a:pt x="1756" y="5224"/>
                    <a:pt x="1735" y="4869"/>
                    <a:pt x="1506" y="4661"/>
                  </a:cubicBezTo>
                  <a:cubicBezTo>
                    <a:pt x="1428" y="4588"/>
                    <a:pt x="1130" y="4260"/>
                    <a:pt x="1130" y="3950"/>
                  </a:cubicBezTo>
                  <a:cubicBezTo>
                    <a:pt x="1130" y="3655"/>
                    <a:pt x="1410" y="3330"/>
                    <a:pt x="1506" y="3242"/>
                  </a:cubicBezTo>
                  <a:cubicBezTo>
                    <a:pt x="1582" y="3173"/>
                    <a:pt x="2259" y="2544"/>
                    <a:pt x="2259" y="1692"/>
                  </a:cubicBezTo>
                  <a:cubicBezTo>
                    <a:pt x="2259" y="842"/>
                    <a:pt x="1582" y="213"/>
                    <a:pt x="1506" y="144"/>
                  </a:cubicBezTo>
                  <a:cubicBezTo>
                    <a:pt x="1399" y="48"/>
                    <a:pt x="1265" y="1"/>
                    <a:pt x="11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9" name="Google Shape;6133;p52">
              <a:extLst>
                <a:ext uri="{FF2B5EF4-FFF2-40B4-BE49-F238E27FC236}">
                  <a16:creationId xmlns:a16="http://schemas.microsoft.com/office/drawing/2014/main" id="{D05984B2-DD18-465C-A46E-2AF8768F5A6A}"/>
                </a:ext>
              </a:extLst>
            </p:cNvPr>
            <p:cNvSpPr/>
            <p:nvPr/>
          </p:nvSpPr>
          <p:spPr>
            <a:xfrm>
              <a:off x="4464775" y="4230875"/>
              <a:ext cx="395250" cy="57400"/>
            </a:xfrm>
            <a:custGeom>
              <a:avLst/>
              <a:gdLst/>
              <a:ahLst/>
              <a:cxnLst/>
              <a:rect l="l" t="t" r="r" b="b"/>
              <a:pathLst>
                <a:path w="15810" h="2296" extrusionOk="0">
                  <a:moveTo>
                    <a:pt x="567" y="1"/>
                  </a:moveTo>
                  <a:cubicBezTo>
                    <a:pt x="254" y="1"/>
                    <a:pt x="1" y="251"/>
                    <a:pt x="1" y="564"/>
                  </a:cubicBezTo>
                  <a:cubicBezTo>
                    <a:pt x="1" y="877"/>
                    <a:pt x="254" y="1130"/>
                    <a:pt x="567" y="1130"/>
                  </a:cubicBezTo>
                  <a:lnTo>
                    <a:pt x="1910" y="1130"/>
                  </a:lnTo>
                  <a:lnTo>
                    <a:pt x="2006" y="1359"/>
                  </a:lnTo>
                  <a:cubicBezTo>
                    <a:pt x="2291" y="1932"/>
                    <a:pt x="2875" y="2295"/>
                    <a:pt x="3516" y="2295"/>
                  </a:cubicBezTo>
                  <a:cubicBezTo>
                    <a:pt x="3519" y="2295"/>
                    <a:pt x="3521" y="2295"/>
                    <a:pt x="3524" y="2295"/>
                  </a:cubicBezTo>
                  <a:lnTo>
                    <a:pt x="12290" y="2295"/>
                  </a:lnTo>
                  <a:cubicBezTo>
                    <a:pt x="12292" y="2295"/>
                    <a:pt x="12295" y="2295"/>
                    <a:pt x="12298" y="2295"/>
                  </a:cubicBezTo>
                  <a:cubicBezTo>
                    <a:pt x="12936" y="2295"/>
                    <a:pt x="13520" y="1932"/>
                    <a:pt x="13804" y="1359"/>
                  </a:cubicBezTo>
                  <a:lnTo>
                    <a:pt x="13901" y="1130"/>
                  </a:lnTo>
                  <a:lnTo>
                    <a:pt x="15247" y="1130"/>
                  </a:lnTo>
                  <a:cubicBezTo>
                    <a:pt x="15557" y="1130"/>
                    <a:pt x="15810" y="877"/>
                    <a:pt x="15810" y="564"/>
                  </a:cubicBezTo>
                  <a:cubicBezTo>
                    <a:pt x="15810" y="251"/>
                    <a:pt x="15557" y="1"/>
                    <a:pt x="152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0" name="Google Shape;6134;p52">
              <a:extLst>
                <a:ext uri="{FF2B5EF4-FFF2-40B4-BE49-F238E27FC236}">
                  <a16:creationId xmlns:a16="http://schemas.microsoft.com/office/drawing/2014/main" id="{635B9F2C-E452-43B0-AF55-E18163A8BF12}"/>
                </a:ext>
              </a:extLst>
            </p:cNvPr>
            <p:cNvSpPr/>
            <p:nvPr/>
          </p:nvSpPr>
          <p:spPr>
            <a:xfrm>
              <a:off x="4840675" y="4007300"/>
              <a:ext cx="101725" cy="166025"/>
            </a:xfrm>
            <a:custGeom>
              <a:avLst/>
              <a:gdLst/>
              <a:ahLst/>
              <a:cxnLst/>
              <a:rect l="l" t="t" r="r" b="b"/>
              <a:pathLst>
                <a:path w="4069" h="6641" extrusionOk="0">
                  <a:moveTo>
                    <a:pt x="1870" y="0"/>
                  </a:moveTo>
                  <a:cubicBezTo>
                    <a:pt x="1852" y="380"/>
                    <a:pt x="1837" y="759"/>
                    <a:pt x="1795" y="1130"/>
                  </a:cubicBezTo>
                  <a:cubicBezTo>
                    <a:pt x="1927" y="1181"/>
                    <a:pt x="2048" y="1256"/>
                    <a:pt x="2150" y="1355"/>
                  </a:cubicBezTo>
                  <a:cubicBezTo>
                    <a:pt x="2800" y="2006"/>
                    <a:pt x="2433" y="3469"/>
                    <a:pt x="1352" y="4550"/>
                  </a:cubicBezTo>
                  <a:cubicBezTo>
                    <a:pt x="1177" y="4722"/>
                    <a:pt x="991" y="4879"/>
                    <a:pt x="792" y="5017"/>
                  </a:cubicBezTo>
                  <a:cubicBezTo>
                    <a:pt x="566" y="5577"/>
                    <a:pt x="301" y="6119"/>
                    <a:pt x="0" y="6640"/>
                  </a:cubicBezTo>
                  <a:cubicBezTo>
                    <a:pt x="747" y="6429"/>
                    <a:pt x="1506" y="5993"/>
                    <a:pt x="2150" y="5348"/>
                  </a:cubicBezTo>
                  <a:cubicBezTo>
                    <a:pt x="3716" y="3782"/>
                    <a:pt x="4068" y="1678"/>
                    <a:pt x="2948" y="557"/>
                  </a:cubicBezTo>
                  <a:cubicBezTo>
                    <a:pt x="2656" y="268"/>
                    <a:pt x="2280" y="97"/>
                    <a:pt x="18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1" name="Google Shape;6135;p52">
              <a:extLst>
                <a:ext uri="{FF2B5EF4-FFF2-40B4-BE49-F238E27FC236}">
                  <a16:creationId xmlns:a16="http://schemas.microsoft.com/office/drawing/2014/main" id="{040A4CFE-8B79-4E5D-8AA7-6619E5B2F0FF}"/>
                </a:ext>
              </a:extLst>
            </p:cNvPr>
            <p:cNvSpPr/>
            <p:nvPr/>
          </p:nvSpPr>
          <p:spPr>
            <a:xfrm>
              <a:off x="4464775" y="3976800"/>
              <a:ext cx="395250" cy="225875"/>
            </a:xfrm>
            <a:custGeom>
              <a:avLst/>
              <a:gdLst/>
              <a:ahLst/>
              <a:cxnLst/>
              <a:rect l="l" t="t" r="r" b="b"/>
              <a:pathLst>
                <a:path w="15810" h="9035" extrusionOk="0">
                  <a:moveTo>
                    <a:pt x="564" y="1"/>
                  </a:moveTo>
                  <a:cubicBezTo>
                    <a:pt x="254" y="1"/>
                    <a:pt x="1" y="251"/>
                    <a:pt x="1" y="564"/>
                  </a:cubicBezTo>
                  <a:cubicBezTo>
                    <a:pt x="1" y="3930"/>
                    <a:pt x="1157" y="7026"/>
                    <a:pt x="3075" y="9035"/>
                  </a:cubicBezTo>
                  <a:lnTo>
                    <a:pt x="12735" y="9035"/>
                  </a:lnTo>
                  <a:cubicBezTo>
                    <a:pt x="14654" y="7026"/>
                    <a:pt x="15810" y="3930"/>
                    <a:pt x="15810" y="564"/>
                  </a:cubicBezTo>
                  <a:cubicBezTo>
                    <a:pt x="15810" y="251"/>
                    <a:pt x="15557" y="1"/>
                    <a:pt x="152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0401EB92-978F-470D-8043-7B24A9BA761A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8164" y="380010"/>
            <a:ext cx="6935189" cy="4066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9795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4"/>
          <p:cNvSpPr txBox="1">
            <a:spLocks noGrp="1"/>
          </p:cNvSpPr>
          <p:nvPr>
            <p:ph type="ctrTitle"/>
          </p:nvPr>
        </p:nvSpPr>
        <p:spPr>
          <a:xfrm>
            <a:off x="151761" y="1365844"/>
            <a:ext cx="1766403" cy="79694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 dirty="0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  <a:t>PENGKODEAN</a:t>
            </a:r>
            <a:br>
              <a:rPr lang="es" sz="2000" dirty="0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</a:br>
            <a:r>
              <a:rPr lang="es" sz="2000" dirty="0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  <a:t>SYSTEM</a:t>
            </a:r>
            <a:endParaRPr sz="2000" dirty="0">
              <a:solidFill>
                <a:srgbClr val="48FFD5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5" name="Google Shape;270;p24">
            <a:extLst>
              <a:ext uri="{FF2B5EF4-FFF2-40B4-BE49-F238E27FC236}">
                <a16:creationId xmlns:a16="http://schemas.microsoft.com/office/drawing/2014/main" id="{826F4B58-B400-4659-B4CE-1684508A8953}"/>
              </a:ext>
            </a:extLst>
          </p:cNvPr>
          <p:cNvSpPr txBox="1">
            <a:spLocks/>
          </p:cNvSpPr>
          <p:nvPr/>
        </p:nvSpPr>
        <p:spPr>
          <a:xfrm>
            <a:off x="1646193" y="4446317"/>
            <a:ext cx="6935189" cy="525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oboto Black"/>
              <a:buNone/>
              <a:defRPr sz="3600" b="0" i="0" u="none" strike="noStrike" cap="none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9pPr>
          </a:lstStyle>
          <a:p>
            <a:pPr algn="ctr"/>
            <a:r>
              <a:rPr lang="en-US" sz="2000" dirty="0" err="1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  <a:t>Tampilan</a:t>
            </a:r>
            <a:r>
              <a:rPr lang="en-US" sz="2000" dirty="0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  <a:t> update </a:t>
            </a:r>
            <a:r>
              <a:rPr lang="en-US" sz="2000" dirty="0" err="1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  <a:t>pengaduan</a:t>
            </a:r>
            <a:r>
              <a:rPr lang="en-US" sz="2000" dirty="0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  <a:t> </a:t>
            </a:r>
            <a:r>
              <a:rPr lang="en-US" sz="2000" dirty="0" err="1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  <a:t>diproses</a:t>
            </a:r>
            <a:endParaRPr lang="en-US" sz="2000" dirty="0">
              <a:solidFill>
                <a:schemeClr val="accent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grpSp>
        <p:nvGrpSpPr>
          <p:cNvPr id="30" name="Google Shape;6112;p52">
            <a:extLst>
              <a:ext uri="{FF2B5EF4-FFF2-40B4-BE49-F238E27FC236}">
                <a16:creationId xmlns:a16="http://schemas.microsoft.com/office/drawing/2014/main" id="{4242C9B3-416D-4F66-94F9-B3F98CC371D5}"/>
              </a:ext>
            </a:extLst>
          </p:cNvPr>
          <p:cNvGrpSpPr/>
          <p:nvPr/>
        </p:nvGrpSpPr>
        <p:grpSpPr>
          <a:xfrm>
            <a:off x="620986" y="968837"/>
            <a:ext cx="346347" cy="339623"/>
            <a:chOff x="1490050" y="3805975"/>
            <a:chExt cx="491900" cy="482350"/>
          </a:xfrm>
          <a:solidFill>
            <a:schemeClr val="accent6"/>
          </a:solidFill>
        </p:grpSpPr>
        <p:sp>
          <p:nvSpPr>
            <p:cNvPr id="31" name="Google Shape;6113;p52">
              <a:extLst>
                <a:ext uri="{FF2B5EF4-FFF2-40B4-BE49-F238E27FC236}">
                  <a16:creationId xmlns:a16="http://schemas.microsoft.com/office/drawing/2014/main" id="{11609D5E-D4DF-47AE-85C3-093C27A5AC44}"/>
                </a:ext>
              </a:extLst>
            </p:cNvPr>
            <p:cNvSpPr/>
            <p:nvPr/>
          </p:nvSpPr>
          <p:spPr>
            <a:xfrm>
              <a:off x="1541775" y="3877050"/>
              <a:ext cx="302500" cy="277225"/>
            </a:xfrm>
            <a:custGeom>
              <a:avLst/>
              <a:gdLst/>
              <a:ahLst/>
              <a:cxnLst/>
              <a:rect l="l" t="t" r="r" b="b"/>
              <a:pathLst>
                <a:path w="12100" h="11089" extrusionOk="0">
                  <a:moveTo>
                    <a:pt x="10512" y="1"/>
                  </a:moveTo>
                  <a:lnTo>
                    <a:pt x="0" y="10513"/>
                  </a:lnTo>
                  <a:cubicBezTo>
                    <a:pt x="207" y="10475"/>
                    <a:pt x="415" y="10456"/>
                    <a:pt x="622" y="10456"/>
                  </a:cubicBezTo>
                  <a:cubicBezTo>
                    <a:pt x="1327" y="10456"/>
                    <a:pt x="2020" y="10674"/>
                    <a:pt x="2602" y="11088"/>
                  </a:cubicBezTo>
                  <a:lnTo>
                    <a:pt x="12099" y="1588"/>
                  </a:lnTo>
                  <a:lnTo>
                    <a:pt x="105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2" name="Google Shape;6114;p52">
              <a:extLst>
                <a:ext uri="{FF2B5EF4-FFF2-40B4-BE49-F238E27FC236}">
                  <a16:creationId xmlns:a16="http://schemas.microsoft.com/office/drawing/2014/main" id="{59ED7026-E90B-4C60-BA0D-9CA344A6C55D}"/>
                </a:ext>
              </a:extLst>
            </p:cNvPr>
            <p:cNvSpPr/>
            <p:nvPr/>
          </p:nvSpPr>
          <p:spPr>
            <a:xfrm>
              <a:off x="1824450" y="3805975"/>
              <a:ext cx="157500" cy="150525"/>
            </a:xfrm>
            <a:custGeom>
              <a:avLst/>
              <a:gdLst/>
              <a:ahLst/>
              <a:cxnLst/>
              <a:rect l="l" t="t" r="r" b="b"/>
              <a:pathLst>
                <a:path w="6300" h="6021" extrusionOk="0">
                  <a:moveTo>
                    <a:pt x="3211" y="0"/>
                  </a:moveTo>
                  <a:cubicBezTo>
                    <a:pt x="2484" y="0"/>
                    <a:pt x="1758" y="281"/>
                    <a:pt x="1208" y="841"/>
                  </a:cubicBezTo>
                  <a:lnTo>
                    <a:pt x="0" y="2049"/>
                  </a:lnTo>
                  <a:lnTo>
                    <a:pt x="3972" y="6021"/>
                  </a:lnTo>
                  <a:lnTo>
                    <a:pt x="5180" y="4813"/>
                  </a:lnTo>
                  <a:cubicBezTo>
                    <a:pt x="6294" y="3717"/>
                    <a:pt x="6300" y="1925"/>
                    <a:pt x="5198" y="823"/>
                  </a:cubicBezTo>
                  <a:cubicBezTo>
                    <a:pt x="4649" y="274"/>
                    <a:pt x="3930" y="0"/>
                    <a:pt x="32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3" name="Google Shape;6115;p52">
              <a:extLst>
                <a:ext uri="{FF2B5EF4-FFF2-40B4-BE49-F238E27FC236}">
                  <a16:creationId xmlns:a16="http://schemas.microsoft.com/office/drawing/2014/main" id="{A35A982C-2D4F-4CB8-B29F-2E416F5AFF55}"/>
                </a:ext>
              </a:extLst>
            </p:cNvPr>
            <p:cNvSpPr/>
            <p:nvPr/>
          </p:nvSpPr>
          <p:spPr>
            <a:xfrm>
              <a:off x="1626675" y="3936600"/>
              <a:ext cx="277225" cy="302600"/>
            </a:xfrm>
            <a:custGeom>
              <a:avLst/>
              <a:gdLst/>
              <a:ahLst/>
              <a:cxnLst/>
              <a:rect l="l" t="t" r="r" b="b"/>
              <a:pathLst>
                <a:path w="11089" h="12104" extrusionOk="0">
                  <a:moveTo>
                    <a:pt x="9501" y="1"/>
                  </a:moveTo>
                  <a:lnTo>
                    <a:pt x="1" y="9501"/>
                  </a:lnTo>
                  <a:cubicBezTo>
                    <a:pt x="537" y="10254"/>
                    <a:pt x="745" y="11194"/>
                    <a:pt x="576" y="12103"/>
                  </a:cubicBezTo>
                  <a:lnTo>
                    <a:pt x="11088" y="1591"/>
                  </a:lnTo>
                  <a:lnTo>
                    <a:pt x="950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4" name="Google Shape;6116;p52">
              <a:extLst>
                <a:ext uri="{FF2B5EF4-FFF2-40B4-BE49-F238E27FC236}">
                  <a16:creationId xmlns:a16="http://schemas.microsoft.com/office/drawing/2014/main" id="{196F6B18-F506-4B4E-A071-E20ACFB5D390}"/>
                </a:ext>
              </a:extLst>
            </p:cNvPr>
            <p:cNvSpPr/>
            <p:nvPr/>
          </p:nvSpPr>
          <p:spPr>
            <a:xfrm>
              <a:off x="1490050" y="4166500"/>
              <a:ext cx="129950" cy="121825"/>
            </a:xfrm>
            <a:custGeom>
              <a:avLst/>
              <a:gdLst/>
              <a:ahLst/>
              <a:cxnLst/>
              <a:rect l="l" t="t" r="r" b="b"/>
              <a:pathLst>
                <a:path w="5198" h="4873" extrusionOk="0">
                  <a:moveTo>
                    <a:pt x="2693" y="0"/>
                  </a:moveTo>
                  <a:cubicBezTo>
                    <a:pt x="2243" y="0"/>
                    <a:pt x="1790" y="133"/>
                    <a:pt x="1398" y="405"/>
                  </a:cubicBezTo>
                  <a:lnTo>
                    <a:pt x="1398" y="402"/>
                  </a:lnTo>
                  <a:lnTo>
                    <a:pt x="741" y="2446"/>
                  </a:lnTo>
                  <a:lnTo>
                    <a:pt x="139" y="4118"/>
                  </a:lnTo>
                  <a:cubicBezTo>
                    <a:pt x="0" y="4500"/>
                    <a:pt x="295" y="4872"/>
                    <a:pt x="664" y="4872"/>
                  </a:cubicBezTo>
                  <a:cubicBezTo>
                    <a:pt x="727" y="4872"/>
                    <a:pt x="793" y="4861"/>
                    <a:pt x="859" y="4837"/>
                  </a:cubicBezTo>
                  <a:lnTo>
                    <a:pt x="2530" y="4235"/>
                  </a:lnTo>
                  <a:lnTo>
                    <a:pt x="4574" y="3579"/>
                  </a:lnTo>
                  <a:cubicBezTo>
                    <a:pt x="5198" y="2672"/>
                    <a:pt x="5086" y="1450"/>
                    <a:pt x="4306" y="670"/>
                  </a:cubicBezTo>
                  <a:cubicBezTo>
                    <a:pt x="3866" y="228"/>
                    <a:pt x="3282" y="0"/>
                    <a:pt x="269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35" name="Google Shape;6129;p52">
            <a:extLst>
              <a:ext uri="{FF2B5EF4-FFF2-40B4-BE49-F238E27FC236}">
                <a16:creationId xmlns:a16="http://schemas.microsoft.com/office/drawing/2014/main" id="{4E8D1AE9-D5D3-4153-AD8C-91034433756A}"/>
              </a:ext>
            </a:extLst>
          </p:cNvPr>
          <p:cNvGrpSpPr/>
          <p:nvPr/>
        </p:nvGrpSpPr>
        <p:grpSpPr>
          <a:xfrm>
            <a:off x="1150434" y="968824"/>
            <a:ext cx="336296" cy="339235"/>
            <a:chOff x="4464775" y="3806475"/>
            <a:chExt cx="477625" cy="481800"/>
          </a:xfrm>
          <a:solidFill>
            <a:schemeClr val="accent6"/>
          </a:solidFill>
        </p:grpSpPr>
        <p:sp>
          <p:nvSpPr>
            <p:cNvPr id="36" name="Google Shape;6130;p52">
              <a:extLst>
                <a:ext uri="{FF2B5EF4-FFF2-40B4-BE49-F238E27FC236}">
                  <a16:creationId xmlns:a16="http://schemas.microsoft.com/office/drawing/2014/main" id="{2AB43A0A-5026-4A23-834F-AF469F1DAD51}"/>
                </a:ext>
              </a:extLst>
            </p:cNvPr>
            <p:cNvSpPr/>
            <p:nvPr/>
          </p:nvSpPr>
          <p:spPr>
            <a:xfrm>
              <a:off x="4726375" y="3806475"/>
              <a:ext cx="56500" cy="141125"/>
            </a:xfrm>
            <a:custGeom>
              <a:avLst/>
              <a:gdLst/>
              <a:ahLst/>
              <a:cxnLst/>
              <a:rect l="l" t="t" r="r" b="b"/>
              <a:pathLst>
                <a:path w="2260" h="5645" extrusionOk="0">
                  <a:moveTo>
                    <a:pt x="1133" y="1"/>
                  </a:moveTo>
                  <a:cubicBezTo>
                    <a:pt x="978" y="1"/>
                    <a:pt x="823" y="64"/>
                    <a:pt x="712" y="189"/>
                  </a:cubicBezTo>
                  <a:cubicBezTo>
                    <a:pt x="504" y="421"/>
                    <a:pt x="522" y="776"/>
                    <a:pt x="754" y="984"/>
                  </a:cubicBezTo>
                  <a:cubicBezTo>
                    <a:pt x="832" y="1056"/>
                    <a:pt x="1130" y="1385"/>
                    <a:pt x="1130" y="1695"/>
                  </a:cubicBezTo>
                  <a:cubicBezTo>
                    <a:pt x="1130" y="1990"/>
                    <a:pt x="850" y="2315"/>
                    <a:pt x="754" y="2402"/>
                  </a:cubicBezTo>
                  <a:cubicBezTo>
                    <a:pt x="678" y="2472"/>
                    <a:pt x="1" y="3101"/>
                    <a:pt x="1" y="3953"/>
                  </a:cubicBezTo>
                  <a:cubicBezTo>
                    <a:pt x="1" y="4802"/>
                    <a:pt x="675" y="5432"/>
                    <a:pt x="754" y="5501"/>
                  </a:cubicBezTo>
                  <a:cubicBezTo>
                    <a:pt x="861" y="5597"/>
                    <a:pt x="995" y="5644"/>
                    <a:pt x="1128" y="5644"/>
                  </a:cubicBezTo>
                  <a:cubicBezTo>
                    <a:pt x="1283" y="5644"/>
                    <a:pt x="1437" y="5580"/>
                    <a:pt x="1549" y="5456"/>
                  </a:cubicBezTo>
                  <a:cubicBezTo>
                    <a:pt x="1757" y="5224"/>
                    <a:pt x="1735" y="4869"/>
                    <a:pt x="1507" y="4661"/>
                  </a:cubicBezTo>
                  <a:cubicBezTo>
                    <a:pt x="1428" y="4588"/>
                    <a:pt x="1130" y="4260"/>
                    <a:pt x="1130" y="3950"/>
                  </a:cubicBezTo>
                  <a:cubicBezTo>
                    <a:pt x="1130" y="3655"/>
                    <a:pt x="1410" y="3330"/>
                    <a:pt x="1507" y="3242"/>
                  </a:cubicBezTo>
                  <a:cubicBezTo>
                    <a:pt x="1585" y="3173"/>
                    <a:pt x="2259" y="2544"/>
                    <a:pt x="2259" y="1692"/>
                  </a:cubicBezTo>
                  <a:cubicBezTo>
                    <a:pt x="2259" y="842"/>
                    <a:pt x="1585" y="213"/>
                    <a:pt x="1507" y="144"/>
                  </a:cubicBezTo>
                  <a:cubicBezTo>
                    <a:pt x="1399" y="48"/>
                    <a:pt x="1266" y="1"/>
                    <a:pt x="11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7" name="Google Shape;6131;p52">
              <a:extLst>
                <a:ext uri="{FF2B5EF4-FFF2-40B4-BE49-F238E27FC236}">
                  <a16:creationId xmlns:a16="http://schemas.microsoft.com/office/drawing/2014/main" id="{DC1FA845-5EB4-4183-AC92-FE3D1DF03E84}"/>
                </a:ext>
              </a:extLst>
            </p:cNvPr>
            <p:cNvSpPr/>
            <p:nvPr/>
          </p:nvSpPr>
          <p:spPr>
            <a:xfrm>
              <a:off x="4641700" y="3806475"/>
              <a:ext cx="56475" cy="141125"/>
            </a:xfrm>
            <a:custGeom>
              <a:avLst/>
              <a:gdLst/>
              <a:ahLst/>
              <a:cxnLst/>
              <a:rect l="l" t="t" r="r" b="b"/>
              <a:pathLst>
                <a:path w="2259" h="5645" extrusionOk="0">
                  <a:moveTo>
                    <a:pt x="1132" y="1"/>
                  </a:moveTo>
                  <a:cubicBezTo>
                    <a:pt x="977" y="1"/>
                    <a:pt x="823" y="64"/>
                    <a:pt x="711" y="189"/>
                  </a:cubicBezTo>
                  <a:cubicBezTo>
                    <a:pt x="503" y="421"/>
                    <a:pt x="521" y="776"/>
                    <a:pt x="753" y="984"/>
                  </a:cubicBezTo>
                  <a:cubicBezTo>
                    <a:pt x="831" y="1056"/>
                    <a:pt x="1130" y="1385"/>
                    <a:pt x="1130" y="1695"/>
                  </a:cubicBezTo>
                  <a:cubicBezTo>
                    <a:pt x="1130" y="1990"/>
                    <a:pt x="849" y="2315"/>
                    <a:pt x="753" y="2402"/>
                  </a:cubicBezTo>
                  <a:cubicBezTo>
                    <a:pt x="678" y="2472"/>
                    <a:pt x="0" y="3101"/>
                    <a:pt x="0" y="3953"/>
                  </a:cubicBezTo>
                  <a:cubicBezTo>
                    <a:pt x="0" y="4802"/>
                    <a:pt x="675" y="5432"/>
                    <a:pt x="753" y="5501"/>
                  </a:cubicBezTo>
                  <a:cubicBezTo>
                    <a:pt x="860" y="5597"/>
                    <a:pt x="994" y="5644"/>
                    <a:pt x="1127" y="5644"/>
                  </a:cubicBezTo>
                  <a:cubicBezTo>
                    <a:pt x="1282" y="5644"/>
                    <a:pt x="1436" y="5580"/>
                    <a:pt x="1548" y="5456"/>
                  </a:cubicBezTo>
                  <a:cubicBezTo>
                    <a:pt x="1756" y="5224"/>
                    <a:pt x="1735" y="4869"/>
                    <a:pt x="1506" y="4661"/>
                  </a:cubicBezTo>
                  <a:cubicBezTo>
                    <a:pt x="1428" y="4588"/>
                    <a:pt x="1130" y="4260"/>
                    <a:pt x="1130" y="3950"/>
                  </a:cubicBezTo>
                  <a:cubicBezTo>
                    <a:pt x="1130" y="3655"/>
                    <a:pt x="1410" y="3330"/>
                    <a:pt x="1506" y="3242"/>
                  </a:cubicBezTo>
                  <a:cubicBezTo>
                    <a:pt x="1581" y="3173"/>
                    <a:pt x="2259" y="2544"/>
                    <a:pt x="2259" y="1692"/>
                  </a:cubicBezTo>
                  <a:cubicBezTo>
                    <a:pt x="2259" y="842"/>
                    <a:pt x="1581" y="213"/>
                    <a:pt x="1506" y="144"/>
                  </a:cubicBezTo>
                  <a:cubicBezTo>
                    <a:pt x="1399" y="48"/>
                    <a:pt x="1265" y="1"/>
                    <a:pt x="11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8" name="Google Shape;6132;p52">
              <a:extLst>
                <a:ext uri="{FF2B5EF4-FFF2-40B4-BE49-F238E27FC236}">
                  <a16:creationId xmlns:a16="http://schemas.microsoft.com/office/drawing/2014/main" id="{7E59AEB5-98E4-46AE-BC74-EEE2BE6432FD}"/>
                </a:ext>
              </a:extLst>
            </p:cNvPr>
            <p:cNvSpPr/>
            <p:nvPr/>
          </p:nvSpPr>
          <p:spPr>
            <a:xfrm>
              <a:off x="4557000" y="3806475"/>
              <a:ext cx="56500" cy="141125"/>
            </a:xfrm>
            <a:custGeom>
              <a:avLst/>
              <a:gdLst/>
              <a:ahLst/>
              <a:cxnLst/>
              <a:rect l="l" t="t" r="r" b="b"/>
              <a:pathLst>
                <a:path w="2260" h="5645" extrusionOk="0">
                  <a:moveTo>
                    <a:pt x="1132" y="1"/>
                  </a:moveTo>
                  <a:cubicBezTo>
                    <a:pt x="977" y="1"/>
                    <a:pt x="823" y="64"/>
                    <a:pt x="711" y="189"/>
                  </a:cubicBezTo>
                  <a:cubicBezTo>
                    <a:pt x="504" y="421"/>
                    <a:pt x="522" y="776"/>
                    <a:pt x="753" y="984"/>
                  </a:cubicBezTo>
                  <a:cubicBezTo>
                    <a:pt x="832" y="1056"/>
                    <a:pt x="1130" y="1385"/>
                    <a:pt x="1130" y="1695"/>
                  </a:cubicBezTo>
                  <a:cubicBezTo>
                    <a:pt x="1130" y="1990"/>
                    <a:pt x="850" y="2315"/>
                    <a:pt x="753" y="2402"/>
                  </a:cubicBezTo>
                  <a:cubicBezTo>
                    <a:pt x="678" y="2472"/>
                    <a:pt x="1" y="3101"/>
                    <a:pt x="1" y="3953"/>
                  </a:cubicBezTo>
                  <a:cubicBezTo>
                    <a:pt x="1" y="4802"/>
                    <a:pt x="675" y="5432"/>
                    <a:pt x="753" y="5501"/>
                  </a:cubicBezTo>
                  <a:cubicBezTo>
                    <a:pt x="861" y="5597"/>
                    <a:pt x="994" y="5644"/>
                    <a:pt x="1127" y="5644"/>
                  </a:cubicBezTo>
                  <a:cubicBezTo>
                    <a:pt x="1282" y="5644"/>
                    <a:pt x="1437" y="5580"/>
                    <a:pt x="1548" y="5456"/>
                  </a:cubicBezTo>
                  <a:cubicBezTo>
                    <a:pt x="1756" y="5224"/>
                    <a:pt x="1735" y="4869"/>
                    <a:pt x="1506" y="4661"/>
                  </a:cubicBezTo>
                  <a:cubicBezTo>
                    <a:pt x="1428" y="4588"/>
                    <a:pt x="1130" y="4260"/>
                    <a:pt x="1130" y="3950"/>
                  </a:cubicBezTo>
                  <a:cubicBezTo>
                    <a:pt x="1130" y="3655"/>
                    <a:pt x="1410" y="3330"/>
                    <a:pt x="1506" y="3242"/>
                  </a:cubicBezTo>
                  <a:cubicBezTo>
                    <a:pt x="1582" y="3173"/>
                    <a:pt x="2259" y="2544"/>
                    <a:pt x="2259" y="1692"/>
                  </a:cubicBezTo>
                  <a:cubicBezTo>
                    <a:pt x="2259" y="842"/>
                    <a:pt x="1582" y="213"/>
                    <a:pt x="1506" y="144"/>
                  </a:cubicBezTo>
                  <a:cubicBezTo>
                    <a:pt x="1399" y="48"/>
                    <a:pt x="1265" y="1"/>
                    <a:pt x="11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9" name="Google Shape;6133;p52">
              <a:extLst>
                <a:ext uri="{FF2B5EF4-FFF2-40B4-BE49-F238E27FC236}">
                  <a16:creationId xmlns:a16="http://schemas.microsoft.com/office/drawing/2014/main" id="{D05984B2-DD18-465C-A46E-2AF8768F5A6A}"/>
                </a:ext>
              </a:extLst>
            </p:cNvPr>
            <p:cNvSpPr/>
            <p:nvPr/>
          </p:nvSpPr>
          <p:spPr>
            <a:xfrm>
              <a:off x="4464775" y="4230875"/>
              <a:ext cx="395250" cy="57400"/>
            </a:xfrm>
            <a:custGeom>
              <a:avLst/>
              <a:gdLst/>
              <a:ahLst/>
              <a:cxnLst/>
              <a:rect l="l" t="t" r="r" b="b"/>
              <a:pathLst>
                <a:path w="15810" h="2296" extrusionOk="0">
                  <a:moveTo>
                    <a:pt x="567" y="1"/>
                  </a:moveTo>
                  <a:cubicBezTo>
                    <a:pt x="254" y="1"/>
                    <a:pt x="1" y="251"/>
                    <a:pt x="1" y="564"/>
                  </a:cubicBezTo>
                  <a:cubicBezTo>
                    <a:pt x="1" y="877"/>
                    <a:pt x="254" y="1130"/>
                    <a:pt x="567" y="1130"/>
                  </a:cubicBezTo>
                  <a:lnTo>
                    <a:pt x="1910" y="1130"/>
                  </a:lnTo>
                  <a:lnTo>
                    <a:pt x="2006" y="1359"/>
                  </a:lnTo>
                  <a:cubicBezTo>
                    <a:pt x="2291" y="1932"/>
                    <a:pt x="2875" y="2295"/>
                    <a:pt x="3516" y="2295"/>
                  </a:cubicBezTo>
                  <a:cubicBezTo>
                    <a:pt x="3519" y="2295"/>
                    <a:pt x="3521" y="2295"/>
                    <a:pt x="3524" y="2295"/>
                  </a:cubicBezTo>
                  <a:lnTo>
                    <a:pt x="12290" y="2295"/>
                  </a:lnTo>
                  <a:cubicBezTo>
                    <a:pt x="12292" y="2295"/>
                    <a:pt x="12295" y="2295"/>
                    <a:pt x="12298" y="2295"/>
                  </a:cubicBezTo>
                  <a:cubicBezTo>
                    <a:pt x="12936" y="2295"/>
                    <a:pt x="13520" y="1932"/>
                    <a:pt x="13804" y="1359"/>
                  </a:cubicBezTo>
                  <a:lnTo>
                    <a:pt x="13901" y="1130"/>
                  </a:lnTo>
                  <a:lnTo>
                    <a:pt x="15247" y="1130"/>
                  </a:lnTo>
                  <a:cubicBezTo>
                    <a:pt x="15557" y="1130"/>
                    <a:pt x="15810" y="877"/>
                    <a:pt x="15810" y="564"/>
                  </a:cubicBezTo>
                  <a:cubicBezTo>
                    <a:pt x="15810" y="251"/>
                    <a:pt x="15557" y="1"/>
                    <a:pt x="152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0" name="Google Shape;6134;p52">
              <a:extLst>
                <a:ext uri="{FF2B5EF4-FFF2-40B4-BE49-F238E27FC236}">
                  <a16:creationId xmlns:a16="http://schemas.microsoft.com/office/drawing/2014/main" id="{635B9F2C-E452-43B0-AF55-E18163A8BF12}"/>
                </a:ext>
              </a:extLst>
            </p:cNvPr>
            <p:cNvSpPr/>
            <p:nvPr/>
          </p:nvSpPr>
          <p:spPr>
            <a:xfrm>
              <a:off x="4840675" y="4007300"/>
              <a:ext cx="101725" cy="166025"/>
            </a:xfrm>
            <a:custGeom>
              <a:avLst/>
              <a:gdLst/>
              <a:ahLst/>
              <a:cxnLst/>
              <a:rect l="l" t="t" r="r" b="b"/>
              <a:pathLst>
                <a:path w="4069" h="6641" extrusionOk="0">
                  <a:moveTo>
                    <a:pt x="1870" y="0"/>
                  </a:moveTo>
                  <a:cubicBezTo>
                    <a:pt x="1852" y="380"/>
                    <a:pt x="1837" y="759"/>
                    <a:pt x="1795" y="1130"/>
                  </a:cubicBezTo>
                  <a:cubicBezTo>
                    <a:pt x="1927" y="1181"/>
                    <a:pt x="2048" y="1256"/>
                    <a:pt x="2150" y="1355"/>
                  </a:cubicBezTo>
                  <a:cubicBezTo>
                    <a:pt x="2800" y="2006"/>
                    <a:pt x="2433" y="3469"/>
                    <a:pt x="1352" y="4550"/>
                  </a:cubicBezTo>
                  <a:cubicBezTo>
                    <a:pt x="1177" y="4722"/>
                    <a:pt x="991" y="4879"/>
                    <a:pt x="792" y="5017"/>
                  </a:cubicBezTo>
                  <a:cubicBezTo>
                    <a:pt x="566" y="5577"/>
                    <a:pt x="301" y="6119"/>
                    <a:pt x="0" y="6640"/>
                  </a:cubicBezTo>
                  <a:cubicBezTo>
                    <a:pt x="747" y="6429"/>
                    <a:pt x="1506" y="5993"/>
                    <a:pt x="2150" y="5348"/>
                  </a:cubicBezTo>
                  <a:cubicBezTo>
                    <a:pt x="3716" y="3782"/>
                    <a:pt x="4068" y="1678"/>
                    <a:pt x="2948" y="557"/>
                  </a:cubicBezTo>
                  <a:cubicBezTo>
                    <a:pt x="2656" y="268"/>
                    <a:pt x="2280" y="97"/>
                    <a:pt x="18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1" name="Google Shape;6135;p52">
              <a:extLst>
                <a:ext uri="{FF2B5EF4-FFF2-40B4-BE49-F238E27FC236}">
                  <a16:creationId xmlns:a16="http://schemas.microsoft.com/office/drawing/2014/main" id="{040A4CFE-8B79-4E5D-8AA7-6619E5B2F0FF}"/>
                </a:ext>
              </a:extLst>
            </p:cNvPr>
            <p:cNvSpPr/>
            <p:nvPr/>
          </p:nvSpPr>
          <p:spPr>
            <a:xfrm>
              <a:off x="4464775" y="3976800"/>
              <a:ext cx="395250" cy="225875"/>
            </a:xfrm>
            <a:custGeom>
              <a:avLst/>
              <a:gdLst/>
              <a:ahLst/>
              <a:cxnLst/>
              <a:rect l="l" t="t" r="r" b="b"/>
              <a:pathLst>
                <a:path w="15810" h="9035" extrusionOk="0">
                  <a:moveTo>
                    <a:pt x="564" y="1"/>
                  </a:moveTo>
                  <a:cubicBezTo>
                    <a:pt x="254" y="1"/>
                    <a:pt x="1" y="251"/>
                    <a:pt x="1" y="564"/>
                  </a:cubicBezTo>
                  <a:cubicBezTo>
                    <a:pt x="1" y="3930"/>
                    <a:pt x="1157" y="7026"/>
                    <a:pt x="3075" y="9035"/>
                  </a:cubicBezTo>
                  <a:lnTo>
                    <a:pt x="12735" y="9035"/>
                  </a:lnTo>
                  <a:cubicBezTo>
                    <a:pt x="14654" y="7026"/>
                    <a:pt x="15810" y="3930"/>
                    <a:pt x="15810" y="564"/>
                  </a:cubicBezTo>
                  <a:cubicBezTo>
                    <a:pt x="15810" y="251"/>
                    <a:pt x="15557" y="1"/>
                    <a:pt x="152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1CE5D51E-DFFC-466C-8BFA-2C28D4117E41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8164" y="252585"/>
            <a:ext cx="7074075" cy="4039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0050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4"/>
          <p:cNvSpPr txBox="1">
            <a:spLocks noGrp="1"/>
          </p:cNvSpPr>
          <p:nvPr>
            <p:ph type="ctrTitle"/>
          </p:nvPr>
        </p:nvSpPr>
        <p:spPr>
          <a:xfrm>
            <a:off x="151761" y="1365844"/>
            <a:ext cx="1766403" cy="79694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 dirty="0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  <a:t>PENGKODEAN</a:t>
            </a:r>
            <a:br>
              <a:rPr lang="es" sz="2000" dirty="0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</a:br>
            <a:r>
              <a:rPr lang="es" sz="2000" dirty="0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  <a:t>SYSTEM</a:t>
            </a:r>
            <a:endParaRPr sz="2000" dirty="0">
              <a:solidFill>
                <a:srgbClr val="48FFD5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5" name="Google Shape;270;p24">
            <a:extLst>
              <a:ext uri="{FF2B5EF4-FFF2-40B4-BE49-F238E27FC236}">
                <a16:creationId xmlns:a16="http://schemas.microsoft.com/office/drawing/2014/main" id="{826F4B58-B400-4659-B4CE-1684508A8953}"/>
              </a:ext>
            </a:extLst>
          </p:cNvPr>
          <p:cNvSpPr txBox="1">
            <a:spLocks/>
          </p:cNvSpPr>
          <p:nvPr/>
        </p:nvSpPr>
        <p:spPr>
          <a:xfrm>
            <a:off x="1646193" y="4446317"/>
            <a:ext cx="6935189" cy="525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oboto Black"/>
              <a:buNone/>
              <a:defRPr sz="3600" b="0" i="0" u="none" strike="noStrike" cap="none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9pPr>
          </a:lstStyle>
          <a:p>
            <a:pPr algn="ctr"/>
            <a:r>
              <a:rPr lang="en-US" sz="2000" dirty="0" err="1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  <a:t>Tampilan</a:t>
            </a:r>
            <a:r>
              <a:rPr lang="en-US" sz="2000" dirty="0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  <a:t> </a:t>
            </a:r>
            <a:r>
              <a:rPr lang="en-US" sz="2000" dirty="0" err="1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  <a:t>Eksport</a:t>
            </a:r>
            <a:r>
              <a:rPr lang="en-US" sz="2000" dirty="0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  <a:t> Excel</a:t>
            </a:r>
          </a:p>
        </p:txBody>
      </p:sp>
      <p:grpSp>
        <p:nvGrpSpPr>
          <p:cNvPr id="30" name="Google Shape;6112;p52">
            <a:extLst>
              <a:ext uri="{FF2B5EF4-FFF2-40B4-BE49-F238E27FC236}">
                <a16:creationId xmlns:a16="http://schemas.microsoft.com/office/drawing/2014/main" id="{4242C9B3-416D-4F66-94F9-B3F98CC371D5}"/>
              </a:ext>
            </a:extLst>
          </p:cNvPr>
          <p:cNvGrpSpPr/>
          <p:nvPr/>
        </p:nvGrpSpPr>
        <p:grpSpPr>
          <a:xfrm>
            <a:off x="620986" y="968837"/>
            <a:ext cx="346347" cy="339623"/>
            <a:chOff x="1490050" y="3805975"/>
            <a:chExt cx="491900" cy="482350"/>
          </a:xfrm>
          <a:solidFill>
            <a:schemeClr val="accent6"/>
          </a:solidFill>
        </p:grpSpPr>
        <p:sp>
          <p:nvSpPr>
            <p:cNvPr id="31" name="Google Shape;6113;p52">
              <a:extLst>
                <a:ext uri="{FF2B5EF4-FFF2-40B4-BE49-F238E27FC236}">
                  <a16:creationId xmlns:a16="http://schemas.microsoft.com/office/drawing/2014/main" id="{11609D5E-D4DF-47AE-85C3-093C27A5AC44}"/>
                </a:ext>
              </a:extLst>
            </p:cNvPr>
            <p:cNvSpPr/>
            <p:nvPr/>
          </p:nvSpPr>
          <p:spPr>
            <a:xfrm>
              <a:off x="1541775" y="3877050"/>
              <a:ext cx="302500" cy="277225"/>
            </a:xfrm>
            <a:custGeom>
              <a:avLst/>
              <a:gdLst/>
              <a:ahLst/>
              <a:cxnLst/>
              <a:rect l="l" t="t" r="r" b="b"/>
              <a:pathLst>
                <a:path w="12100" h="11089" extrusionOk="0">
                  <a:moveTo>
                    <a:pt x="10512" y="1"/>
                  </a:moveTo>
                  <a:lnTo>
                    <a:pt x="0" y="10513"/>
                  </a:lnTo>
                  <a:cubicBezTo>
                    <a:pt x="207" y="10475"/>
                    <a:pt x="415" y="10456"/>
                    <a:pt x="622" y="10456"/>
                  </a:cubicBezTo>
                  <a:cubicBezTo>
                    <a:pt x="1327" y="10456"/>
                    <a:pt x="2020" y="10674"/>
                    <a:pt x="2602" y="11088"/>
                  </a:cubicBezTo>
                  <a:lnTo>
                    <a:pt x="12099" y="1588"/>
                  </a:lnTo>
                  <a:lnTo>
                    <a:pt x="105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2" name="Google Shape;6114;p52">
              <a:extLst>
                <a:ext uri="{FF2B5EF4-FFF2-40B4-BE49-F238E27FC236}">
                  <a16:creationId xmlns:a16="http://schemas.microsoft.com/office/drawing/2014/main" id="{59ED7026-E90B-4C60-BA0D-9CA344A6C55D}"/>
                </a:ext>
              </a:extLst>
            </p:cNvPr>
            <p:cNvSpPr/>
            <p:nvPr/>
          </p:nvSpPr>
          <p:spPr>
            <a:xfrm>
              <a:off x="1824450" y="3805975"/>
              <a:ext cx="157500" cy="150525"/>
            </a:xfrm>
            <a:custGeom>
              <a:avLst/>
              <a:gdLst/>
              <a:ahLst/>
              <a:cxnLst/>
              <a:rect l="l" t="t" r="r" b="b"/>
              <a:pathLst>
                <a:path w="6300" h="6021" extrusionOk="0">
                  <a:moveTo>
                    <a:pt x="3211" y="0"/>
                  </a:moveTo>
                  <a:cubicBezTo>
                    <a:pt x="2484" y="0"/>
                    <a:pt x="1758" y="281"/>
                    <a:pt x="1208" y="841"/>
                  </a:cubicBezTo>
                  <a:lnTo>
                    <a:pt x="0" y="2049"/>
                  </a:lnTo>
                  <a:lnTo>
                    <a:pt x="3972" y="6021"/>
                  </a:lnTo>
                  <a:lnTo>
                    <a:pt x="5180" y="4813"/>
                  </a:lnTo>
                  <a:cubicBezTo>
                    <a:pt x="6294" y="3717"/>
                    <a:pt x="6300" y="1925"/>
                    <a:pt x="5198" y="823"/>
                  </a:cubicBezTo>
                  <a:cubicBezTo>
                    <a:pt x="4649" y="274"/>
                    <a:pt x="3930" y="0"/>
                    <a:pt x="32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3" name="Google Shape;6115;p52">
              <a:extLst>
                <a:ext uri="{FF2B5EF4-FFF2-40B4-BE49-F238E27FC236}">
                  <a16:creationId xmlns:a16="http://schemas.microsoft.com/office/drawing/2014/main" id="{A35A982C-2D4F-4CB8-B29F-2E416F5AFF55}"/>
                </a:ext>
              </a:extLst>
            </p:cNvPr>
            <p:cNvSpPr/>
            <p:nvPr/>
          </p:nvSpPr>
          <p:spPr>
            <a:xfrm>
              <a:off x="1626675" y="3936600"/>
              <a:ext cx="277225" cy="302600"/>
            </a:xfrm>
            <a:custGeom>
              <a:avLst/>
              <a:gdLst/>
              <a:ahLst/>
              <a:cxnLst/>
              <a:rect l="l" t="t" r="r" b="b"/>
              <a:pathLst>
                <a:path w="11089" h="12104" extrusionOk="0">
                  <a:moveTo>
                    <a:pt x="9501" y="1"/>
                  </a:moveTo>
                  <a:lnTo>
                    <a:pt x="1" y="9501"/>
                  </a:lnTo>
                  <a:cubicBezTo>
                    <a:pt x="537" y="10254"/>
                    <a:pt x="745" y="11194"/>
                    <a:pt x="576" y="12103"/>
                  </a:cubicBezTo>
                  <a:lnTo>
                    <a:pt x="11088" y="1591"/>
                  </a:lnTo>
                  <a:lnTo>
                    <a:pt x="950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4" name="Google Shape;6116;p52">
              <a:extLst>
                <a:ext uri="{FF2B5EF4-FFF2-40B4-BE49-F238E27FC236}">
                  <a16:creationId xmlns:a16="http://schemas.microsoft.com/office/drawing/2014/main" id="{196F6B18-F506-4B4E-A071-E20ACFB5D390}"/>
                </a:ext>
              </a:extLst>
            </p:cNvPr>
            <p:cNvSpPr/>
            <p:nvPr/>
          </p:nvSpPr>
          <p:spPr>
            <a:xfrm>
              <a:off x="1490050" y="4166500"/>
              <a:ext cx="129950" cy="121825"/>
            </a:xfrm>
            <a:custGeom>
              <a:avLst/>
              <a:gdLst/>
              <a:ahLst/>
              <a:cxnLst/>
              <a:rect l="l" t="t" r="r" b="b"/>
              <a:pathLst>
                <a:path w="5198" h="4873" extrusionOk="0">
                  <a:moveTo>
                    <a:pt x="2693" y="0"/>
                  </a:moveTo>
                  <a:cubicBezTo>
                    <a:pt x="2243" y="0"/>
                    <a:pt x="1790" y="133"/>
                    <a:pt x="1398" y="405"/>
                  </a:cubicBezTo>
                  <a:lnTo>
                    <a:pt x="1398" y="402"/>
                  </a:lnTo>
                  <a:lnTo>
                    <a:pt x="741" y="2446"/>
                  </a:lnTo>
                  <a:lnTo>
                    <a:pt x="139" y="4118"/>
                  </a:lnTo>
                  <a:cubicBezTo>
                    <a:pt x="0" y="4500"/>
                    <a:pt x="295" y="4872"/>
                    <a:pt x="664" y="4872"/>
                  </a:cubicBezTo>
                  <a:cubicBezTo>
                    <a:pt x="727" y="4872"/>
                    <a:pt x="793" y="4861"/>
                    <a:pt x="859" y="4837"/>
                  </a:cubicBezTo>
                  <a:lnTo>
                    <a:pt x="2530" y="4235"/>
                  </a:lnTo>
                  <a:lnTo>
                    <a:pt x="4574" y="3579"/>
                  </a:lnTo>
                  <a:cubicBezTo>
                    <a:pt x="5198" y="2672"/>
                    <a:pt x="5086" y="1450"/>
                    <a:pt x="4306" y="670"/>
                  </a:cubicBezTo>
                  <a:cubicBezTo>
                    <a:pt x="3866" y="228"/>
                    <a:pt x="3282" y="0"/>
                    <a:pt x="269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35" name="Google Shape;6129;p52">
            <a:extLst>
              <a:ext uri="{FF2B5EF4-FFF2-40B4-BE49-F238E27FC236}">
                <a16:creationId xmlns:a16="http://schemas.microsoft.com/office/drawing/2014/main" id="{4E8D1AE9-D5D3-4153-AD8C-91034433756A}"/>
              </a:ext>
            </a:extLst>
          </p:cNvPr>
          <p:cNvGrpSpPr/>
          <p:nvPr/>
        </p:nvGrpSpPr>
        <p:grpSpPr>
          <a:xfrm>
            <a:off x="1150434" y="968824"/>
            <a:ext cx="336296" cy="339235"/>
            <a:chOff x="4464775" y="3806475"/>
            <a:chExt cx="477625" cy="481800"/>
          </a:xfrm>
          <a:solidFill>
            <a:schemeClr val="accent6"/>
          </a:solidFill>
        </p:grpSpPr>
        <p:sp>
          <p:nvSpPr>
            <p:cNvPr id="36" name="Google Shape;6130;p52">
              <a:extLst>
                <a:ext uri="{FF2B5EF4-FFF2-40B4-BE49-F238E27FC236}">
                  <a16:creationId xmlns:a16="http://schemas.microsoft.com/office/drawing/2014/main" id="{2AB43A0A-5026-4A23-834F-AF469F1DAD51}"/>
                </a:ext>
              </a:extLst>
            </p:cNvPr>
            <p:cNvSpPr/>
            <p:nvPr/>
          </p:nvSpPr>
          <p:spPr>
            <a:xfrm>
              <a:off x="4726375" y="3806475"/>
              <a:ext cx="56500" cy="141125"/>
            </a:xfrm>
            <a:custGeom>
              <a:avLst/>
              <a:gdLst/>
              <a:ahLst/>
              <a:cxnLst/>
              <a:rect l="l" t="t" r="r" b="b"/>
              <a:pathLst>
                <a:path w="2260" h="5645" extrusionOk="0">
                  <a:moveTo>
                    <a:pt x="1133" y="1"/>
                  </a:moveTo>
                  <a:cubicBezTo>
                    <a:pt x="978" y="1"/>
                    <a:pt x="823" y="64"/>
                    <a:pt x="712" y="189"/>
                  </a:cubicBezTo>
                  <a:cubicBezTo>
                    <a:pt x="504" y="421"/>
                    <a:pt x="522" y="776"/>
                    <a:pt x="754" y="984"/>
                  </a:cubicBezTo>
                  <a:cubicBezTo>
                    <a:pt x="832" y="1056"/>
                    <a:pt x="1130" y="1385"/>
                    <a:pt x="1130" y="1695"/>
                  </a:cubicBezTo>
                  <a:cubicBezTo>
                    <a:pt x="1130" y="1990"/>
                    <a:pt x="850" y="2315"/>
                    <a:pt x="754" y="2402"/>
                  </a:cubicBezTo>
                  <a:cubicBezTo>
                    <a:pt x="678" y="2472"/>
                    <a:pt x="1" y="3101"/>
                    <a:pt x="1" y="3953"/>
                  </a:cubicBezTo>
                  <a:cubicBezTo>
                    <a:pt x="1" y="4802"/>
                    <a:pt x="675" y="5432"/>
                    <a:pt x="754" y="5501"/>
                  </a:cubicBezTo>
                  <a:cubicBezTo>
                    <a:pt x="861" y="5597"/>
                    <a:pt x="995" y="5644"/>
                    <a:pt x="1128" y="5644"/>
                  </a:cubicBezTo>
                  <a:cubicBezTo>
                    <a:pt x="1283" y="5644"/>
                    <a:pt x="1437" y="5580"/>
                    <a:pt x="1549" y="5456"/>
                  </a:cubicBezTo>
                  <a:cubicBezTo>
                    <a:pt x="1757" y="5224"/>
                    <a:pt x="1735" y="4869"/>
                    <a:pt x="1507" y="4661"/>
                  </a:cubicBezTo>
                  <a:cubicBezTo>
                    <a:pt x="1428" y="4588"/>
                    <a:pt x="1130" y="4260"/>
                    <a:pt x="1130" y="3950"/>
                  </a:cubicBezTo>
                  <a:cubicBezTo>
                    <a:pt x="1130" y="3655"/>
                    <a:pt x="1410" y="3330"/>
                    <a:pt x="1507" y="3242"/>
                  </a:cubicBezTo>
                  <a:cubicBezTo>
                    <a:pt x="1585" y="3173"/>
                    <a:pt x="2259" y="2544"/>
                    <a:pt x="2259" y="1692"/>
                  </a:cubicBezTo>
                  <a:cubicBezTo>
                    <a:pt x="2259" y="842"/>
                    <a:pt x="1585" y="213"/>
                    <a:pt x="1507" y="144"/>
                  </a:cubicBezTo>
                  <a:cubicBezTo>
                    <a:pt x="1399" y="48"/>
                    <a:pt x="1266" y="1"/>
                    <a:pt x="11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7" name="Google Shape;6131;p52">
              <a:extLst>
                <a:ext uri="{FF2B5EF4-FFF2-40B4-BE49-F238E27FC236}">
                  <a16:creationId xmlns:a16="http://schemas.microsoft.com/office/drawing/2014/main" id="{DC1FA845-5EB4-4183-AC92-FE3D1DF03E84}"/>
                </a:ext>
              </a:extLst>
            </p:cNvPr>
            <p:cNvSpPr/>
            <p:nvPr/>
          </p:nvSpPr>
          <p:spPr>
            <a:xfrm>
              <a:off x="4641700" y="3806475"/>
              <a:ext cx="56475" cy="141125"/>
            </a:xfrm>
            <a:custGeom>
              <a:avLst/>
              <a:gdLst/>
              <a:ahLst/>
              <a:cxnLst/>
              <a:rect l="l" t="t" r="r" b="b"/>
              <a:pathLst>
                <a:path w="2259" h="5645" extrusionOk="0">
                  <a:moveTo>
                    <a:pt x="1132" y="1"/>
                  </a:moveTo>
                  <a:cubicBezTo>
                    <a:pt x="977" y="1"/>
                    <a:pt x="823" y="64"/>
                    <a:pt x="711" y="189"/>
                  </a:cubicBezTo>
                  <a:cubicBezTo>
                    <a:pt x="503" y="421"/>
                    <a:pt x="521" y="776"/>
                    <a:pt x="753" y="984"/>
                  </a:cubicBezTo>
                  <a:cubicBezTo>
                    <a:pt x="831" y="1056"/>
                    <a:pt x="1130" y="1385"/>
                    <a:pt x="1130" y="1695"/>
                  </a:cubicBezTo>
                  <a:cubicBezTo>
                    <a:pt x="1130" y="1990"/>
                    <a:pt x="849" y="2315"/>
                    <a:pt x="753" y="2402"/>
                  </a:cubicBezTo>
                  <a:cubicBezTo>
                    <a:pt x="678" y="2472"/>
                    <a:pt x="0" y="3101"/>
                    <a:pt x="0" y="3953"/>
                  </a:cubicBezTo>
                  <a:cubicBezTo>
                    <a:pt x="0" y="4802"/>
                    <a:pt x="675" y="5432"/>
                    <a:pt x="753" y="5501"/>
                  </a:cubicBezTo>
                  <a:cubicBezTo>
                    <a:pt x="860" y="5597"/>
                    <a:pt x="994" y="5644"/>
                    <a:pt x="1127" y="5644"/>
                  </a:cubicBezTo>
                  <a:cubicBezTo>
                    <a:pt x="1282" y="5644"/>
                    <a:pt x="1436" y="5580"/>
                    <a:pt x="1548" y="5456"/>
                  </a:cubicBezTo>
                  <a:cubicBezTo>
                    <a:pt x="1756" y="5224"/>
                    <a:pt x="1735" y="4869"/>
                    <a:pt x="1506" y="4661"/>
                  </a:cubicBezTo>
                  <a:cubicBezTo>
                    <a:pt x="1428" y="4588"/>
                    <a:pt x="1130" y="4260"/>
                    <a:pt x="1130" y="3950"/>
                  </a:cubicBezTo>
                  <a:cubicBezTo>
                    <a:pt x="1130" y="3655"/>
                    <a:pt x="1410" y="3330"/>
                    <a:pt x="1506" y="3242"/>
                  </a:cubicBezTo>
                  <a:cubicBezTo>
                    <a:pt x="1581" y="3173"/>
                    <a:pt x="2259" y="2544"/>
                    <a:pt x="2259" y="1692"/>
                  </a:cubicBezTo>
                  <a:cubicBezTo>
                    <a:pt x="2259" y="842"/>
                    <a:pt x="1581" y="213"/>
                    <a:pt x="1506" y="144"/>
                  </a:cubicBezTo>
                  <a:cubicBezTo>
                    <a:pt x="1399" y="48"/>
                    <a:pt x="1265" y="1"/>
                    <a:pt x="11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8" name="Google Shape;6132;p52">
              <a:extLst>
                <a:ext uri="{FF2B5EF4-FFF2-40B4-BE49-F238E27FC236}">
                  <a16:creationId xmlns:a16="http://schemas.microsoft.com/office/drawing/2014/main" id="{7E59AEB5-98E4-46AE-BC74-EEE2BE6432FD}"/>
                </a:ext>
              </a:extLst>
            </p:cNvPr>
            <p:cNvSpPr/>
            <p:nvPr/>
          </p:nvSpPr>
          <p:spPr>
            <a:xfrm>
              <a:off x="4557000" y="3806475"/>
              <a:ext cx="56500" cy="141125"/>
            </a:xfrm>
            <a:custGeom>
              <a:avLst/>
              <a:gdLst/>
              <a:ahLst/>
              <a:cxnLst/>
              <a:rect l="l" t="t" r="r" b="b"/>
              <a:pathLst>
                <a:path w="2260" h="5645" extrusionOk="0">
                  <a:moveTo>
                    <a:pt x="1132" y="1"/>
                  </a:moveTo>
                  <a:cubicBezTo>
                    <a:pt x="977" y="1"/>
                    <a:pt x="823" y="64"/>
                    <a:pt x="711" y="189"/>
                  </a:cubicBezTo>
                  <a:cubicBezTo>
                    <a:pt x="504" y="421"/>
                    <a:pt x="522" y="776"/>
                    <a:pt x="753" y="984"/>
                  </a:cubicBezTo>
                  <a:cubicBezTo>
                    <a:pt x="832" y="1056"/>
                    <a:pt x="1130" y="1385"/>
                    <a:pt x="1130" y="1695"/>
                  </a:cubicBezTo>
                  <a:cubicBezTo>
                    <a:pt x="1130" y="1990"/>
                    <a:pt x="850" y="2315"/>
                    <a:pt x="753" y="2402"/>
                  </a:cubicBezTo>
                  <a:cubicBezTo>
                    <a:pt x="678" y="2472"/>
                    <a:pt x="1" y="3101"/>
                    <a:pt x="1" y="3953"/>
                  </a:cubicBezTo>
                  <a:cubicBezTo>
                    <a:pt x="1" y="4802"/>
                    <a:pt x="675" y="5432"/>
                    <a:pt x="753" y="5501"/>
                  </a:cubicBezTo>
                  <a:cubicBezTo>
                    <a:pt x="861" y="5597"/>
                    <a:pt x="994" y="5644"/>
                    <a:pt x="1127" y="5644"/>
                  </a:cubicBezTo>
                  <a:cubicBezTo>
                    <a:pt x="1282" y="5644"/>
                    <a:pt x="1437" y="5580"/>
                    <a:pt x="1548" y="5456"/>
                  </a:cubicBezTo>
                  <a:cubicBezTo>
                    <a:pt x="1756" y="5224"/>
                    <a:pt x="1735" y="4869"/>
                    <a:pt x="1506" y="4661"/>
                  </a:cubicBezTo>
                  <a:cubicBezTo>
                    <a:pt x="1428" y="4588"/>
                    <a:pt x="1130" y="4260"/>
                    <a:pt x="1130" y="3950"/>
                  </a:cubicBezTo>
                  <a:cubicBezTo>
                    <a:pt x="1130" y="3655"/>
                    <a:pt x="1410" y="3330"/>
                    <a:pt x="1506" y="3242"/>
                  </a:cubicBezTo>
                  <a:cubicBezTo>
                    <a:pt x="1582" y="3173"/>
                    <a:pt x="2259" y="2544"/>
                    <a:pt x="2259" y="1692"/>
                  </a:cubicBezTo>
                  <a:cubicBezTo>
                    <a:pt x="2259" y="842"/>
                    <a:pt x="1582" y="213"/>
                    <a:pt x="1506" y="144"/>
                  </a:cubicBezTo>
                  <a:cubicBezTo>
                    <a:pt x="1399" y="48"/>
                    <a:pt x="1265" y="1"/>
                    <a:pt x="11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9" name="Google Shape;6133;p52">
              <a:extLst>
                <a:ext uri="{FF2B5EF4-FFF2-40B4-BE49-F238E27FC236}">
                  <a16:creationId xmlns:a16="http://schemas.microsoft.com/office/drawing/2014/main" id="{D05984B2-DD18-465C-A46E-2AF8768F5A6A}"/>
                </a:ext>
              </a:extLst>
            </p:cNvPr>
            <p:cNvSpPr/>
            <p:nvPr/>
          </p:nvSpPr>
          <p:spPr>
            <a:xfrm>
              <a:off x="4464775" y="4230875"/>
              <a:ext cx="395250" cy="57400"/>
            </a:xfrm>
            <a:custGeom>
              <a:avLst/>
              <a:gdLst/>
              <a:ahLst/>
              <a:cxnLst/>
              <a:rect l="l" t="t" r="r" b="b"/>
              <a:pathLst>
                <a:path w="15810" h="2296" extrusionOk="0">
                  <a:moveTo>
                    <a:pt x="567" y="1"/>
                  </a:moveTo>
                  <a:cubicBezTo>
                    <a:pt x="254" y="1"/>
                    <a:pt x="1" y="251"/>
                    <a:pt x="1" y="564"/>
                  </a:cubicBezTo>
                  <a:cubicBezTo>
                    <a:pt x="1" y="877"/>
                    <a:pt x="254" y="1130"/>
                    <a:pt x="567" y="1130"/>
                  </a:cubicBezTo>
                  <a:lnTo>
                    <a:pt x="1910" y="1130"/>
                  </a:lnTo>
                  <a:lnTo>
                    <a:pt x="2006" y="1359"/>
                  </a:lnTo>
                  <a:cubicBezTo>
                    <a:pt x="2291" y="1932"/>
                    <a:pt x="2875" y="2295"/>
                    <a:pt x="3516" y="2295"/>
                  </a:cubicBezTo>
                  <a:cubicBezTo>
                    <a:pt x="3519" y="2295"/>
                    <a:pt x="3521" y="2295"/>
                    <a:pt x="3524" y="2295"/>
                  </a:cubicBezTo>
                  <a:lnTo>
                    <a:pt x="12290" y="2295"/>
                  </a:lnTo>
                  <a:cubicBezTo>
                    <a:pt x="12292" y="2295"/>
                    <a:pt x="12295" y="2295"/>
                    <a:pt x="12298" y="2295"/>
                  </a:cubicBezTo>
                  <a:cubicBezTo>
                    <a:pt x="12936" y="2295"/>
                    <a:pt x="13520" y="1932"/>
                    <a:pt x="13804" y="1359"/>
                  </a:cubicBezTo>
                  <a:lnTo>
                    <a:pt x="13901" y="1130"/>
                  </a:lnTo>
                  <a:lnTo>
                    <a:pt x="15247" y="1130"/>
                  </a:lnTo>
                  <a:cubicBezTo>
                    <a:pt x="15557" y="1130"/>
                    <a:pt x="15810" y="877"/>
                    <a:pt x="15810" y="564"/>
                  </a:cubicBezTo>
                  <a:cubicBezTo>
                    <a:pt x="15810" y="251"/>
                    <a:pt x="15557" y="1"/>
                    <a:pt x="152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0" name="Google Shape;6134;p52">
              <a:extLst>
                <a:ext uri="{FF2B5EF4-FFF2-40B4-BE49-F238E27FC236}">
                  <a16:creationId xmlns:a16="http://schemas.microsoft.com/office/drawing/2014/main" id="{635B9F2C-E452-43B0-AF55-E18163A8BF12}"/>
                </a:ext>
              </a:extLst>
            </p:cNvPr>
            <p:cNvSpPr/>
            <p:nvPr/>
          </p:nvSpPr>
          <p:spPr>
            <a:xfrm>
              <a:off x="4840675" y="4007300"/>
              <a:ext cx="101725" cy="166025"/>
            </a:xfrm>
            <a:custGeom>
              <a:avLst/>
              <a:gdLst/>
              <a:ahLst/>
              <a:cxnLst/>
              <a:rect l="l" t="t" r="r" b="b"/>
              <a:pathLst>
                <a:path w="4069" h="6641" extrusionOk="0">
                  <a:moveTo>
                    <a:pt x="1870" y="0"/>
                  </a:moveTo>
                  <a:cubicBezTo>
                    <a:pt x="1852" y="380"/>
                    <a:pt x="1837" y="759"/>
                    <a:pt x="1795" y="1130"/>
                  </a:cubicBezTo>
                  <a:cubicBezTo>
                    <a:pt x="1927" y="1181"/>
                    <a:pt x="2048" y="1256"/>
                    <a:pt x="2150" y="1355"/>
                  </a:cubicBezTo>
                  <a:cubicBezTo>
                    <a:pt x="2800" y="2006"/>
                    <a:pt x="2433" y="3469"/>
                    <a:pt x="1352" y="4550"/>
                  </a:cubicBezTo>
                  <a:cubicBezTo>
                    <a:pt x="1177" y="4722"/>
                    <a:pt x="991" y="4879"/>
                    <a:pt x="792" y="5017"/>
                  </a:cubicBezTo>
                  <a:cubicBezTo>
                    <a:pt x="566" y="5577"/>
                    <a:pt x="301" y="6119"/>
                    <a:pt x="0" y="6640"/>
                  </a:cubicBezTo>
                  <a:cubicBezTo>
                    <a:pt x="747" y="6429"/>
                    <a:pt x="1506" y="5993"/>
                    <a:pt x="2150" y="5348"/>
                  </a:cubicBezTo>
                  <a:cubicBezTo>
                    <a:pt x="3716" y="3782"/>
                    <a:pt x="4068" y="1678"/>
                    <a:pt x="2948" y="557"/>
                  </a:cubicBezTo>
                  <a:cubicBezTo>
                    <a:pt x="2656" y="268"/>
                    <a:pt x="2280" y="97"/>
                    <a:pt x="18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1" name="Google Shape;6135;p52">
              <a:extLst>
                <a:ext uri="{FF2B5EF4-FFF2-40B4-BE49-F238E27FC236}">
                  <a16:creationId xmlns:a16="http://schemas.microsoft.com/office/drawing/2014/main" id="{040A4CFE-8B79-4E5D-8AA7-6619E5B2F0FF}"/>
                </a:ext>
              </a:extLst>
            </p:cNvPr>
            <p:cNvSpPr/>
            <p:nvPr/>
          </p:nvSpPr>
          <p:spPr>
            <a:xfrm>
              <a:off x="4464775" y="3976800"/>
              <a:ext cx="395250" cy="225875"/>
            </a:xfrm>
            <a:custGeom>
              <a:avLst/>
              <a:gdLst/>
              <a:ahLst/>
              <a:cxnLst/>
              <a:rect l="l" t="t" r="r" b="b"/>
              <a:pathLst>
                <a:path w="15810" h="9035" extrusionOk="0">
                  <a:moveTo>
                    <a:pt x="564" y="1"/>
                  </a:moveTo>
                  <a:cubicBezTo>
                    <a:pt x="254" y="1"/>
                    <a:pt x="1" y="251"/>
                    <a:pt x="1" y="564"/>
                  </a:cubicBezTo>
                  <a:cubicBezTo>
                    <a:pt x="1" y="3930"/>
                    <a:pt x="1157" y="7026"/>
                    <a:pt x="3075" y="9035"/>
                  </a:cubicBezTo>
                  <a:lnTo>
                    <a:pt x="12735" y="9035"/>
                  </a:lnTo>
                  <a:cubicBezTo>
                    <a:pt x="14654" y="7026"/>
                    <a:pt x="15810" y="3930"/>
                    <a:pt x="15810" y="564"/>
                  </a:cubicBezTo>
                  <a:cubicBezTo>
                    <a:pt x="15810" y="251"/>
                    <a:pt x="15557" y="1"/>
                    <a:pt x="152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5A9F6BED-51D5-4793-AA9E-CC4AFA89F6F3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714" y="558140"/>
            <a:ext cx="6333668" cy="365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1944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4"/>
          <p:cNvSpPr txBox="1">
            <a:spLocks noGrp="1"/>
          </p:cNvSpPr>
          <p:nvPr>
            <p:ph type="ctrTitle"/>
          </p:nvPr>
        </p:nvSpPr>
        <p:spPr>
          <a:xfrm>
            <a:off x="151761" y="1365844"/>
            <a:ext cx="1766403" cy="79694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 dirty="0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  <a:t>PENGKODEAN</a:t>
            </a:r>
            <a:br>
              <a:rPr lang="es" sz="2000" dirty="0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</a:br>
            <a:r>
              <a:rPr lang="es" sz="2000" dirty="0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  <a:t>SYSTEM</a:t>
            </a:r>
            <a:endParaRPr sz="2000" dirty="0">
              <a:solidFill>
                <a:srgbClr val="48FFD5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5" name="Google Shape;270;p24">
            <a:extLst>
              <a:ext uri="{FF2B5EF4-FFF2-40B4-BE49-F238E27FC236}">
                <a16:creationId xmlns:a16="http://schemas.microsoft.com/office/drawing/2014/main" id="{826F4B58-B400-4659-B4CE-1684508A8953}"/>
              </a:ext>
            </a:extLst>
          </p:cNvPr>
          <p:cNvSpPr txBox="1">
            <a:spLocks/>
          </p:cNvSpPr>
          <p:nvPr/>
        </p:nvSpPr>
        <p:spPr>
          <a:xfrm>
            <a:off x="1646193" y="4446317"/>
            <a:ext cx="6935189" cy="525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oboto Black"/>
              <a:buNone/>
              <a:defRPr sz="3600" b="0" i="0" u="none" strike="noStrike" cap="none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9pPr>
          </a:lstStyle>
          <a:p>
            <a:pPr algn="ctr"/>
            <a:r>
              <a:rPr lang="en-US" sz="2000" dirty="0" err="1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  <a:t>Tampilan</a:t>
            </a:r>
            <a:r>
              <a:rPr lang="en-US" sz="2000" dirty="0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  <a:t> </a:t>
            </a:r>
            <a:r>
              <a:rPr lang="en-US" sz="2000" dirty="0" err="1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  <a:t>registrasi</a:t>
            </a:r>
            <a:endParaRPr lang="en-US" sz="2000" dirty="0">
              <a:solidFill>
                <a:schemeClr val="accent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grpSp>
        <p:nvGrpSpPr>
          <p:cNvPr id="30" name="Google Shape;6112;p52">
            <a:extLst>
              <a:ext uri="{FF2B5EF4-FFF2-40B4-BE49-F238E27FC236}">
                <a16:creationId xmlns:a16="http://schemas.microsoft.com/office/drawing/2014/main" id="{4242C9B3-416D-4F66-94F9-B3F98CC371D5}"/>
              </a:ext>
            </a:extLst>
          </p:cNvPr>
          <p:cNvGrpSpPr/>
          <p:nvPr/>
        </p:nvGrpSpPr>
        <p:grpSpPr>
          <a:xfrm>
            <a:off x="620986" y="968837"/>
            <a:ext cx="346347" cy="339623"/>
            <a:chOff x="1490050" y="3805975"/>
            <a:chExt cx="491900" cy="482350"/>
          </a:xfrm>
          <a:solidFill>
            <a:schemeClr val="accent6"/>
          </a:solidFill>
        </p:grpSpPr>
        <p:sp>
          <p:nvSpPr>
            <p:cNvPr id="31" name="Google Shape;6113;p52">
              <a:extLst>
                <a:ext uri="{FF2B5EF4-FFF2-40B4-BE49-F238E27FC236}">
                  <a16:creationId xmlns:a16="http://schemas.microsoft.com/office/drawing/2014/main" id="{11609D5E-D4DF-47AE-85C3-093C27A5AC44}"/>
                </a:ext>
              </a:extLst>
            </p:cNvPr>
            <p:cNvSpPr/>
            <p:nvPr/>
          </p:nvSpPr>
          <p:spPr>
            <a:xfrm>
              <a:off x="1541775" y="3877050"/>
              <a:ext cx="302500" cy="277225"/>
            </a:xfrm>
            <a:custGeom>
              <a:avLst/>
              <a:gdLst/>
              <a:ahLst/>
              <a:cxnLst/>
              <a:rect l="l" t="t" r="r" b="b"/>
              <a:pathLst>
                <a:path w="12100" h="11089" extrusionOk="0">
                  <a:moveTo>
                    <a:pt x="10512" y="1"/>
                  </a:moveTo>
                  <a:lnTo>
                    <a:pt x="0" y="10513"/>
                  </a:lnTo>
                  <a:cubicBezTo>
                    <a:pt x="207" y="10475"/>
                    <a:pt x="415" y="10456"/>
                    <a:pt x="622" y="10456"/>
                  </a:cubicBezTo>
                  <a:cubicBezTo>
                    <a:pt x="1327" y="10456"/>
                    <a:pt x="2020" y="10674"/>
                    <a:pt x="2602" y="11088"/>
                  </a:cubicBezTo>
                  <a:lnTo>
                    <a:pt x="12099" y="1588"/>
                  </a:lnTo>
                  <a:lnTo>
                    <a:pt x="105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2" name="Google Shape;6114;p52">
              <a:extLst>
                <a:ext uri="{FF2B5EF4-FFF2-40B4-BE49-F238E27FC236}">
                  <a16:creationId xmlns:a16="http://schemas.microsoft.com/office/drawing/2014/main" id="{59ED7026-E90B-4C60-BA0D-9CA344A6C55D}"/>
                </a:ext>
              </a:extLst>
            </p:cNvPr>
            <p:cNvSpPr/>
            <p:nvPr/>
          </p:nvSpPr>
          <p:spPr>
            <a:xfrm>
              <a:off x="1824450" y="3805975"/>
              <a:ext cx="157500" cy="150525"/>
            </a:xfrm>
            <a:custGeom>
              <a:avLst/>
              <a:gdLst/>
              <a:ahLst/>
              <a:cxnLst/>
              <a:rect l="l" t="t" r="r" b="b"/>
              <a:pathLst>
                <a:path w="6300" h="6021" extrusionOk="0">
                  <a:moveTo>
                    <a:pt x="3211" y="0"/>
                  </a:moveTo>
                  <a:cubicBezTo>
                    <a:pt x="2484" y="0"/>
                    <a:pt x="1758" y="281"/>
                    <a:pt x="1208" y="841"/>
                  </a:cubicBezTo>
                  <a:lnTo>
                    <a:pt x="0" y="2049"/>
                  </a:lnTo>
                  <a:lnTo>
                    <a:pt x="3972" y="6021"/>
                  </a:lnTo>
                  <a:lnTo>
                    <a:pt x="5180" y="4813"/>
                  </a:lnTo>
                  <a:cubicBezTo>
                    <a:pt x="6294" y="3717"/>
                    <a:pt x="6300" y="1925"/>
                    <a:pt x="5198" y="823"/>
                  </a:cubicBezTo>
                  <a:cubicBezTo>
                    <a:pt x="4649" y="274"/>
                    <a:pt x="3930" y="0"/>
                    <a:pt x="32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3" name="Google Shape;6115;p52">
              <a:extLst>
                <a:ext uri="{FF2B5EF4-FFF2-40B4-BE49-F238E27FC236}">
                  <a16:creationId xmlns:a16="http://schemas.microsoft.com/office/drawing/2014/main" id="{A35A982C-2D4F-4CB8-B29F-2E416F5AFF55}"/>
                </a:ext>
              </a:extLst>
            </p:cNvPr>
            <p:cNvSpPr/>
            <p:nvPr/>
          </p:nvSpPr>
          <p:spPr>
            <a:xfrm>
              <a:off x="1626675" y="3936600"/>
              <a:ext cx="277225" cy="302600"/>
            </a:xfrm>
            <a:custGeom>
              <a:avLst/>
              <a:gdLst/>
              <a:ahLst/>
              <a:cxnLst/>
              <a:rect l="l" t="t" r="r" b="b"/>
              <a:pathLst>
                <a:path w="11089" h="12104" extrusionOk="0">
                  <a:moveTo>
                    <a:pt x="9501" y="1"/>
                  </a:moveTo>
                  <a:lnTo>
                    <a:pt x="1" y="9501"/>
                  </a:lnTo>
                  <a:cubicBezTo>
                    <a:pt x="537" y="10254"/>
                    <a:pt x="745" y="11194"/>
                    <a:pt x="576" y="12103"/>
                  </a:cubicBezTo>
                  <a:lnTo>
                    <a:pt x="11088" y="1591"/>
                  </a:lnTo>
                  <a:lnTo>
                    <a:pt x="950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4" name="Google Shape;6116;p52">
              <a:extLst>
                <a:ext uri="{FF2B5EF4-FFF2-40B4-BE49-F238E27FC236}">
                  <a16:creationId xmlns:a16="http://schemas.microsoft.com/office/drawing/2014/main" id="{196F6B18-F506-4B4E-A071-E20ACFB5D390}"/>
                </a:ext>
              </a:extLst>
            </p:cNvPr>
            <p:cNvSpPr/>
            <p:nvPr/>
          </p:nvSpPr>
          <p:spPr>
            <a:xfrm>
              <a:off x="1490050" y="4166500"/>
              <a:ext cx="129950" cy="121825"/>
            </a:xfrm>
            <a:custGeom>
              <a:avLst/>
              <a:gdLst/>
              <a:ahLst/>
              <a:cxnLst/>
              <a:rect l="l" t="t" r="r" b="b"/>
              <a:pathLst>
                <a:path w="5198" h="4873" extrusionOk="0">
                  <a:moveTo>
                    <a:pt x="2693" y="0"/>
                  </a:moveTo>
                  <a:cubicBezTo>
                    <a:pt x="2243" y="0"/>
                    <a:pt x="1790" y="133"/>
                    <a:pt x="1398" y="405"/>
                  </a:cubicBezTo>
                  <a:lnTo>
                    <a:pt x="1398" y="402"/>
                  </a:lnTo>
                  <a:lnTo>
                    <a:pt x="741" y="2446"/>
                  </a:lnTo>
                  <a:lnTo>
                    <a:pt x="139" y="4118"/>
                  </a:lnTo>
                  <a:cubicBezTo>
                    <a:pt x="0" y="4500"/>
                    <a:pt x="295" y="4872"/>
                    <a:pt x="664" y="4872"/>
                  </a:cubicBezTo>
                  <a:cubicBezTo>
                    <a:pt x="727" y="4872"/>
                    <a:pt x="793" y="4861"/>
                    <a:pt x="859" y="4837"/>
                  </a:cubicBezTo>
                  <a:lnTo>
                    <a:pt x="2530" y="4235"/>
                  </a:lnTo>
                  <a:lnTo>
                    <a:pt x="4574" y="3579"/>
                  </a:lnTo>
                  <a:cubicBezTo>
                    <a:pt x="5198" y="2672"/>
                    <a:pt x="5086" y="1450"/>
                    <a:pt x="4306" y="670"/>
                  </a:cubicBezTo>
                  <a:cubicBezTo>
                    <a:pt x="3866" y="228"/>
                    <a:pt x="3282" y="0"/>
                    <a:pt x="269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35" name="Google Shape;6129;p52">
            <a:extLst>
              <a:ext uri="{FF2B5EF4-FFF2-40B4-BE49-F238E27FC236}">
                <a16:creationId xmlns:a16="http://schemas.microsoft.com/office/drawing/2014/main" id="{4E8D1AE9-D5D3-4153-AD8C-91034433756A}"/>
              </a:ext>
            </a:extLst>
          </p:cNvPr>
          <p:cNvGrpSpPr/>
          <p:nvPr/>
        </p:nvGrpSpPr>
        <p:grpSpPr>
          <a:xfrm>
            <a:off x="1150434" y="968824"/>
            <a:ext cx="336296" cy="339235"/>
            <a:chOff x="4464775" y="3806475"/>
            <a:chExt cx="477625" cy="481800"/>
          </a:xfrm>
          <a:solidFill>
            <a:schemeClr val="accent6"/>
          </a:solidFill>
        </p:grpSpPr>
        <p:sp>
          <p:nvSpPr>
            <p:cNvPr id="36" name="Google Shape;6130;p52">
              <a:extLst>
                <a:ext uri="{FF2B5EF4-FFF2-40B4-BE49-F238E27FC236}">
                  <a16:creationId xmlns:a16="http://schemas.microsoft.com/office/drawing/2014/main" id="{2AB43A0A-5026-4A23-834F-AF469F1DAD51}"/>
                </a:ext>
              </a:extLst>
            </p:cNvPr>
            <p:cNvSpPr/>
            <p:nvPr/>
          </p:nvSpPr>
          <p:spPr>
            <a:xfrm>
              <a:off x="4726375" y="3806475"/>
              <a:ext cx="56500" cy="141125"/>
            </a:xfrm>
            <a:custGeom>
              <a:avLst/>
              <a:gdLst/>
              <a:ahLst/>
              <a:cxnLst/>
              <a:rect l="l" t="t" r="r" b="b"/>
              <a:pathLst>
                <a:path w="2260" h="5645" extrusionOk="0">
                  <a:moveTo>
                    <a:pt x="1133" y="1"/>
                  </a:moveTo>
                  <a:cubicBezTo>
                    <a:pt x="978" y="1"/>
                    <a:pt x="823" y="64"/>
                    <a:pt x="712" y="189"/>
                  </a:cubicBezTo>
                  <a:cubicBezTo>
                    <a:pt x="504" y="421"/>
                    <a:pt x="522" y="776"/>
                    <a:pt x="754" y="984"/>
                  </a:cubicBezTo>
                  <a:cubicBezTo>
                    <a:pt x="832" y="1056"/>
                    <a:pt x="1130" y="1385"/>
                    <a:pt x="1130" y="1695"/>
                  </a:cubicBezTo>
                  <a:cubicBezTo>
                    <a:pt x="1130" y="1990"/>
                    <a:pt x="850" y="2315"/>
                    <a:pt x="754" y="2402"/>
                  </a:cubicBezTo>
                  <a:cubicBezTo>
                    <a:pt x="678" y="2472"/>
                    <a:pt x="1" y="3101"/>
                    <a:pt x="1" y="3953"/>
                  </a:cubicBezTo>
                  <a:cubicBezTo>
                    <a:pt x="1" y="4802"/>
                    <a:pt x="675" y="5432"/>
                    <a:pt x="754" y="5501"/>
                  </a:cubicBezTo>
                  <a:cubicBezTo>
                    <a:pt x="861" y="5597"/>
                    <a:pt x="995" y="5644"/>
                    <a:pt x="1128" y="5644"/>
                  </a:cubicBezTo>
                  <a:cubicBezTo>
                    <a:pt x="1283" y="5644"/>
                    <a:pt x="1437" y="5580"/>
                    <a:pt x="1549" y="5456"/>
                  </a:cubicBezTo>
                  <a:cubicBezTo>
                    <a:pt x="1757" y="5224"/>
                    <a:pt x="1735" y="4869"/>
                    <a:pt x="1507" y="4661"/>
                  </a:cubicBezTo>
                  <a:cubicBezTo>
                    <a:pt x="1428" y="4588"/>
                    <a:pt x="1130" y="4260"/>
                    <a:pt x="1130" y="3950"/>
                  </a:cubicBezTo>
                  <a:cubicBezTo>
                    <a:pt x="1130" y="3655"/>
                    <a:pt x="1410" y="3330"/>
                    <a:pt x="1507" y="3242"/>
                  </a:cubicBezTo>
                  <a:cubicBezTo>
                    <a:pt x="1585" y="3173"/>
                    <a:pt x="2259" y="2544"/>
                    <a:pt x="2259" y="1692"/>
                  </a:cubicBezTo>
                  <a:cubicBezTo>
                    <a:pt x="2259" y="842"/>
                    <a:pt x="1585" y="213"/>
                    <a:pt x="1507" y="144"/>
                  </a:cubicBezTo>
                  <a:cubicBezTo>
                    <a:pt x="1399" y="48"/>
                    <a:pt x="1266" y="1"/>
                    <a:pt x="11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7" name="Google Shape;6131;p52">
              <a:extLst>
                <a:ext uri="{FF2B5EF4-FFF2-40B4-BE49-F238E27FC236}">
                  <a16:creationId xmlns:a16="http://schemas.microsoft.com/office/drawing/2014/main" id="{DC1FA845-5EB4-4183-AC92-FE3D1DF03E84}"/>
                </a:ext>
              </a:extLst>
            </p:cNvPr>
            <p:cNvSpPr/>
            <p:nvPr/>
          </p:nvSpPr>
          <p:spPr>
            <a:xfrm>
              <a:off x="4641700" y="3806475"/>
              <a:ext cx="56475" cy="141125"/>
            </a:xfrm>
            <a:custGeom>
              <a:avLst/>
              <a:gdLst/>
              <a:ahLst/>
              <a:cxnLst/>
              <a:rect l="l" t="t" r="r" b="b"/>
              <a:pathLst>
                <a:path w="2259" h="5645" extrusionOk="0">
                  <a:moveTo>
                    <a:pt x="1132" y="1"/>
                  </a:moveTo>
                  <a:cubicBezTo>
                    <a:pt x="977" y="1"/>
                    <a:pt x="823" y="64"/>
                    <a:pt x="711" y="189"/>
                  </a:cubicBezTo>
                  <a:cubicBezTo>
                    <a:pt x="503" y="421"/>
                    <a:pt x="521" y="776"/>
                    <a:pt x="753" y="984"/>
                  </a:cubicBezTo>
                  <a:cubicBezTo>
                    <a:pt x="831" y="1056"/>
                    <a:pt x="1130" y="1385"/>
                    <a:pt x="1130" y="1695"/>
                  </a:cubicBezTo>
                  <a:cubicBezTo>
                    <a:pt x="1130" y="1990"/>
                    <a:pt x="849" y="2315"/>
                    <a:pt x="753" y="2402"/>
                  </a:cubicBezTo>
                  <a:cubicBezTo>
                    <a:pt x="678" y="2472"/>
                    <a:pt x="0" y="3101"/>
                    <a:pt x="0" y="3953"/>
                  </a:cubicBezTo>
                  <a:cubicBezTo>
                    <a:pt x="0" y="4802"/>
                    <a:pt x="675" y="5432"/>
                    <a:pt x="753" y="5501"/>
                  </a:cubicBezTo>
                  <a:cubicBezTo>
                    <a:pt x="860" y="5597"/>
                    <a:pt x="994" y="5644"/>
                    <a:pt x="1127" y="5644"/>
                  </a:cubicBezTo>
                  <a:cubicBezTo>
                    <a:pt x="1282" y="5644"/>
                    <a:pt x="1436" y="5580"/>
                    <a:pt x="1548" y="5456"/>
                  </a:cubicBezTo>
                  <a:cubicBezTo>
                    <a:pt x="1756" y="5224"/>
                    <a:pt x="1735" y="4869"/>
                    <a:pt x="1506" y="4661"/>
                  </a:cubicBezTo>
                  <a:cubicBezTo>
                    <a:pt x="1428" y="4588"/>
                    <a:pt x="1130" y="4260"/>
                    <a:pt x="1130" y="3950"/>
                  </a:cubicBezTo>
                  <a:cubicBezTo>
                    <a:pt x="1130" y="3655"/>
                    <a:pt x="1410" y="3330"/>
                    <a:pt x="1506" y="3242"/>
                  </a:cubicBezTo>
                  <a:cubicBezTo>
                    <a:pt x="1581" y="3173"/>
                    <a:pt x="2259" y="2544"/>
                    <a:pt x="2259" y="1692"/>
                  </a:cubicBezTo>
                  <a:cubicBezTo>
                    <a:pt x="2259" y="842"/>
                    <a:pt x="1581" y="213"/>
                    <a:pt x="1506" y="144"/>
                  </a:cubicBezTo>
                  <a:cubicBezTo>
                    <a:pt x="1399" y="48"/>
                    <a:pt x="1265" y="1"/>
                    <a:pt x="11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8" name="Google Shape;6132;p52">
              <a:extLst>
                <a:ext uri="{FF2B5EF4-FFF2-40B4-BE49-F238E27FC236}">
                  <a16:creationId xmlns:a16="http://schemas.microsoft.com/office/drawing/2014/main" id="{7E59AEB5-98E4-46AE-BC74-EEE2BE6432FD}"/>
                </a:ext>
              </a:extLst>
            </p:cNvPr>
            <p:cNvSpPr/>
            <p:nvPr/>
          </p:nvSpPr>
          <p:spPr>
            <a:xfrm>
              <a:off x="4557000" y="3806475"/>
              <a:ext cx="56500" cy="141125"/>
            </a:xfrm>
            <a:custGeom>
              <a:avLst/>
              <a:gdLst/>
              <a:ahLst/>
              <a:cxnLst/>
              <a:rect l="l" t="t" r="r" b="b"/>
              <a:pathLst>
                <a:path w="2260" h="5645" extrusionOk="0">
                  <a:moveTo>
                    <a:pt x="1132" y="1"/>
                  </a:moveTo>
                  <a:cubicBezTo>
                    <a:pt x="977" y="1"/>
                    <a:pt x="823" y="64"/>
                    <a:pt x="711" y="189"/>
                  </a:cubicBezTo>
                  <a:cubicBezTo>
                    <a:pt x="504" y="421"/>
                    <a:pt x="522" y="776"/>
                    <a:pt x="753" y="984"/>
                  </a:cubicBezTo>
                  <a:cubicBezTo>
                    <a:pt x="832" y="1056"/>
                    <a:pt x="1130" y="1385"/>
                    <a:pt x="1130" y="1695"/>
                  </a:cubicBezTo>
                  <a:cubicBezTo>
                    <a:pt x="1130" y="1990"/>
                    <a:pt x="850" y="2315"/>
                    <a:pt x="753" y="2402"/>
                  </a:cubicBezTo>
                  <a:cubicBezTo>
                    <a:pt x="678" y="2472"/>
                    <a:pt x="1" y="3101"/>
                    <a:pt x="1" y="3953"/>
                  </a:cubicBezTo>
                  <a:cubicBezTo>
                    <a:pt x="1" y="4802"/>
                    <a:pt x="675" y="5432"/>
                    <a:pt x="753" y="5501"/>
                  </a:cubicBezTo>
                  <a:cubicBezTo>
                    <a:pt x="861" y="5597"/>
                    <a:pt x="994" y="5644"/>
                    <a:pt x="1127" y="5644"/>
                  </a:cubicBezTo>
                  <a:cubicBezTo>
                    <a:pt x="1282" y="5644"/>
                    <a:pt x="1437" y="5580"/>
                    <a:pt x="1548" y="5456"/>
                  </a:cubicBezTo>
                  <a:cubicBezTo>
                    <a:pt x="1756" y="5224"/>
                    <a:pt x="1735" y="4869"/>
                    <a:pt x="1506" y="4661"/>
                  </a:cubicBezTo>
                  <a:cubicBezTo>
                    <a:pt x="1428" y="4588"/>
                    <a:pt x="1130" y="4260"/>
                    <a:pt x="1130" y="3950"/>
                  </a:cubicBezTo>
                  <a:cubicBezTo>
                    <a:pt x="1130" y="3655"/>
                    <a:pt x="1410" y="3330"/>
                    <a:pt x="1506" y="3242"/>
                  </a:cubicBezTo>
                  <a:cubicBezTo>
                    <a:pt x="1582" y="3173"/>
                    <a:pt x="2259" y="2544"/>
                    <a:pt x="2259" y="1692"/>
                  </a:cubicBezTo>
                  <a:cubicBezTo>
                    <a:pt x="2259" y="842"/>
                    <a:pt x="1582" y="213"/>
                    <a:pt x="1506" y="144"/>
                  </a:cubicBezTo>
                  <a:cubicBezTo>
                    <a:pt x="1399" y="48"/>
                    <a:pt x="1265" y="1"/>
                    <a:pt x="11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9" name="Google Shape;6133;p52">
              <a:extLst>
                <a:ext uri="{FF2B5EF4-FFF2-40B4-BE49-F238E27FC236}">
                  <a16:creationId xmlns:a16="http://schemas.microsoft.com/office/drawing/2014/main" id="{D05984B2-DD18-465C-A46E-2AF8768F5A6A}"/>
                </a:ext>
              </a:extLst>
            </p:cNvPr>
            <p:cNvSpPr/>
            <p:nvPr/>
          </p:nvSpPr>
          <p:spPr>
            <a:xfrm>
              <a:off x="4464775" y="4230875"/>
              <a:ext cx="395250" cy="57400"/>
            </a:xfrm>
            <a:custGeom>
              <a:avLst/>
              <a:gdLst/>
              <a:ahLst/>
              <a:cxnLst/>
              <a:rect l="l" t="t" r="r" b="b"/>
              <a:pathLst>
                <a:path w="15810" h="2296" extrusionOk="0">
                  <a:moveTo>
                    <a:pt x="567" y="1"/>
                  </a:moveTo>
                  <a:cubicBezTo>
                    <a:pt x="254" y="1"/>
                    <a:pt x="1" y="251"/>
                    <a:pt x="1" y="564"/>
                  </a:cubicBezTo>
                  <a:cubicBezTo>
                    <a:pt x="1" y="877"/>
                    <a:pt x="254" y="1130"/>
                    <a:pt x="567" y="1130"/>
                  </a:cubicBezTo>
                  <a:lnTo>
                    <a:pt x="1910" y="1130"/>
                  </a:lnTo>
                  <a:lnTo>
                    <a:pt x="2006" y="1359"/>
                  </a:lnTo>
                  <a:cubicBezTo>
                    <a:pt x="2291" y="1932"/>
                    <a:pt x="2875" y="2295"/>
                    <a:pt x="3516" y="2295"/>
                  </a:cubicBezTo>
                  <a:cubicBezTo>
                    <a:pt x="3519" y="2295"/>
                    <a:pt x="3521" y="2295"/>
                    <a:pt x="3524" y="2295"/>
                  </a:cubicBezTo>
                  <a:lnTo>
                    <a:pt x="12290" y="2295"/>
                  </a:lnTo>
                  <a:cubicBezTo>
                    <a:pt x="12292" y="2295"/>
                    <a:pt x="12295" y="2295"/>
                    <a:pt x="12298" y="2295"/>
                  </a:cubicBezTo>
                  <a:cubicBezTo>
                    <a:pt x="12936" y="2295"/>
                    <a:pt x="13520" y="1932"/>
                    <a:pt x="13804" y="1359"/>
                  </a:cubicBezTo>
                  <a:lnTo>
                    <a:pt x="13901" y="1130"/>
                  </a:lnTo>
                  <a:lnTo>
                    <a:pt x="15247" y="1130"/>
                  </a:lnTo>
                  <a:cubicBezTo>
                    <a:pt x="15557" y="1130"/>
                    <a:pt x="15810" y="877"/>
                    <a:pt x="15810" y="564"/>
                  </a:cubicBezTo>
                  <a:cubicBezTo>
                    <a:pt x="15810" y="251"/>
                    <a:pt x="15557" y="1"/>
                    <a:pt x="152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0" name="Google Shape;6134;p52">
              <a:extLst>
                <a:ext uri="{FF2B5EF4-FFF2-40B4-BE49-F238E27FC236}">
                  <a16:creationId xmlns:a16="http://schemas.microsoft.com/office/drawing/2014/main" id="{635B9F2C-E452-43B0-AF55-E18163A8BF12}"/>
                </a:ext>
              </a:extLst>
            </p:cNvPr>
            <p:cNvSpPr/>
            <p:nvPr/>
          </p:nvSpPr>
          <p:spPr>
            <a:xfrm>
              <a:off x="4840675" y="4007300"/>
              <a:ext cx="101725" cy="166025"/>
            </a:xfrm>
            <a:custGeom>
              <a:avLst/>
              <a:gdLst/>
              <a:ahLst/>
              <a:cxnLst/>
              <a:rect l="l" t="t" r="r" b="b"/>
              <a:pathLst>
                <a:path w="4069" h="6641" extrusionOk="0">
                  <a:moveTo>
                    <a:pt x="1870" y="0"/>
                  </a:moveTo>
                  <a:cubicBezTo>
                    <a:pt x="1852" y="380"/>
                    <a:pt x="1837" y="759"/>
                    <a:pt x="1795" y="1130"/>
                  </a:cubicBezTo>
                  <a:cubicBezTo>
                    <a:pt x="1927" y="1181"/>
                    <a:pt x="2048" y="1256"/>
                    <a:pt x="2150" y="1355"/>
                  </a:cubicBezTo>
                  <a:cubicBezTo>
                    <a:pt x="2800" y="2006"/>
                    <a:pt x="2433" y="3469"/>
                    <a:pt x="1352" y="4550"/>
                  </a:cubicBezTo>
                  <a:cubicBezTo>
                    <a:pt x="1177" y="4722"/>
                    <a:pt x="991" y="4879"/>
                    <a:pt x="792" y="5017"/>
                  </a:cubicBezTo>
                  <a:cubicBezTo>
                    <a:pt x="566" y="5577"/>
                    <a:pt x="301" y="6119"/>
                    <a:pt x="0" y="6640"/>
                  </a:cubicBezTo>
                  <a:cubicBezTo>
                    <a:pt x="747" y="6429"/>
                    <a:pt x="1506" y="5993"/>
                    <a:pt x="2150" y="5348"/>
                  </a:cubicBezTo>
                  <a:cubicBezTo>
                    <a:pt x="3716" y="3782"/>
                    <a:pt x="4068" y="1678"/>
                    <a:pt x="2948" y="557"/>
                  </a:cubicBezTo>
                  <a:cubicBezTo>
                    <a:pt x="2656" y="268"/>
                    <a:pt x="2280" y="97"/>
                    <a:pt x="18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1" name="Google Shape;6135;p52">
              <a:extLst>
                <a:ext uri="{FF2B5EF4-FFF2-40B4-BE49-F238E27FC236}">
                  <a16:creationId xmlns:a16="http://schemas.microsoft.com/office/drawing/2014/main" id="{040A4CFE-8B79-4E5D-8AA7-6619E5B2F0FF}"/>
                </a:ext>
              </a:extLst>
            </p:cNvPr>
            <p:cNvSpPr/>
            <p:nvPr/>
          </p:nvSpPr>
          <p:spPr>
            <a:xfrm>
              <a:off x="4464775" y="3976800"/>
              <a:ext cx="395250" cy="225875"/>
            </a:xfrm>
            <a:custGeom>
              <a:avLst/>
              <a:gdLst/>
              <a:ahLst/>
              <a:cxnLst/>
              <a:rect l="l" t="t" r="r" b="b"/>
              <a:pathLst>
                <a:path w="15810" h="9035" extrusionOk="0">
                  <a:moveTo>
                    <a:pt x="564" y="1"/>
                  </a:moveTo>
                  <a:cubicBezTo>
                    <a:pt x="254" y="1"/>
                    <a:pt x="1" y="251"/>
                    <a:pt x="1" y="564"/>
                  </a:cubicBezTo>
                  <a:cubicBezTo>
                    <a:pt x="1" y="3930"/>
                    <a:pt x="1157" y="7026"/>
                    <a:pt x="3075" y="9035"/>
                  </a:cubicBezTo>
                  <a:lnTo>
                    <a:pt x="12735" y="9035"/>
                  </a:lnTo>
                  <a:cubicBezTo>
                    <a:pt x="14654" y="7026"/>
                    <a:pt x="15810" y="3930"/>
                    <a:pt x="15810" y="564"/>
                  </a:cubicBezTo>
                  <a:cubicBezTo>
                    <a:pt x="15810" y="251"/>
                    <a:pt x="15557" y="1"/>
                    <a:pt x="152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33738E1F-3192-4488-90DF-1D3D0E4CEDAC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714" y="528908"/>
            <a:ext cx="6583372" cy="385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0617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4"/>
          <p:cNvSpPr txBox="1">
            <a:spLocks noGrp="1"/>
          </p:cNvSpPr>
          <p:nvPr>
            <p:ph type="ctrTitle"/>
          </p:nvPr>
        </p:nvSpPr>
        <p:spPr>
          <a:xfrm>
            <a:off x="151761" y="1365844"/>
            <a:ext cx="1766403" cy="79694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 dirty="0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  <a:t>PENGKODEAN</a:t>
            </a:r>
            <a:br>
              <a:rPr lang="es" sz="2000" dirty="0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</a:br>
            <a:r>
              <a:rPr lang="es" sz="2000" dirty="0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  <a:t>SYSTEM</a:t>
            </a:r>
            <a:endParaRPr sz="2000" dirty="0">
              <a:solidFill>
                <a:srgbClr val="48FFD5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5" name="Google Shape;270;p24">
            <a:extLst>
              <a:ext uri="{FF2B5EF4-FFF2-40B4-BE49-F238E27FC236}">
                <a16:creationId xmlns:a16="http://schemas.microsoft.com/office/drawing/2014/main" id="{826F4B58-B400-4659-B4CE-1684508A8953}"/>
              </a:ext>
            </a:extLst>
          </p:cNvPr>
          <p:cNvSpPr txBox="1">
            <a:spLocks/>
          </p:cNvSpPr>
          <p:nvPr/>
        </p:nvSpPr>
        <p:spPr>
          <a:xfrm>
            <a:off x="1646193" y="4446317"/>
            <a:ext cx="6935189" cy="525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oboto Black"/>
              <a:buNone/>
              <a:defRPr sz="3600" b="0" i="0" u="none" strike="noStrike" cap="none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Bree Serif"/>
              <a:buNone/>
              <a:defRPr sz="5200" b="1" i="0" u="none" strike="noStrike" cap="none">
                <a:solidFill>
                  <a:srgbClr val="FFFFFF"/>
                </a:solidFill>
                <a:latin typeface="Bree Serif"/>
                <a:ea typeface="Bree Serif"/>
                <a:cs typeface="Bree Serif"/>
                <a:sym typeface="Bree Serif"/>
              </a:defRPr>
            </a:lvl9pPr>
          </a:lstStyle>
          <a:p>
            <a:pPr algn="ctr"/>
            <a:r>
              <a:rPr lang="en-US" sz="2000" dirty="0" err="1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  <a:t>Tampilan</a:t>
            </a:r>
            <a:r>
              <a:rPr lang="en-US" sz="2000" dirty="0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  <a:t> </a:t>
            </a:r>
            <a:r>
              <a:rPr lang="en-US" sz="2000" dirty="0" err="1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  <a:t>hapus</a:t>
            </a:r>
            <a:r>
              <a:rPr lang="en-US" sz="2000" dirty="0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  <a:t> </a:t>
            </a:r>
            <a:r>
              <a:rPr lang="en-US" sz="2000" dirty="0" err="1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  <a:t>akun</a:t>
            </a:r>
            <a:endParaRPr lang="en-US" sz="2000" dirty="0">
              <a:solidFill>
                <a:schemeClr val="accent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grpSp>
        <p:nvGrpSpPr>
          <p:cNvPr id="30" name="Google Shape;6112;p52">
            <a:extLst>
              <a:ext uri="{FF2B5EF4-FFF2-40B4-BE49-F238E27FC236}">
                <a16:creationId xmlns:a16="http://schemas.microsoft.com/office/drawing/2014/main" id="{4242C9B3-416D-4F66-94F9-B3F98CC371D5}"/>
              </a:ext>
            </a:extLst>
          </p:cNvPr>
          <p:cNvGrpSpPr/>
          <p:nvPr/>
        </p:nvGrpSpPr>
        <p:grpSpPr>
          <a:xfrm>
            <a:off x="620986" y="968837"/>
            <a:ext cx="346347" cy="339623"/>
            <a:chOff x="1490050" y="3805975"/>
            <a:chExt cx="491900" cy="482350"/>
          </a:xfrm>
          <a:solidFill>
            <a:schemeClr val="accent6"/>
          </a:solidFill>
        </p:grpSpPr>
        <p:sp>
          <p:nvSpPr>
            <p:cNvPr id="31" name="Google Shape;6113;p52">
              <a:extLst>
                <a:ext uri="{FF2B5EF4-FFF2-40B4-BE49-F238E27FC236}">
                  <a16:creationId xmlns:a16="http://schemas.microsoft.com/office/drawing/2014/main" id="{11609D5E-D4DF-47AE-85C3-093C27A5AC44}"/>
                </a:ext>
              </a:extLst>
            </p:cNvPr>
            <p:cNvSpPr/>
            <p:nvPr/>
          </p:nvSpPr>
          <p:spPr>
            <a:xfrm>
              <a:off x="1541775" y="3877050"/>
              <a:ext cx="302500" cy="277225"/>
            </a:xfrm>
            <a:custGeom>
              <a:avLst/>
              <a:gdLst/>
              <a:ahLst/>
              <a:cxnLst/>
              <a:rect l="l" t="t" r="r" b="b"/>
              <a:pathLst>
                <a:path w="12100" h="11089" extrusionOk="0">
                  <a:moveTo>
                    <a:pt x="10512" y="1"/>
                  </a:moveTo>
                  <a:lnTo>
                    <a:pt x="0" y="10513"/>
                  </a:lnTo>
                  <a:cubicBezTo>
                    <a:pt x="207" y="10475"/>
                    <a:pt x="415" y="10456"/>
                    <a:pt x="622" y="10456"/>
                  </a:cubicBezTo>
                  <a:cubicBezTo>
                    <a:pt x="1327" y="10456"/>
                    <a:pt x="2020" y="10674"/>
                    <a:pt x="2602" y="11088"/>
                  </a:cubicBezTo>
                  <a:lnTo>
                    <a:pt x="12099" y="1588"/>
                  </a:lnTo>
                  <a:lnTo>
                    <a:pt x="105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2" name="Google Shape;6114;p52">
              <a:extLst>
                <a:ext uri="{FF2B5EF4-FFF2-40B4-BE49-F238E27FC236}">
                  <a16:creationId xmlns:a16="http://schemas.microsoft.com/office/drawing/2014/main" id="{59ED7026-E90B-4C60-BA0D-9CA344A6C55D}"/>
                </a:ext>
              </a:extLst>
            </p:cNvPr>
            <p:cNvSpPr/>
            <p:nvPr/>
          </p:nvSpPr>
          <p:spPr>
            <a:xfrm>
              <a:off x="1824450" y="3805975"/>
              <a:ext cx="157500" cy="150525"/>
            </a:xfrm>
            <a:custGeom>
              <a:avLst/>
              <a:gdLst/>
              <a:ahLst/>
              <a:cxnLst/>
              <a:rect l="l" t="t" r="r" b="b"/>
              <a:pathLst>
                <a:path w="6300" h="6021" extrusionOk="0">
                  <a:moveTo>
                    <a:pt x="3211" y="0"/>
                  </a:moveTo>
                  <a:cubicBezTo>
                    <a:pt x="2484" y="0"/>
                    <a:pt x="1758" y="281"/>
                    <a:pt x="1208" y="841"/>
                  </a:cubicBezTo>
                  <a:lnTo>
                    <a:pt x="0" y="2049"/>
                  </a:lnTo>
                  <a:lnTo>
                    <a:pt x="3972" y="6021"/>
                  </a:lnTo>
                  <a:lnTo>
                    <a:pt x="5180" y="4813"/>
                  </a:lnTo>
                  <a:cubicBezTo>
                    <a:pt x="6294" y="3717"/>
                    <a:pt x="6300" y="1925"/>
                    <a:pt x="5198" y="823"/>
                  </a:cubicBezTo>
                  <a:cubicBezTo>
                    <a:pt x="4649" y="274"/>
                    <a:pt x="3930" y="0"/>
                    <a:pt x="32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3" name="Google Shape;6115;p52">
              <a:extLst>
                <a:ext uri="{FF2B5EF4-FFF2-40B4-BE49-F238E27FC236}">
                  <a16:creationId xmlns:a16="http://schemas.microsoft.com/office/drawing/2014/main" id="{A35A982C-2D4F-4CB8-B29F-2E416F5AFF55}"/>
                </a:ext>
              </a:extLst>
            </p:cNvPr>
            <p:cNvSpPr/>
            <p:nvPr/>
          </p:nvSpPr>
          <p:spPr>
            <a:xfrm>
              <a:off x="1626675" y="3936600"/>
              <a:ext cx="277225" cy="302600"/>
            </a:xfrm>
            <a:custGeom>
              <a:avLst/>
              <a:gdLst/>
              <a:ahLst/>
              <a:cxnLst/>
              <a:rect l="l" t="t" r="r" b="b"/>
              <a:pathLst>
                <a:path w="11089" h="12104" extrusionOk="0">
                  <a:moveTo>
                    <a:pt x="9501" y="1"/>
                  </a:moveTo>
                  <a:lnTo>
                    <a:pt x="1" y="9501"/>
                  </a:lnTo>
                  <a:cubicBezTo>
                    <a:pt x="537" y="10254"/>
                    <a:pt x="745" y="11194"/>
                    <a:pt x="576" y="12103"/>
                  </a:cubicBezTo>
                  <a:lnTo>
                    <a:pt x="11088" y="1591"/>
                  </a:lnTo>
                  <a:lnTo>
                    <a:pt x="950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4" name="Google Shape;6116;p52">
              <a:extLst>
                <a:ext uri="{FF2B5EF4-FFF2-40B4-BE49-F238E27FC236}">
                  <a16:creationId xmlns:a16="http://schemas.microsoft.com/office/drawing/2014/main" id="{196F6B18-F506-4B4E-A071-E20ACFB5D390}"/>
                </a:ext>
              </a:extLst>
            </p:cNvPr>
            <p:cNvSpPr/>
            <p:nvPr/>
          </p:nvSpPr>
          <p:spPr>
            <a:xfrm>
              <a:off x="1490050" y="4166500"/>
              <a:ext cx="129950" cy="121825"/>
            </a:xfrm>
            <a:custGeom>
              <a:avLst/>
              <a:gdLst/>
              <a:ahLst/>
              <a:cxnLst/>
              <a:rect l="l" t="t" r="r" b="b"/>
              <a:pathLst>
                <a:path w="5198" h="4873" extrusionOk="0">
                  <a:moveTo>
                    <a:pt x="2693" y="0"/>
                  </a:moveTo>
                  <a:cubicBezTo>
                    <a:pt x="2243" y="0"/>
                    <a:pt x="1790" y="133"/>
                    <a:pt x="1398" y="405"/>
                  </a:cubicBezTo>
                  <a:lnTo>
                    <a:pt x="1398" y="402"/>
                  </a:lnTo>
                  <a:lnTo>
                    <a:pt x="741" y="2446"/>
                  </a:lnTo>
                  <a:lnTo>
                    <a:pt x="139" y="4118"/>
                  </a:lnTo>
                  <a:cubicBezTo>
                    <a:pt x="0" y="4500"/>
                    <a:pt x="295" y="4872"/>
                    <a:pt x="664" y="4872"/>
                  </a:cubicBezTo>
                  <a:cubicBezTo>
                    <a:pt x="727" y="4872"/>
                    <a:pt x="793" y="4861"/>
                    <a:pt x="859" y="4837"/>
                  </a:cubicBezTo>
                  <a:lnTo>
                    <a:pt x="2530" y="4235"/>
                  </a:lnTo>
                  <a:lnTo>
                    <a:pt x="4574" y="3579"/>
                  </a:lnTo>
                  <a:cubicBezTo>
                    <a:pt x="5198" y="2672"/>
                    <a:pt x="5086" y="1450"/>
                    <a:pt x="4306" y="670"/>
                  </a:cubicBezTo>
                  <a:cubicBezTo>
                    <a:pt x="3866" y="228"/>
                    <a:pt x="3282" y="0"/>
                    <a:pt x="269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35" name="Google Shape;6129;p52">
            <a:extLst>
              <a:ext uri="{FF2B5EF4-FFF2-40B4-BE49-F238E27FC236}">
                <a16:creationId xmlns:a16="http://schemas.microsoft.com/office/drawing/2014/main" id="{4E8D1AE9-D5D3-4153-AD8C-91034433756A}"/>
              </a:ext>
            </a:extLst>
          </p:cNvPr>
          <p:cNvGrpSpPr/>
          <p:nvPr/>
        </p:nvGrpSpPr>
        <p:grpSpPr>
          <a:xfrm>
            <a:off x="1150434" y="968824"/>
            <a:ext cx="336296" cy="339235"/>
            <a:chOff x="4464775" y="3806475"/>
            <a:chExt cx="477625" cy="481800"/>
          </a:xfrm>
          <a:solidFill>
            <a:schemeClr val="accent6"/>
          </a:solidFill>
        </p:grpSpPr>
        <p:sp>
          <p:nvSpPr>
            <p:cNvPr id="36" name="Google Shape;6130;p52">
              <a:extLst>
                <a:ext uri="{FF2B5EF4-FFF2-40B4-BE49-F238E27FC236}">
                  <a16:creationId xmlns:a16="http://schemas.microsoft.com/office/drawing/2014/main" id="{2AB43A0A-5026-4A23-834F-AF469F1DAD51}"/>
                </a:ext>
              </a:extLst>
            </p:cNvPr>
            <p:cNvSpPr/>
            <p:nvPr/>
          </p:nvSpPr>
          <p:spPr>
            <a:xfrm>
              <a:off x="4726375" y="3806475"/>
              <a:ext cx="56500" cy="141125"/>
            </a:xfrm>
            <a:custGeom>
              <a:avLst/>
              <a:gdLst/>
              <a:ahLst/>
              <a:cxnLst/>
              <a:rect l="l" t="t" r="r" b="b"/>
              <a:pathLst>
                <a:path w="2260" h="5645" extrusionOk="0">
                  <a:moveTo>
                    <a:pt x="1133" y="1"/>
                  </a:moveTo>
                  <a:cubicBezTo>
                    <a:pt x="978" y="1"/>
                    <a:pt x="823" y="64"/>
                    <a:pt x="712" y="189"/>
                  </a:cubicBezTo>
                  <a:cubicBezTo>
                    <a:pt x="504" y="421"/>
                    <a:pt x="522" y="776"/>
                    <a:pt x="754" y="984"/>
                  </a:cubicBezTo>
                  <a:cubicBezTo>
                    <a:pt x="832" y="1056"/>
                    <a:pt x="1130" y="1385"/>
                    <a:pt x="1130" y="1695"/>
                  </a:cubicBezTo>
                  <a:cubicBezTo>
                    <a:pt x="1130" y="1990"/>
                    <a:pt x="850" y="2315"/>
                    <a:pt x="754" y="2402"/>
                  </a:cubicBezTo>
                  <a:cubicBezTo>
                    <a:pt x="678" y="2472"/>
                    <a:pt x="1" y="3101"/>
                    <a:pt x="1" y="3953"/>
                  </a:cubicBezTo>
                  <a:cubicBezTo>
                    <a:pt x="1" y="4802"/>
                    <a:pt x="675" y="5432"/>
                    <a:pt x="754" y="5501"/>
                  </a:cubicBezTo>
                  <a:cubicBezTo>
                    <a:pt x="861" y="5597"/>
                    <a:pt x="995" y="5644"/>
                    <a:pt x="1128" y="5644"/>
                  </a:cubicBezTo>
                  <a:cubicBezTo>
                    <a:pt x="1283" y="5644"/>
                    <a:pt x="1437" y="5580"/>
                    <a:pt x="1549" y="5456"/>
                  </a:cubicBezTo>
                  <a:cubicBezTo>
                    <a:pt x="1757" y="5224"/>
                    <a:pt x="1735" y="4869"/>
                    <a:pt x="1507" y="4661"/>
                  </a:cubicBezTo>
                  <a:cubicBezTo>
                    <a:pt x="1428" y="4588"/>
                    <a:pt x="1130" y="4260"/>
                    <a:pt x="1130" y="3950"/>
                  </a:cubicBezTo>
                  <a:cubicBezTo>
                    <a:pt x="1130" y="3655"/>
                    <a:pt x="1410" y="3330"/>
                    <a:pt x="1507" y="3242"/>
                  </a:cubicBezTo>
                  <a:cubicBezTo>
                    <a:pt x="1585" y="3173"/>
                    <a:pt x="2259" y="2544"/>
                    <a:pt x="2259" y="1692"/>
                  </a:cubicBezTo>
                  <a:cubicBezTo>
                    <a:pt x="2259" y="842"/>
                    <a:pt x="1585" y="213"/>
                    <a:pt x="1507" y="144"/>
                  </a:cubicBezTo>
                  <a:cubicBezTo>
                    <a:pt x="1399" y="48"/>
                    <a:pt x="1266" y="1"/>
                    <a:pt x="11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7" name="Google Shape;6131;p52">
              <a:extLst>
                <a:ext uri="{FF2B5EF4-FFF2-40B4-BE49-F238E27FC236}">
                  <a16:creationId xmlns:a16="http://schemas.microsoft.com/office/drawing/2014/main" id="{DC1FA845-5EB4-4183-AC92-FE3D1DF03E84}"/>
                </a:ext>
              </a:extLst>
            </p:cNvPr>
            <p:cNvSpPr/>
            <p:nvPr/>
          </p:nvSpPr>
          <p:spPr>
            <a:xfrm>
              <a:off x="4641700" y="3806475"/>
              <a:ext cx="56475" cy="141125"/>
            </a:xfrm>
            <a:custGeom>
              <a:avLst/>
              <a:gdLst/>
              <a:ahLst/>
              <a:cxnLst/>
              <a:rect l="l" t="t" r="r" b="b"/>
              <a:pathLst>
                <a:path w="2259" h="5645" extrusionOk="0">
                  <a:moveTo>
                    <a:pt x="1132" y="1"/>
                  </a:moveTo>
                  <a:cubicBezTo>
                    <a:pt x="977" y="1"/>
                    <a:pt x="823" y="64"/>
                    <a:pt x="711" y="189"/>
                  </a:cubicBezTo>
                  <a:cubicBezTo>
                    <a:pt x="503" y="421"/>
                    <a:pt x="521" y="776"/>
                    <a:pt x="753" y="984"/>
                  </a:cubicBezTo>
                  <a:cubicBezTo>
                    <a:pt x="831" y="1056"/>
                    <a:pt x="1130" y="1385"/>
                    <a:pt x="1130" y="1695"/>
                  </a:cubicBezTo>
                  <a:cubicBezTo>
                    <a:pt x="1130" y="1990"/>
                    <a:pt x="849" y="2315"/>
                    <a:pt x="753" y="2402"/>
                  </a:cubicBezTo>
                  <a:cubicBezTo>
                    <a:pt x="678" y="2472"/>
                    <a:pt x="0" y="3101"/>
                    <a:pt x="0" y="3953"/>
                  </a:cubicBezTo>
                  <a:cubicBezTo>
                    <a:pt x="0" y="4802"/>
                    <a:pt x="675" y="5432"/>
                    <a:pt x="753" y="5501"/>
                  </a:cubicBezTo>
                  <a:cubicBezTo>
                    <a:pt x="860" y="5597"/>
                    <a:pt x="994" y="5644"/>
                    <a:pt x="1127" y="5644"/>
                  </a:cubicBezTo>
                  <a:cubicBezTo>
                    <a:pt x="1282" y="5644"/>
                    <a:pt x="1436" y="5580"/>
                    <a:pt x="1548" y="5456"/>
                  </a:cubicBezTo>
                  <a:cubicBezTo>
                    <a:pt x="1756" y="5224"/>
                    <a:pt x="1735" y="4869"/>
                    <a:pt x="1506" y="4661"/>
                  </a:cubicBezTo>
                  <a:cubicBezTo>
                    <a:pt x="1428" y="4588"/>
                    <a:pt x="1130" y="4260"/>
                    <a:pt x="1130" y="3950"/>
                  </a:cubicBezTo>
                  <a:cubicBezTo>
                    <a:pt x="1130" y="3655"/>
                    <a:pt x="1410" y="3330"/>
                    <a:pt x="1506" y="3242"/>
                  </a:cubicBezTo>
                  <a:cubicBezTo>
                    <a:pt x="1581" y="3173"/>
                    <a:pt x="2259" y="2544"/>
                    <a:pt x="2259" y="1692"/>
                  </a:cubicBezTo>
                  <a:cubicBezTo>
                    <a:pt x="2259" y="842"/>
                    <a:pt x="1581" y="213"/>
                    <a:pt x="1506" y="144"/>
                  </a:cubicBezTo>
                  <a:cubicBezTo>
                    <a:pt x="1399" y="48"/>
                    <a:pt x="1265" y="1"/>
                    <a:pt x="11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8" name="Google Shape;6132;p52">
              <a:extLst>
                <a:ext uri="{FF2B5EF4-FFF2-40B4-BE49-F238E27FC236}">
                  <a16:creationId xmlns:a16="http://schemas.microsoft.com/office/drawing/2014/main" id="{7E59AEB5-98E4-46AE-BC74-EEE2BE6432FD}"/>
                </a:ext>
              </a:extLst>
            </p:cNvPr>
            <p:cNvSpPr/>
            <p:nvPr/>
          </p:nvSpPr>
          <p:spPr>
            <a:xfrm>
              <a:off x="4557000" y="3806475"/>
              <a:ext cx="56500" cy="141125"/>
            </a:xfrm>
            <a:custGeom>
              <a:avLst/>
              <a:gdLst/>
              <a:ahLst/>
              <a:cxnLst/>
              <a:rect l="l" t="t" r="r" b="b"/>
              <a:pathLst>
                <a:path w="2260" h="5645" extrusionOk="0">
                  <a:moveTo>
                    <a:pt x="1132" y="1"/>
                  </a:moveTo>
                  <a:cubicBezTo>
                    <a:pt x="977" y="1"/>
                    <a:pt x="823" y="64"/>
                    <a:pt x="711" y="189"/>
                  </a:cubicBezTo>
                  <a:cubicBezTo>
                    <a:pt x="504" y="421"/>
                    <a:pt x="522" y="776"/>
                    <a:pt x="753" y="984"/>
                  </a:cubicBezTo>
                  <a:cubicBezTo>
                    <a:pt x="832" y="1056"/>
                    <a:pt x="1130" y="1385"/>
                    <a:pt x="1130" y="1695"/>
                  </a:cubicBezTo>
                  <a:cubicBezTo>
                    <a:pt x="1130" y="1990"/>
                    <a:pt x="850" y="2315"/>
                    <a:pt x="753" y="2402"/>
                  </a:cubicBezTo>
                  <a:cubicBezTo>
                    <a:pt x="678" y="2472"/>
                    <a:pt x="1" y="3101"/>
                    <a:pt x="1" y="3953"/>
                  </a:cubicBezTo>
                  <a:cubicBezTo>
                    <a:pt x="1" y="4802"/>
                    <a:pt x="675" y="5432"/>
                    <a:pt x="753" y="5501"/>
                  </a:cubicBezTo>
                  <a:cubicBezTo>
                    <a:pt x="861" y="5597"/>
                    <a:pt x="994" y="5644"/>
                    <a:pt x="1127" y="5644"/>
                  </a:cubicBezTo>
                  <a:cubicBezTo>
                    <a:pt x="1282" y="5644"/>
                    <a:pt x="1437" y="5580"/>
                    <a:pt x="1548" y="5456"/>
                  </a:cubicBezTo>
                  <a:cubicBezTo>
                    <a:pt x="1756" y="5224"/>
                    <a:pt x="1735" y="4869"/>
                    <a:pt x="1506" y="4661"/>
                  </a:cubicBezTo>
                  <a:cubicBezTo>
                    <a:pt x="1428" y="4588"/>
                    <a:pt x="1130" y="4260"/>
                    <a:pt x="1130" y="3950"/>
                  </a:cubicBezTo>
                  <a:cubicBezTo>
                    <a:pt x="1130" y="3655"/>
                    <a:pt x="1410" y="3330"/>
                    <a:pt x="1506" y="3242"/>
                  </a:cubicBezTo>
                  <a:cubicBezTo>
                    <a:pt x="1582" y="3173"/>
                    <a:pt x="2259" y="2544"/>
                    <a:pt x="2259" y="1692"/>
                  </a:cubicBezTo>
                  <a:cubicBezTo>
                    <a:pt x="2259" y="842"/>
                    <a:pt x="1582" y="213"/>
                    <a:pt x="1506" y="144"/>
                  </a:cubicBezTo>
                  <a:cubicBezTo>
                    <a:pt x="1399" y="48"/>
                    <a:pt x="1265" y="1"/>
                    <a:pt x="11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9" name="Google Shape;6133;p52">
              <a:extLst>
                <a:ext uri="{FF2B5EF4-FFF2-40B4-BE49-F238E27FC236}">
                  <a16:creationId xmlns:a16="http://schemas.microsoft.com/office/drawing/2014/main" id="{D05984B2-DD18-465C-A46E-2AF8768F5A6A}"/>
                </a:ext>
              </a:extLst>
            </p:cNvPr>
            <p:cNvSpPr/>
            <p:nvPr/>
          </p:nvSpPr>
          <p:spPr>
            <a:xfrm>
              <a:off x="4464775" y="4230875"/>
              <a:ext cx="395250" cy="57400"/>
            </a:xfrm>
            <a:custGeom>
              <a:avLst/>
              <a:gdLst/>
              <a:ahLst/>
              <a:cxnLst/>
              <a:rect l="l" t="t" r="r" b="b"/>
              <a:pathLst>
                <a:path w="15810" h="2296" extrusionOk="0">
                  <a:moveTo>
                    <a:pt x="567" y="1"/>
                  </a:moveTo>
                  <a:cubicBezTo>
                    <a:pt x="254" y="1"/>
                    <a:pt x="1" y="251"/>
                    <a:pt x="1" y="564"/>
                  </a:cubicBezTo>
                  <a:cubicBezTo>
                    <a:pt x="1" y="877"/>
                    <a:pt x="254" y="1130"/>
                    <a:pt x="567" y="1130"/>
                  </a:cubicBezTo>
                  <a:lnTo>
                    <a:pt x="1910" y="1130"/>
                  </a:lnTo>
                  <a:lnTo>
                    <a:pt x="2006" y="1359"/>
                  </a:lnTo>
                  <a:cubicBezTo>
                    <a:pt x="2291" y="1932"/>
                    <a:pt x="2875" y="2295"/>
                    <a:pt x="3516" y="2295"/>
                  </a:cubicBezTo>
                  <a:cubicBezTo>
                    <a:pt x="3519" y="2295"/>
                    <a:pt x="3521" y="2295"/>
                    <a:pt x="3524" y="2295"/>
                  </a:cubicBezTo>
                  <a:lnTo>
                    <a:pt x="12290" y="2295"/>
                  </a:lnTo>
                  <a:cubicBezTo>
                    <a:pt x="12292" y="2295"/>
                    <a:pt x="12295" y="2295"/>
                    <a:pt x="12298" y="2295"/>
                  </a:cubicBezTo>
                  <a:cubicBezTo>
                    <a:pt x="12936" y="2295"/>
                    <a:pt x="13520" y="1932"/>
                    <a:pt x="13804" y="1359"/>
                  </a:cubicBezTo>
                  <a:lnTo>
                    <a:pt x="13901" y="1130"/>
                  </a:lnTo>
                  <a:lnTo>
                    <a:pt x="15247" y="1130"/>
                  </a:lnTo>
                  <a:cubicBezTo>
                    <a:pt x="15557" y="1130"/>
                    <a:pt x="15810" y="877"/>
                    <a:pt x="15810" y="564"/>
                  </a:cubicBezTo>
                  <a:cubicBezTo>
                    <a:pt x="15810" y="251"/>
                    <a:pt x="15557" y="1"/>
                    <a:pt x="152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0" name="Google Shape;6134;p52">
              <a:extLst>
                <a:ext uri="{FF2B5EF4-FFF2-40B4-BE49-F238E27FC236}">
                  <a16:creationId xmlns:a16="http://schemas.microsoft.com/office/drawing/2014/main" id="{635B9F2C-E452-43B0-AF55-E18163A8BF12}"/>
                </a:ext>
              </a:extLst>
            </p:cNvPr>
            <p:cNvSpPr/>
            <p:nvPr/>
          </p:nvSpPr>
          <p:spPr>
            <a:xfrm>
              <a:off x="4840675" y="4007300"/>
              <a:ext cx="101725" cy="166025"/>
            </a:xfrm>
            <a:custGeom>
              <a:avLst/>
              <a:gdLst/>
              <a:ahLst/>
              <a:cxnLst/>
              <a:rect l="l" t="t" r="r" b="b"/>
              <a:pathLst>
                <a:path w="4069" h="6641" extrusionOk="0">
                  <a:moveTo>
                    <a:pt x="1870" y="0"/>
                  </a:moveTo>
                  <a:cubicBezTo>
                    <a:pt x="1852" y="380"/>
                    <a:pt x="1837" y="759"/>
                    <a:pt x="1795" y="1130"/>
                  </a:cubicBezTo>
                  <a:cubicBezTo>
                    <a:pt x="1927" y="1181"/>
                    <a:pt x="2048" y="1256"/>
                    <a:pt x="2150" y="1355"/>
                  </a:cubicBezTo>
                  <a:cubicBezTo>
                    <a:pt x="2800" y="2006"/>
                    <a:pt x="2433" y="3469"/>
                    <a:pt x="1352" y="4550"/>
                  </a:cubicBezTo>
                  <a:cubicBezTo>
                    <a:pt x="1177" y="4722"/>
                    <a:pt x="991" y="4879"/>
                    <a:pt x="792" y="5017"/>
                  </a:cubicBezTo>
                  <a:cubicBezTo>
                    <a:pt x="566" y="5577"/>
                    <a:pt x="301" y="6119"/>
                    <a:pt x="0" y="6640"/>
                  </a:cubicBezTo>
                  <a:cubicBezTo>
                    <a:pt x="747" y="6429"/>
                    <a:pt x="1506" y="5993"/>
                    <a:pt x="2150" y="5348"/>
                  </a:cubicBezTo>
                  <a:cubicBezTo>
                    <a:pt x="3716" y="3782"/>
                    <a:pt x="4068" y="1678"/>
                    <a:pt x="2948" y="557"/>
                  </a:cubicBezTo>
                  <a:cubicBezTo>
                    <a:pt x="2656" y="268"/>
                    <a:pt x="2280" y="97"/>
                    <a:pt x="18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1" name="Google Shape;6135;p52">
              <a:extLst>
                <a:ext uri="{FF2B5EF4-FFF2-40B4-BE49-F238E27FC236}">
                  <a16:creationId xmlns:a16="http://schemas.microsoft.com/office/drawing/2014/main" id="{040A4CFE-8B79-4E5D-8AA7-6619E5B2F0FF}"/>
                </a:ext>
              </a:extLst>
            </p:cNvPr>
            <p:cNvSpPr/>
            <p:nvPr/>
          </p:nvSpPr>
          <p:spPr>
            <a:xfrm>
              <a:off x="4464775" y="3976800"/>
              <a:ext cx="395250" cy="225875"/>
            </a:xfrm>
            <a:custGeom>
              <a:avLst/>
              <a:gdLst/>
              <a:ahLst/>
              <a:cxnLst/>
              <a:rect l="l" t="t" r="r" b="b"/>
              <a:pathLst>
                <a:path w="15810" h="9035" extrusionOk="0">
                  <a:moveTo>
                    <a:pt x="564" y="1"/>
                  </a:moveTo>
                  <a:cubicBezTo>
                    <a:pt x="254" y="1"/>
                    <a:pt x="1" y="251"/>
                    <a:pt x="1" y="564"/>
                  </a:cubicBezTo>
                  <a:cubicBezTo>
                    <a:pt x="1" y="3930"/>
                    <a:pt x="1157" y="7026"/>
                    <a:pt x="3075" y="9035"/>
                  </a:cubicBezTo>
                  <a:lnTo>
                    <a:pt x="12735" y="9035"/>
                  </a:lnTo>
                  <a:cubicBezTo>
                    <a:pt x="14654" y="7026"/>
                    <a:pt x="15810" y="3930"/>
                    <a:pt x="15810" y="564"/>
                  </a:cubicBezTo>
                  <a:cubicBezTo>
                    <a:pt x="15810" y="251"/>
                    <a:pt x="15557" y="1"/>
                    <a:pt x="152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0969B2CD-0829-4907-952D-3BD8D425EBDF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8164" y="311535"/>
            <a:ext cx="6994511" cy="4093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913776"/>
      </p:ext>
    </p:extLst>
  </p:cSld>
  <p:clrMapOvr>
    <a:masterClrMapping/>
  </p:clrMapOvr>
</p:sld>
</file>

<file path=ppt/theme/theme1.xml><?xml version="1.0" encoding="utf-8"?>
<a:theme xmlns:a="http://schemas.openxmlformats.org/drawingml/2006/main" name="WEB PROPOSAL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8FFD5"/>
      </a:accent1>
      <a:accent2>
        <a:srgbClr val="48FFD5"/>
      </a:accent2>
      <a:accent3>
        <a:srgbClr val="48FFD5"/>
      </a:accent3>
      <a:accent4>
        <a:srgbClr val="48FFD5"/>
      </a:accent4>
      <a:accent5>
        <a:srgbClr val="48FFD5"/>
      </a:accent5>
      <a:accent6>
        <a:srgbClr val="48FFD5"/>
      </a:accent6>
      <a:hlink>
        <a:srgbClr val="48FFD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607</TotalTime>
  <Words>150</Words>
  <Application>Microsoft Office PowerPoint</Application>
  <PresentationFormat>On-screen Show (16:9)</PresentationFormat>
  <Paragraphs>44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Impact</vt:lpstr>
      <vt:lpstr>Roboto Light</vt:lpstr>
      <vt:lpstr>Arial</vt:lpstr>
      <vt:lpstr>Roboto Mono Regular</vt:lpstr>
      <vt:lpstr>Bree Serif</vt:lpstr>
      <vt:lpstr>Roboto Black</vt:lpstr>
      <vt:lpstr>WEB PROPOSAL</vt:lpstr>
      <vt:lpstr>PENGKODEAN SYSTEM</vt:lpstr>
      <vt:lpstr>PENGKODEAN SYSTEM</vt:lpstr>
      <vt:lpstr>PENGKODEAN SYSTEM</vt:lpstr>
      <vt:lpstr>PENGKODEAN SYSTEM</vt:lpstr>
      <vt:lpstr>PENGKODEAN SYSTEM</vt:lpstr>
      <vt:lpstr>PENGKODEAN SYSTEM</vt:lpstr>
      <vt:lpstr>PENGKODEAN SYSTEM</vt:lpstr>
      <vt:lpstr>PENGKODEAN SYSTEM</vt:lpstr>
      <vt:lpstr>PENGKODEAN SYSTEM</vt:lpstr>
      <vt:lpstr>PENGKODEAN SYSTEM</vt:lpstr>
      <vt:lpstr>PENGKODEAN SYSTEM</vt:lpstr>
      <vt:lpstr>PENGKODEAN SYSTEM</vt:lpstr>
      <vt:lpstr>PENGKODEAN SYSTEM</vt:lpstr>
      <vt:lpstr>PENGKODEAN SYSTEM</vt:lpstr>
      <vt:lpstr>PENGKODEAN SYSTEM</vt:lpstr>
      <vt:lpstr>PENGKODEAN SYSTEM</vt:lpstr>
      <vt:lpstr>PENGKODEAN SYSTEM</vt:lpstr>
      <vt:lpstr>PENGKODEAN SYSTEM</vt:lpstr>
      <vt:lpstr>PENGKODEAN SYSTEM</vt:lpstr>
      <vt:lpstr>PENGKODEAN SYSTEM</vt:lpstr>
      <vt:lpstr>PENGKODEAN SYSTEM</vt:lpstr>
      <vt:lpstr>PENGKODEAN SYSTEM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SIPLAKOM</dc:title>
  <cp:lastModifiedBy>Bubble -</cp:lastModifiedBy>
  <cp:revision>52</cp:revision>
  <dcterms:modified xsi:type="dcterms:W3CDTF">2022-03-21T11:14:30Z</dcterms:modified>
</cp:coreProperties>
</file>